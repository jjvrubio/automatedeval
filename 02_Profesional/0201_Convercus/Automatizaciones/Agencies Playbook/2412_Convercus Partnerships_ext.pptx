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4"/>
  </p:notesMasterIdLst>
  <p:handoutMasterIdLst>
    <p:handoutMasterId r:id="rId25"/>
  </p:handoutMasterIdLst>
  <p:sldIdLst>
    <p:sldId id="1746" r:id="rId5"/>
    <p:sldId id="2147477370" r:id="rId6"/>
    <p:sldId id="1754" r:id="rId7"/>
    <p:sldId id="2147477368" r:id="rId8"/>
    <p:sldId id="1755" r:id="rId9"/>
    <p:sldId id="2147477366" r:id="rId10"/>
    <p:sldId id="2147477414" r:id="rId11"/>
    <p:sldId id="2147376405" r:id="rId12"/>
    <p:sldId id="259" r:id="rId13"/>
    <p:sldId id="2147376408" r:id="rId14"/>
    <p:sldId id="2147376410" r:id="rId15"/>
    <p:sldId id="1761" r:id="rId16"/>
    <p:sldId id="1739" r:id="rId17"/>
    <p:sldId id="2147477413" r:id="rId18"/>
    <p:sldId id="2147477369" r:id="rId19"/>
    <p:sldId id="1731" r:id="rId20"/>
    <p:sldId id="2147376411" r:id="rId21"/>
    <p:sldId id="2147477367" r:id="rId22"/>
    <p:sldId id="214737639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36" userDrawn="1">
          <p15:clr>
            <a:srgbClr val="A4A3A4"/>
          </p15:clr>
        </p15:guide>
        <p15:guide id="2" orient="horz" pos="1162" userDrawn="1">
          <p15:clr>
            <a:srgbClr val="A4A3A4"/>
          </p15:clr>
        </p15:guide>
        <p15:guide id="3" orient="horz" pos="255" userDrawn="1">
          <p15:clr>
            <a:srgbClr val="A4A3A4"/>
          </p15:clr>
        </p15:guide>
        <p15:guide id="4" orient="horz" pos="1820" userDrawn="1">
          <p15:clr>
            <a:srgbClr val="A4A3A4"/>
          </p15:clr>
        </p15:guide>
        <p15:guide id="5" pos="5496" userDrawn="1">
          <p15:clr>
            <a:srgbClr val="A4A3A4"/>
          </p15:clr>
        </p15:guide>
        <p15:guide id="6" pos="717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25FE419-0921-0F4F-0734-1F8F2C19457C}" name="Dominic Spindler" initials="DS" userId="S::dominic.spindler@convercus.com::d3fa1cce-e60b-4504-959a-0343e651dcc3" providerId="AD"/>
  <p188:author id="{DDAA763A-F4FE-AA1F-2A83-53D36C7522E9}" name="Yuriy Gorovoy" initials="YG" userId="d91569f4d4d9e4a6" providerId="Windows Live"/>
  <p188:author id="{AD7AB648-4BD0-87C2-BF41-290D10C83D6A}" name="Yuriy Gorovoy" initials="YG" userId="S::yuriy.gorovoy@convercus.com::58c778a1-deba-46cc-8add-50b2bfb6d12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F2F4"/>
    <a:srgbClr val="8EB40E"/>
    <a:srgbClr val="5CEF34"/>
    <a:srgbClr val="94AFCA"/>
    <a:srgbClr val="EF8F73"/>
    <a:srgbClr val="F1EB71"/>
    <a:srgbClr val="000000"/>
    <a:srgbClr val="FFFFFF"/>
    <a:srgbClr val="061935"/>
    <a:srgbClr val="507F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785C34-2ADA-134D-84A3-D478669684BF}" v="124" dt="2025-05-05T08:35:42.4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03"/>
    <p:restoredTop sz="94658"/>
  </p:normalViewPr>
  <p:slideViewPr>
    <p:cSldViewPr snapToGrid="0">
      <p:cViewPr varScale="1">
        <p:scale>
          <a:sx n="120" d="100"/>
          <a:sy n="120" d="100"/>
        </p:scale>
        <p:origin x="720" y="184"/>
      </p:cViewPr>
      <p:guideLst>
        <p:guide pos="336"/>
        <p:guide orient="horz" pos="1162"/>
        <p:guide orient="horz" pos="255"/>
        <p:guide orient="horz" pos="1820"/>
        <p:guide pos="5496"/>
        <p:guide pos="717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896" y="14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324C6B0-3EC9-4900-A783-1E6B57853D84}" type="doc">
      <dgm:prSet loTypeId="urn:microsoft.com/office/officeart/2005/8/layout/pyramid4" loCatId="pyrami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B4D47013-866E-445A-8500-6FA2C65F3A24}">
      <dgm:prSet phldrT="[Text]" custT="1"/>
      <dgm:spPr/>
      <dgm:t>
        <a:bodyPr/>
        <a:lstStyle/>
        <a:p>
          <a:br>
            <a:rPr lang="de-DE" sz="1200">
              <a:latin typeface="Arial" panose="020B0604020202020204" pitchFamily="34" charset="0"/>
              <a:cs typeface="Arial" panose="020B0604020202020204" pitchFamily="34" charset="0"/>
            </a:rPr>
          </a:br>
          <a:endParaRPr lang="de-DE" sz="1200">
            <a:latin typeface="Arial" panose="020B0604020202020204" pitchFamily="34" charset="0"/>
            <a:cs typeface="Arial" panose="020B0604020202020204" pitchFamily="34" charset="0"/>
          </a:endParaRPr>
        </a:p>
        <a:p>
          <a:r>
            <a:rPr lang="de-DE" sz="1200">
              <a:latin typeface="Arial" panose="020B0604020202020204" pitchFamily="34" charset="0"/>
              <a:cs typeface="Arial" panose="020B0604020202020204" pitchFamily="34" charset="0"/>
            </a:rPr>
            <a:t>Android &amp; iOS</a:t>
          </a:r>
          <a:br>
            <a:rPr lang="de-DE" sz="1200"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de-DE" sz="1200" err="1">
              <a:latin typeface="Arial" panose="020B0604020202020204" pitchFamily="34" charset="0"/>
              <a:cs typeface="Arial" panose="020B0604020202020204" pitchFamily="34" charset="0"/>
            </a:rPr>
            <a:t>Loyalty</a:t>
          </a:r>
          <a:r>
            <a:rPr lang="de-DE" sz="1200">
              <a:latin typeface="Arial" panose="020B0604020202020204" pitchFamily="34" charset="0"/>
              <a:cs typeface="Arial" panose="020B0604020202020204" pitchFamily="34" charset="0"/>
            </a:rPr>
            <a:t> App</a:t>
          </a:r>
        </a:p>
        <a:p>
          <a:endParaRPr lang="de-DE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3C1FDFD-C2AD-489E-AC0A-75B372E92823}" type="parTrans" cxnId="{5304E643-2259-4E79-83FC-1283559D61C7}">
      <dgm:prSet/>
      <dgm:spPr/>
      <dgm:t>
        <a:bodyPr/>
        <a:lstStyle/>
        <a:p>
          <a:endParaRPr lang="de-DE"/>
        </a:p>
      </dgm:t>
    </dgm:pt>
    <dgm:pt modelId="{7FEF5303-1016-43C0-98B1-A4A818C9405A}" type="sibTrans" cxnId="{5304E643-2259-4E79-83FC-1283559D61C7}">
      <dgm:prSet/>
      <dgm:spPr/>
      <dgm:t>
        <a:bodyPr/>
        <a:lstStyle/>
        <a:p>
          <a:endParaRPr lang="de-DE"/>
        </a:p>
      </dgm:t>
    </dgm:pt>
    <dgm:pt modelId="{9165ACF1-4E2F-445C-AA3F-AFA12FBA2DF3}">
      <dgm:prSet phldrT="[Text]" custT="1"/>
      <dgm:spPr/>
      <dgm:t>
        <a:bodyPr/>
        <a:lstStyle/>
        <a:p>
          <a:br>
            <a:rPr lang="de-DE" sz="1200"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de-DE" sz="1200">
              <a:latin typeface="Arial" panose="020B0604020202020204" pitchFamily="34" charset="0"/>
              <a:cs typeface="Arial" panose="020B0604020202020204" pitchFamily="34" charset="0"/>
            </a:rPr>
            <a:t>Self Service</a:t>
          </a:r>
        </a:p>
      </dgm:t>
    </dgm:pt>
    <dgm:pt modelId="{62739A47-556A-4000-8DB4-85348E27F282}" type="parTrans" cxnId="{0F5032E8-A30F-4B9E-B2E3-CE8D52DE0B1C}">
      <dgm:prSet/>
      <dgm:spPr/>
      <dgm:t>
        <a:bodyPr/>
        <a:lstStyle/>
        <a:p>
          <a:endParaRPr lang="de-DE"/>
        </a:p>
      </dgm:t>
    </dgm:pt>
    <dgm:pt modelId="{D132BD88-4ACC-4159-8990-61E0ECD1E2F6}" type="sibTrans" cxnId="{0F5032E8-A30F-4B9E-B2E3-CE8D52DE0B1C}">
      <dgm:prSet/>
      <dgm:spPr/>
      <dgm:t>
        <a:bodyPr/>
        <a:lstStyle/>
        <a:p>
          <a:endParaRPr lang="de-DE"/>
        </a:p>
      </dgm:t>
    </dgm:pt>
    <dgm:pt modelId="{0CAF7EA4-AE74-4D53-9EE7-07CAF5BC7D95}">
      <dgm:prSet phldrT="[Text]" custT="1"/>
      <dgm:spPr/>
      <dgm:t>
        <a:bodyPr/>
        <a:lstStyle/>
        <a:p>
          <a:r>
            <a:rPr lang="de-DE" sz="1200" err="1">
              <a:latin typeface="Arial" panose="020B0604020202020204" pitchFamily="34" charset="0"/>
              <a:cs typeface="Arial" panose="020B0604020202020204" pitchFamily="34" charset="0"/>
            </a:rPr>
            <a:t>Loyalty</a:t>
          </a:r>
          <a:r>
            <a:rPr lang="de-DE" sz="1200">
              <a:latin typeface="Arial" panose="020B0604020202020204" pitchFamily="34" charset="0"/>
              <a:cs typeface="Arial" panose="020B0604020202020204" pitchFamily="34" charset="0"/>
            </a:rPr>
            <a:t> SaaS Plattform</a:t>
          </a:r>
        </a:p>
      </dgm:t>
    </dgm:pt>
    <dgm:pt modelId="{776E1950-2073-4A39-8E1C-9BE83E161E23}" type="parTrans" cxnId="{4E2692FF-C33E-41D7-959B-6A98FD408B7B}">
      <dgm:prSet/>
      <dgm:spPr/>
      <dgm:t>
        <a:bodyPr/>
        <a:lstStyle/>
        <a:p>
          <a:endParaRPr lang="de-DE"/>
        </a:p>
      </dgm:t>
    </dgm:pt>
    <dgm:pt modelId="{21DE5B0B-AE8D-45EF-A6AA-03F86B3467E6}" type="sibTrans" cxnId="{4E2692FF-C33E-41D7-959B-6A98FD408B7B}">
      <dgm:prSet/>
      <dgm:spPr/>
      <dgm:t>
        <a:bodyPr/>
        <a:lstStyle/>
        <a:p>
          <a:endParaRPr lang="de-DE"/>
        </a:p>
      </dgm:t>
    </dgm:pt>
    <dgm:pt modelId="{35856744-F43D-4B0D-A165-9B41DC0C1F88}">
      <dgm:prSet phldrT="[Text]" custT="1"/>
      <dgm:spPr/>
      <dgm:t>
        <a:bodyPr/>
        <a:lstStyle/>
        <a:p>
          <a:r>
            <a:rPr lang="de-DE" sz="1200">
              <a:latin typeface="Arial" panose="020B0604020202020204" pitchFamily="34" charset="0"/>
              <a:cs typeface="Arial" panose="020B0604020202020204" pitchFamily="34" charset="0"/>
            </a:rPr>
            <a:t>Data Warehouse</a:t>
          </a:r>
        </a:p>
        <a:p>
          <a:r>
            <a:rPr lang="de-DE" sz="1200">
              <a:latin typeface="Arial" panose="020B0604020202020204" pitchFamily="34" charset="0"/>
              <a:cs typeface="Arial" panose="020B0604020202020204" pitchFamily="34" charset="0"/>
            </a:rPr>
            <a:t>WebHooks</a:t>
          </a:r>
        </a:p>
      </dgm:t>
    </dgm:pt>
    <dgm:pt modelId="{7950C42F-C843-4C53-80C8-965CD2BB789E}" type="parTrans" cxnId="{71434579-1A0F-466D-8871-F438313D2392}">
      <dgm:prSet/>
      <dgm:spPr/>
      <dgm:t>
        <a:bodyPr/>
        <a:lstStyle/>
        <a:p>
          <a:endParaRPr lang="de-DE"/>
        </a:p>
      </dgm:t>
    </dgm:pt>
    <dgm:pt modelId="{B7D1283E-2078-46C4-BAC3-C6F9261F9970}" type="sibTrans" cxnId="{71434579-1A0F-466D-8871-F438313D2392}">
      <dgm:prSet/>
      <dgm:spPr/>
      <dgm:t>
        <a:bodyPr/>
        <a:lstStyle/>
        <a:p>
          <a:endParaRPr lang="de-DE"/>
        </a:p>
      </dgm:t>
    </dgm:pt>
    <dgm:pt modelId="{BD5341F7-F563-4270-9F8D-ED34D1FAE22D}" type="pres">
      <dgm:prSet presAssocID="{9324C6B0-3EC9-4900-A783-1E6B57853D84}" presName="compositeShape" presStyleCnt="0">
        <dgm:presLayoutVars>
          <dgm:chMax val="9"/>
          <dgm:dir/>
          <dgm:resizeHandles val="exact"/>
        </dgm:presLayoutVars>
      </dgm:prSet>
      <dgm:spPr/>
    </dgm:pt>
    <dgm:pt modelId="{ED7ECC11-AF4C-412F-B379-B06A14E990CC}" type="pres">
      <dgm:prSet presAssocID="{9324C6B0-3EC9-4900-A783-1E6B57853D84}" presName="triangle1" presStyleLbl="node1" presStyleIdx="0" presStyleCnt="4">
        <dgm:presLayoutVars>
          <dgm:bulletEnabled val="1"/>
        </dgm:presLayoutVars>
      </dgm:prSet>
      <dgm:spPr/>
    </dgm:pt>
    <dgm:pt modelId="{3A58E728-4BCE-4251-B012-B678BAF3C9D5}" type="pres">
      <dgm:prSet presAssocID="{9324C6B0-3EC9-4900-A783-1E6B57853D84}" presName="triangle2" presStyleLbl="node1" presStyleIdx="1" presStyleCnt="4">
        <dgm:presLayoutVars>
          <dgm:bulletEnabled val="1"/>
        </dgm:presLayoutVars>
      </dgm:prSet>
      <dgm:spPr/>
    </dgm:pt>
    <dgm:pt modelId="{D98F3B9A-C4E5-4C37-A25F-E6ACF13B1EDE}" type="pres">
      <dgm:prSet presAssocID="{9324C6B0-3EC9-4900-A783-1E6B57853D84}" presName="triangle3" presStyleLbl="node1" presStyleIdx="2" presStyleCnt="4">
        <dgm:presLayoutVars>
          <dgm:bulletEnabled val="1"/>
        </dgm:presLayoutVars>
      </dgm:prSet>
      <dgm:spPr/>
    </dgm:pt>
    <dgm:pt modelId="{09A939CC-FC5D-49C5-9600-13B8C969552E}" type="pres">
      <dgm:prSet presAssocID="{9324C6B0-3EC9-4900-A783-1E6B57853D84}" presName="triangle4" presStyleLbl="node1" presStyleIdx="3" presStyleCnt="4">
        <dgm:presLayoutVars>
          <dgm:bulletEnabled val="1"/>
        </dgm:presLayoutVars>
      </dgm:prSet>
      <dgm:spPr/>
    </dgm:pt>
  </dgm:ptLst>
  <dgm:cxnLst>
    <dgm:cxn modelId="{5304E643-2259-4E79-83FC-1283559D61C7}" srcId="{9324C6B0-3EC9-4900-A783-1E6B57853D84}" destId="{B4D47013-866E-445A-8500-6FA2C65F3A24}" srcOrd="0" destOrd="0" parTransId="{73C1FDFD-C2AD-489E-AC0A-75B372E92823}" sibTransId="{7FEF5303-1016-43C0-98B1-A4A818C9405A}"/>
    <dgm:cxn modelId="{71434579-1A0F-466D-8871-F438313D2392}" srcId="{9324C6B0-3EC9-4900-A783-1E6B57853D84}" destId="{35856744-F43D-4B0D-A165-9B41DC0C1F88}" srcOrd="3" destOrd="0" parTransId="{7950C42F-C843-4C53-80C8-965CD2BB789E}" sibTransId="{B7D1283E-2078-46C4-BAC3-C6F9261F9970}"/>
    <dgm:cxn modelId="{8619D0BE-763D-451F-80C8-E10C60EAF3D4}" type="presOf" srcId="{9165ACF1-4E2F-445C-AA3F-AFA12FBA2DF3}" destId="{3A58E728-4BCE-4251-B012-B678BAF3C9D5}" srcOrd="0" destOrd="0" presId="urn:microsoft.com/office/officeart/2005/8/layout/pyramid4"/>
    <dgm:cxn modelId="{B8A40CC9-83E5-40BE-9BD5-8947C8EAEA65}" type="presOf" srcId="{0CAF7EA4-AE74-4D53-9EE7-07CAF5BC7D95}" destId="{D98F3B9A-C4E5-4C37-A25F-E6ACF13B1EDE}" srcOrd="0" destOrd="0" presId="urn:microsoft.com/office/officeart/2005/8/layout/pyramid4"/>
    <dgm:cxn modelId="{A8F757D1-5FC3-44F2-A295-79C366126B82}" type="presOf" srcId="{B4D47013-866E-445A-8500-6FA2C65F3A24}" destId="{ED7ECC11-AF4C-412F-B379-B06A14E990CC}" srcOrd="0" destOrd="0" presId="urn:microsoft.com/office/officeart/2005/8/layout/pyramid4"/>
    <dgm:cxn modelId="{0F5032E8-A30F-4B9E-B2E3-CE8D52DE0B1C}" srcId="{9324C6B0-3EC9-4900-A783-1E6B57853D84}" destId="{9165ACF1-4E2F-445C-AA3F-AFA12FBA2DF3}" srcOrd="1" destOrd="0" parTransId="{62739A47-556A-4000-8DB4-85348E27F282}" sibTransId="{D132BD88-4ACC-4159-8990-61E0ECD1E2F6}"/>
    <dgm:cxn modelId="{EBDE8AF1-1901-470E-B14D-BF556AC075F4}" type="presOf" srcId="{9324C6B0-3EC9-4900-A783-1E6B57853D84}" destId="{BD5341F7-F563-4270-9F8D-ED34D1FAE22D}" srcOrd="0" destOrd="0" presId="urn:microsoft.com/office/officeart/2005/8/layout/pyramid4"/>
    <dgm:cxn modelId="{361DC2F2-DDF1-482A-8F62-6FABAFEBB901}" type="presOf" srcId="{35856744-F43D-4B0D-A165-9B41DC0C1F88}" destId="{09A939CC-FC5D-49C5-9600-13B8C969552E}" srcOrd="0" destOrd="0" presId="urn:microsoft.com/office/officeart/2005/8/layout/pyramid4"/>
    <dgm:cxn modelId="{4E2692FF-C33E-41D7-959B-6A98FD408B7B}" srcId="{9324C6B0-3EC9-4900-A783-1E6B57853D84}" destId="{0CAF7EA4-AE74-4D53-9EE7-07CAF5BC7D95}" srcOrd="2" destOrd="0" parTransId="{776E1950-2073-4A39-8E1C-9BE83E161E23}" sibTransId="{21DE5B0B-AE8D-45EF-A6AA-03F86B3467E6}"/>
    <dgm:cxn modelId="{19D26412-83A5-4F9D-8D6F-1FE8870AE60B}" type="presParOf" srcId="{BD5341F7-F563-4270-9F8D-ED34D1FAE22D}" destId="{ED7ECC11-AF4C-412F-B379-B06A14E990CC}" srcOrd="0" destOrd="0" presId="urn:microsoft.com/office/officeart/2005/8/layout/pyramid4"/>
    <dgm:cxn modelId="{747E7B0A-7F5C-496D-A3AA-00997F45B42D}" type="presParOf" srcId="{BD5341F7-F563-4270-9F8D-ED34D1FAE22D}" destId="{3A58E728-4BCE-4251-B012-B678BAF3C9D5}" srcOrd="1" destOrd="0" presId="urn:microsoft.com/office/officeart/2005/8/layout/pyramid4"/>
    <dgm:cxn modelId="{49D90848-53A3-431C-9DAF-8939E1C82D60}" type="presParOf" srcId="{BD5341F7-F563-4270-9F8D-ED34D1FAE22D}" destId="{D98F3B9A-C4E5-4C37-A25F-E6ACF13B1EDE}" srcOrd="2" destOrd="0" presId="urn:microsoft.com/office/officeart/2005/8/layout/pyramid4"/>
    <dgm:cxn modelId="{673808F3-6162-4A68-AC63-5DBD74802350}" type="presParOf" srcId="{BD5341F7-F563-4270-9F8D-ED34D1FAE22D}" destId="{09A939CC-FC5D-49C5-9600-13B8C969552E}" srcOrd="3" destOrd="0" presId="urn:microsoft.com/office/officeart/2005/8/layout/pyramid4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7ECC11-AF4C-412F-B379-B06A14E990CC}">
      <dsp:nvSpPr>
        <dsp:cNvPr id="0" name=""/>
        <dsp:cNvSpPr/>
      </dsp:nvSpPr>
      <dsp:spPr>
        <a:xfrm>
          <a:off x="2709333" y="0"/>
          <a:ext cx="2709333" cy="2709333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de-DE" sz="1200" kern="1200">
              <a:latin typeface="Arial" panose="020B0604020202020204" pitchFamily="34" charset="0"/>
              <a:cs typeface="Arial" panose="020B0604020202020204" pitchFamily="34" charset="0"/>
            </a:rPr>
          </a:br>
          <a:endParaRPr lang="de-DE" sz="1200" kern="120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>
              <a:latin typeface="Arial" panose="020B0604020202020204" pitchFamily="34" charset="0"/>
              <a:cs typeface="Arial" panose="020B0604020202020204" pitchFamily="34" charset="0"/>
            </a:rPr>
            <a:t>Android &amp; iOS</a:t>
          </a:r>
          <a:br>
            <a:rPr lang="de-DE" sz="1200" kern="1200"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de-DE" sz="1200" kern="1200" err="1">
              <a:latin typeface="Arial" panose="020B0604020202020204" pitchFamily="34" charset="0"/>
              <a:cs typeface="Arial" panose="020B0604020202020204" pitchFamily="34" charset="0"/>
            </a:rPr>
            <a:t>Loyalty</a:t>
          </a:r>
          <a:r>
            <a:rPr lang="de-DE" sz="1200" kern="1200">
              <a:latin typeface="Arial" panose="020B0604020202020204" pitchFamily="34" charset="0"/>
              <a:cs typeface="Arial" panose="020B0604020202020204" pitchFamily="34" charset="0"/>
            </a:rPr>
            <a:t> App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12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386666" y="1354667"/>
        <a:ext cx="1354667" cy="1354666"/>
      </dsp:txXfrm>
    </dsp:sp>
    <dsp:sp modelId="{3A58E728-4BCE-4251-B012-B678BAF3C9D5}">
      <dsp:nvSpPr>
        <dsp:cNvPr id="0" name=""/>
        <dsp:cNvSpPr/>
      </dsp:nvSpPr>
      <dsp:spPr>
        <a:xfrm>
          <a:off x="1354666" y="2709333"/>
          <a:ext cx="2709333" cy="2709333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de-DE" sz="1200" kern="1200"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de-DE" sz="1200" kern="1200">
              <a:latin typeface="Arial" panose="020B0604020202020204" pitchFamily="34" charset="0"/>
              <a:cs typeface="Arial" panose="020B0604020202020204" pitchFamily="34" charset="0"/>
            </a:rPr>
            <a:t>Self Service</a:t>
          </a:r>
        </a:p>
      </dsp:txBody>
      <dsp:txXfrm>
        <a:off x="2031999" y="4064000"/>
        <a:ext cx="1354667" cy="1354666"/>
      </dsp:txXfrm>
    </dsp:sp>
    <dsp:sp modelId="{D98F3B9A-C4E5-4C37-A25F-E6ACF13B1EDE}">
      <dsp:nvSpPr>
        <dsp:cNvPr id="0" name=""/>
        <dsp:cNvSpPr/>
      </dsp:nvSpPr>
      <dsp:spPr>
        <a:xfrm rot="10800000">
          <a:off x="2709333" y="2709333"/>
          <a:ext cx="2709333" cy="2709333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 err="1">
              <a:latin typeface="Arial" panose="020B0604020202020204" pitchFamily="34" charset="0"/>
              <a:cs typeface="Arial" panose="020B0604020202020204" pitchFamily="34" charset="0"/>
            </a:rPr>
            <a:t>Loyalty</a:t>
          </a:r>
          <a:r>
            <a:rPr lang="de-DE" sz="1200" kern="1200">
              <a:latin typeface="Arial" panose="020B0604020202020204" pitchFamily="34" charset="0"/>
              <a:cs typeface="Arial" panose="020B0604020202020204" pitchFamily="34" charset="0"/>
            </a:rPr>
            <a:t> SaaS Plattform</a:t>
          </a:r>
        </a:p>
      </dsp:txBody>
      <dsp:txXfrm rot="10800000">
        <a:off x="3386666" y="2709333"/>
        <a:ext cx="1354667" cy="1354666"/>
      </dsp:txXfrm>
    </dsp:sp>
    <dsp:sp modelId="{09A939CC-FC5D-49C5-9600-13B8C969552E}">
      <dsp:nvSpPr>
        <dsp:cNvPr id="0" name=""/>
        <dsp:cNvSpPr/>
      </dsp:nvSpPr>
      <dsp:spPr>
        <a:xfrm>
          <a:off x="4064000" y="2709333"/>
          <a:ext cx="2709333" cy="2709333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>
              <a:latin typeface="Arial" panose="020B0604020202020204" pitchFamily="34" charset="0"/>
              <a:cs typeface="Arial" panose="020B0604020202020204" pitchFamily="34" charset="0"/>
            </a:rPr>
            <a:t>Data Warehouse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200" kern="1200">
              <a:latin typeface="Arial" panose="020B0604020202020204" pitchFamily="34" charset="0"/>
              <a:cs typeface="Arial" panose="020B0604020202020204" pitchFamily="34" charset="0"/>
            </a:rPr>
            <a:t>WebHooks</a:t>
          </a:r>
        </a:p>
      </dsp:txBody>
      <dsp:txXfrm>
        <a:off x="4741333" y="4064000"/>
        <a:ext cx="1354667" cy="13546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4">
  <dgm:title val=""/>
  <dgm:desc val=""/>
  <dgm:catLst>
    <dgm:cat type="pyramid" pri="4000"/>
    <dgm:cat type="relationship" pri="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varLst>
      <dgm:chMax val="9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4">
        <dgm:choose name="Name2">
          <dgm:if name="Name3" axis="ch" ptType="node" func="cnt" op="equ" val="1">
            <dgm:constrLst>
              <dgm:constr type="primFontSz" for="ch" ptType="node" op="equ" val="65"/>
              <dgm:constr type="t" for="ch" forName="triangle1"/>
              <dgm:constr type="l" for="ch" forName="triangle1"/>
              <dgm:constr type="h" for="ch" forName="triangle1" refType="h"/>
              <dgm:constr type="w" for="ch" forName="triangle1" refType="h"/>
            </dgm:constrLst>
          </dgm:if>
          <dgm:else name="Name4">
            <dgm:constrLst>
              <dgm:constr type="primFontSz" for="ch" ptType="node" op="equ" val="65"/>
              <dgm:constr type="t" for="ch" forName="triangle1"/>
              <dgm:constr type="l" for="ch" forName="triangle1" refType="h" fact="0.25"/>
              <dgm:constr type="h" for="ch" forName="triangle1" refType="h" fact="0.5"/>
              <dgm:constr type="w" for="ch" forName="triangle1" refType="h" fact="0.5"/>
              <dgm:constr type="t" for="ch" forName="triangle2" refType="h" fact="0.5"/>
              <dgm:constr type="l" for="ch" forName="triangle2"/>
              <dgm:constr type="h" for="ch" forName="triangle2" refType="h" fact="0.5"/>
              <dgm:constr type="w" for="ch" forName="triangle2" refType="h" fact="0.5"/>
              <dgm:constr type="t" for="ch" forName="triangle3" refType="h" fact="0.5"/>
              <dgm:constr type="l" for="ch" forName="triangle3" refType="h" fact="0.25"/>
              <dgm:constr type="h" for="ch" forName="triangle3" refType="h" fact="0.5"/>
              <dgm:constr type="w" for="ch" forName="triangle3" refType="h" fact="0.5"/>
              <dgm:constr type="t" for="ch" forName="triangle4" refType="h" fact="0.5"/>
              <dgm:constr type="l" for="ch" forName="triangle4" refType="h" fact="0.5"/>
              <dgm:constr type="h" for="ch" forName="triangle4" refType="h" fact="0.5"/>
              <dgm:constr type="w" for="ch" forName="triangle4" refType="h" fact="0.5"/>
            </dgm:constrLst>
          </dgm:else>
        </dgm:choose>
      </dgm:if>
      <dgm:else name="Name5">
        <dgm:constrLst>
          <dgm:constr type="primFontSz" for="ch" ptType="node" op="equ" val="65"/>
          <dgm:constr type="t" for="ch" forName="triangle1"/>
          <dgm:constr type="l" for="ch" forName="triangle1" refType="h" fact="0.33"/>
          <dgm:constr type="h" for="ch" forName="triangle1" refType="h" fact="0.33"/>
          <dgm:constr type="w" for="ch" forName="triangle1" refType="h" fact="0.33"/>
          <dgm:constr type="t" for="ch" forName="triangle2" refType="h" fact="0.33"/>
          <dgm:constr type="l" for="ch" forName="triangle2" refType="h" fact="0.165"/>
          <dgm:constr type="h" for="ch" forName="triangle2" refType="h" fact="0.33"/>
          <dgm:constr type="w" for="ch" forName="triangle2" refType="h" fact="0.33"/>
          <dgm:constr type="t" for="ch" forName="triangle3" refType="h" fact="0.33"/>
          <dgm:constr type="l" for="ch" forName="triangle3" refType="h" fact="0.33"/>
          <dgm:constr type="h" for="ch" forName="triangle3" refType="h" fact="0.33"/>
          <dgm:constr type="w" for="ch" forName="triangle3" refType="h" fact="0.33"/>
          <dgm:constr type="t" for="ch" forName="triangle4" refType="h" fact="0.33"/>
          <dgm:constr type="l" for="ch" forName="triangle4" refType="h" fact="0.495"/>
          <dgm:constr type="h" for="ch" forName="triangle4" refType="h" fact="0.33"/>
          <dgm:constr type="w" for="ch" forName="triangle4" refType="h" fact="0.33"/>
          <dgm:constr type="t" for="ch" forName="triangle5" refType="h" fact="0.66"/>
          <dgm:constr type="l" for="ch" forName="triangle5"/>
          <dgm:constr type="h" for="ch" forName="triangle5" refType="h" fact="0.33"/>
          <dgm:constr type="w" for="ch" forName="triangle5" refType="h" fact="0.33"/>
          <dgm:constr type="t" for="ch" forName="triangle6" refType="h" fact="0.66"/>
          <dgm:constr type="l" for="ch" forName="triangle6" refType="h" fact="0.165"/>
          <dgm:constr type="h" for="ch" forName="triangle6" refType="h" fact="0.33"/>
          <dgm:constr type="w" for="ch" forName="triangle6" refType="h" fact="0.33"/>
          <dgm:constr type="t" for="ch" forName="triangle7" refType="h" fact="0.66"/>
          <dgm:constr type="l" for="ch" forName="triangle7" refType="h" fact="0.33"/>
          <dgm:constr type="h" for="ch" forName="triangle7" refType="h" fact="0.33"/>
          <dgm:constr type="w" for="ch" forName="triangle7" refType="h" fact="0.33"/>
          <dgm:constr type="t" for="ch" forName="triangle8" refType="h" fact="0.66"/>
          <dgm:constr type="l" for="ch" forName="triangle8" refType="h" fact="0.495"/>
          <dgm:constr type="h" for="ch" forName="triangle8" refType="h" fact="0.33"/>
          <dgm:constr type="w" for="ch" forName="triangle8" refType="h" fact="0.33"/>
          <dgm:constr type="t" for="ch" forName="triangle9" refType="h" fact="0.66"/>
          <dgm:constr type="l" for="ch" forName="triangle9" refType="h" fact="0.66"/>
          <dgm:constr type="h" for="ch" forName="triangle9" refType="h" fact="0.33"/>
          <dgm:constr type="w" for="ch" forName="triangle9" refType="h" fact="0.33"/>
        </dgm:constrLst>
      </dgm:else>
    </dgm:choose>
    <dgm:ruleLst/>
    <dgm:choose name="Name6">
      <dgm:if name="Name7" axis="ch" ptType="node" func="cnt" op="gte" val="1">
        <dgm:layoutNode name="triangle1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8"/>
    </dgm:choose>
    <dgm:choose name="Name9">
      <dgm:if name="Name10" axis="ch" ptType="node" func="cnt" op="gte" val="2">
        <dgm:layoutNode name="triangle2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11">
            <dgm:if name="Name12" func="var" arg="dir" op="equ" val="norm">
              <dgm:presOf axis="ch desOrSelf" ptType="node node" st="2 1" cnt="1 0"/>
            </dgm:if>
            <dgm:else name="Name13">
              <dgm:presOf axis="ch desOrSelf" ptType="node node" st="4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3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4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14">
            <dgm:if name="Name15" func="var" arg="dir" op="equ" val="norm">
              <dgm:presOf axis="ch desOrSelf" ptType="node node" st="4 1" cnt="1 0"/>
            </dgm:if>
            <dgm:else name="Name16">
              <dgm:presOf axis="ch desOrSelf" ptType="node node" st="2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17"/>
    </dgm:choose>
    <dgm:choose name="Name18">
      <dgm:if name="Name19" axis="ch" ptType="node" func="cnt" op="gte" val="5">
        <dgm:layoutNode name="triangle5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20">
            <dgm:if name="Name21" func="var" arg="dir" op="equ" val="norm">
              <dgm:presOf axis="ch desOrSelf" ptType="node node" st="5 1" cnt="1 0"/>
            </dgm:if>
            <dgm:else name="Name22">
              <dgm:presOf axis="ch desOrSelf" ptType="node node" st="9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6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choose name="Name23">
            <dgm:if name="Name24" func="var" arg="dir" op="equ" val="norm">
              <dgm:presOf axis="ch desOrSelf" ptType="node node" st="6 1" cnt="1 0"/>
            </dgm:if>
            <dgm:else name="Name25">
              <dgm:presOf axis="ch desOrSelf" ptType="node node" st="8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7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presOf axis="ch desOrSelf" ptType="node node" st="7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8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choose name="Name26">
            <dgm:if name="Name27" func="var" arg="dir" op="equ" val="norm">
              <dgm:presOf axis="ch desOrSelf" ptType="node node" st="8 1" cnt="1 0"/>
            </dgm:if>
            <dgm:else name="Name28">
              <dgm:presOf axis="ch desOrSelf" ptType="node node" st="6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9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29">
            <dgm:if name="Name30" func="var" arg="dir" op="equ" val="norm">
              <dgm:presOf axis="ch desOrSelf" ptType="node node" st="9 1" cnt="1 0"/>
            </dgm:if>
            <dgm:else name="Name31">
              <dgm:presOf axis="ch desOrSelf" ptType="node node" st="5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2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42AC7E9-8DE7-47E2-934C-733D98D32D9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16B744-3AA4-46A0-A3F8-299E246C00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D7A9C5-9FFB-4445-A70E-DC844280A383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FFC157-4184-4E4F-8A7B-AAF6D11AB65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229E0A-F630-44DF-B203-B7AC596BB1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279DDE-B046-4F29-B780-182108757623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19400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7FE343-2BD0-4427-A769-6392C91D5BEE}" type="datetimeFigureOut">
              <a:rPr lang="de-DE" smtClean="0"/>
              <a:t>05.03.26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23B15D-D541-4D70-ABBD-F6494E8F533E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2069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23B15D-D541-4D70-ABBD-F6494E8F533E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2872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Drive User </a:t>
            </a:r>
            <a:r>
              <a:rPr lang="de-DE" err="1"/>
              <a:t>onboarding</a:t>
            </a:r>
            <a:r>
              <a:rPr lang="de-DE"/>
              <a:t> – Nutzer zur Teilnahme motivieren</a:t>
            </a:r>
          </a:p>
          <a:p>
            <a:r>
              <a:rPr lang="de-DE" err="1"/>
              <a:t>Direct</a:t>
            </a:r>
            <a:r>
              <a:rPr lang="de-DE"/>
              <a:t> </a:t>
            </a:r>
            <a:r>
              <a:rPr lang="de-DE" err="1"/>
              <a:t>buying</a:t>
            </a:r>
            <a:r>
              <a:rPr lang="de-DE"/>
              <a:t> </a:t>
            </a:r>
            <a:r>
              <a:rPr lang="de-DE" err="1"/>
              <a:t>behaviour</a:t>
            </a:r>
            <a:r>
              <a:rPr lang="de-DE"/>
              <a:t> – Kaufverhalten steuern</a:t>
            </a:r>
          </a:p>
          <a:p>
            <a:r>
              <a:rPr lang="de-DE" err="1"/>
              <a:t>Increase</a:t>
            </a:r>
            <a:r>
              <a:rPr lang="de-DE"/>
              <a:t> </a:t>
            </a:r>
            <a:r>
              <a:rPr lang="de-DE" err="1"/>
              <a:t>shopping</a:t>
            </a:r>
            <a:r>
              <a:rPr lang="de-DE"/>
              <a:t> </a:t>
            </a:r>
            <a:r>
              <a:rPr lang="de-DE" err="1"/>
              <a:t>frequency</a:t>
            </a:r>
            <a:r>
              <a:rPr lang="de-DE"/>
              <a:t> – </a:t>
            </a:r>
          </a:p>
          <a:p>
            <a:r>
              <a:rPr lang="de-DE" err="1"/>
              <a:t>Increase</a:t>
            </a:r>
            <a:r>
              <a:rPr lang="de-DE"/>
              <a:t> </a:t>
            </a:r>
            <a:r>
              <a:rPr lang="de-DE" err="1"/>
              <a:t>share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wallet </a:t>
            </a:r>
            <a:r>
              <a:rPr lang="de-DE" err="1"/>
              <a:t>by</a:t>
            </a:r>
            <a:r>
              <a:rPr lang="de-DE"/>
              <a:t> </a:t>
            </a:r>
            <a:r>
              <a:rPr lang="de-DE" err="1"/>
              <a:t>up</a:t>
            </a:r>
            <a:r>
              <a:rPr lang="de-DE"/>
              <a:t>- and </a:t>
            </a:r>
            <a:r>
              <a:rPr lang="de-DE" err="1"/>
              <a:t>crosselling</a:t>
            </a:r>
            <a:r>
              <a:rPr lang="de-DE"/>
              <a:t> - </a:t>
            </a:r>
          </a:p>
          <a:p>
            <a:endParaRPr lang="de-DE"/>
          </a:p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23B15D-D541-4D70-ABBD-F6494E8F533E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39413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407E6-2EA5-7CE0-8E3D-6DE799F84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71DDC89-AB9C-01E4-9845-ECB4919B13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654F586-05D8-A80A-16EB-601CE5DC6C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Überblick was bietet Convercus alles an und Begriffserklärung</a:t>
            </a:r>
          </a:p>
          <a:p>
            <a:r>
              <a:rPr lang="de-DE"/>
              <a:t>Sitzen auf der anderen Seite immer </a:t>
            </a:r>
            <a:r>
              <a:rPr lang="de-DE" err="1"/>
              <a:t>Loyalty</a:t>
            </a:r>
            <a:r>
              <a:rPr lang="de-DE"/>
              <a:t> Experten??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376A002-39C1-D4CB-D4BA-444395BB11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23B15D-D541-4D70-ABBD-F6494E8F533E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82069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23B15D-D541-4D70-ABBD-F6494E8F533E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30762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23B15D-D541-4D70-ABBD-F6494E8F533E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02561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7ED86-9F99-53E3-E852-7F5F514C3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F9BE318-DB6B-F182-4DED-860B73C384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C336B9F-8660-2BB5-0DC4-3DEFB5F7DD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FF15EBC-3B7A-1B3D-0D63-888A38F195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23B15D-D541-4D70-ABBD-F6494E8F533E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64209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628DB-3BC5-B06B-84B0-68C354A8C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9C46300-97F5-FD5B-1CC0-5B29311AAF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4A8E91F-B25B-964A-74BE-F6CC315EC2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err="1"/>
              <a:t>Convercus</a:t>
            </a:r>
            <a:r>
              <a:rPr lang="en-GB"/>
              <a:t> </a:t>
            </a:r>
            <a:r>
              <a:rPr lang="en-GB" err="1"/>
              <a:t>schafft</a:t>
            </a:r>
            <a:r>
              <a:rPr lang="en-GB"/>
              <a:t> es </a:t>
            </a:r>
            <a:r>
              <a:rPr lang="en-GB" err="1"/>
              <a:t>extrem</a:t>
            </a:r>
            <a:r>
              <a:rPr lang="en-GB"/>
              <a:t> schnell und </a:t>
            </a:r>
            <a:r>
              <a:rPr lang="en-GB" err="1"/>
              <a:t>einfach</a:t>
            </a:r>
            <a:r>
              <a:rPr lang="en-GB"/>
              <a:t> </a:t>
            </a:r>
            <a:r>
              <a:rPr lang="en-GB" err="1"/>
              <a:t>Kassen</a:t>
            </a:r>
            <a:r>
              <a:rPr lang="en-GB"/>
              <a:t> </a:t>
            </a:r>
            <a:r>
              <a:rPr lang="en-GB" err="1"/>
              <a:t>connecten</a:t>
            </a:r>
            <a:endParaRPr lang="en-GB"/>
          </a:p>
          <a:p>
            <a:r>
              <a:rPr lang="en-GB" err="1"/>
              <a:t>Kennt</a:t>
            </a:r>
            <a:r>
              <a:rPr lang="en-GB"/>
              <a:t> alle major Marketing System</a:t>
            </a:r>
          </a:p>
          <a:p>
            <a:r>
              <a:rPr lang="en-GB" err="1"/>
              <a:t>Kann</a:t>
            </a:r>
            <a:r>
              <a:rPr lang="en-GB"/>
              <a:t> </a:t>
            </a:r>
            <a:r>
              <a:rPr lang="en-GB" err="1"/>
              <a:t>große</a:t>
            </a:r>
            <a:r>
              <a:rPr lang="en-GB"/>
              <a:t> Apps performant</a:t>
            </a:r>
          </a:p>
          <a:p>
            <a:r>
              <a:rPr lang="en-GB"/>
              <a:t>Alle </a:t>
            </a:r>
            <a:r>
              <a:rPr lang="en-GB" err="1"/>
              <a:t>sehr</a:t>
            </a:r>
            <a:r>
              <a:rPr lang="en-GB"/>
              <a:t> </a:t>
            </a:r>
            <a:r>
              <a:rPr lang="en-GB" err="1"/>
              <a:t>einfach</a:t>
            </a:r>
            <a:r>
              <a:rPr lang="en-GB"/>
              <a:t> </a:t>
            </a:r>
            <a:r>
              <a:rPr lang="en-GB" err="1"/>
              <a:t>durch</a:t>
            </a:r>
            <a:r>
              <a:rPr lang="en-GB"/>
              <a:t> </a:t>
            </a:r>
            <a:r>
              <a:rPr lang="en-GB" err="1"/>
              <a:t>einen</a:t>
            </a:r>
            <a:r>
              <a:rPr lang="en-GB"/>
              <a:t> </a:t>
            </a:r>
            <a:r>
              <a:rPr lang="en-GB" err="1"/>
              <a:t>Makreting</a:t>
            </a:r>
            <a:r>
              <a:rPr lang="en-GB"/>
              <a:t> </a:t>
            </a:r>
            <a:r>
              <a:rPr lang="en-GB" err="1"/>
              <a:t>anwendbar</a:t>
            </a:r>
            <a:r>
              <a:rPr lang="en-GB"/>
              <a:t> </a:t>
            </a:r>
            <a:r>
              <a:rPr lang="en-GB" err="1"/>
              <a:t>steuerbar</a:t>
            </a:r>
            <a:r>
              <a:rPr lang="en-GB"/>
              <a:t>, No Code customizing</a:t>
            </a:r>
          </a:p>
          <a:p>
            <a:r>
              <a:rPr lang="en-GB" err="1"/>
              <a:t>Kanal</a:t>
            </a:r>
            <a:r>
              <a:rPr lang="en-GB"/>
              <a:t> |</a:t>
            </a:r>
            <a:r>
              <a:rPr lang="en-GB" err="1"/>
              <a:t>große</a:t>
            </a:r>
            <a:r>
              <a:rPr lang="en-GB"/>
              <a:t> </a:t>
            </a:r>
            <a:r>
              <a:rPr lang="en-GB" err="1"/>
              <a:t>Reichweiten</a:t>
            </a:r>
            <a:r>
              <a:rPr lang="en-GB"/>
              <a:t> </a:t>
            </a:r>
            <a:r>
              <a:rPr lang="en-GB" err="1"/>
              <a:t>operativ</a:t>
            </a:r>
            <a:r>
              <a:rPr lang="en-GB"/>
              <a:t> </a:t>
            </a:r>
            <a:r>
              <a:rPr lang="en-GB" err="1"/>
              <a:t>mit</a:t>
            </a:r>
            <a:r>
              <a:rPr lang="en-GB"/>
              <a:t> der </a:t>
            </a:r>
            <a:r>
              <a:rPr lang="en-GB" err="1"/>
              <a:t>Lösung</a:t>
            </a:r>
            <a:r>
              <a:rPr lang="en-GB"/>
              <a:t>, </a:t>
            </a:r>
            <a:r>
              <a:rPr lang="en-GB" err="1"/>
              <a:t>ausgelegt</a:t>
            </a:r>
            <a:r>
              <a:rPr lang="en-GB"/>
              <a:t> für </a:t>
            </a:r>
            <a:r>
              <a:rPr lang="en-GB" err="1"/>
              <a:t>mehrere</a:t>
            </a:r>
            <a:r>
              <a:rPr lang="en-GB"/>
              <a:t> </a:t>
            </a:r>
            <a:r>
              <a:rPr lang="en-GB" err="1"/>
              <a:t>hundert</a:t>
            </a:r>
            <a:r>
              <a:rPr lang="en-GB"/>
              <a:t> </a:t>
            </a:r>
            <a:r>
              <a:rPr lang="en-GB" err="1"/>
              <a:t>Millionen</a:t>
            </a:r>
            <a:r>
              <a:rPr lang="en-GB"/>
              <a:t> pushes </a:t>
            </a:r>
            <a:r>
              <a:rPr lang="en-GB" err="1"/>
              <a:t>im</a:t>
            </a:r>
            <a:r>
              <a:rPr lang="en-GB"/>
              <a:t> </a:t>
            </a:r>
            <a:r>
              <a:rPr lang="en-GB" err="1"/>
              <a:t>Jahr</a:t>
            </a:r>
            <a:r>
              <a:rPr lang="en-GB"/>
              <a:t> – native eCommerce Integration – Designed für </a:t>
            </a:r>
            <a:r>
              <a:rPr lang="en-GB" err="1"/>
              <a:t>exzellente</a:t>
            </a:r>
            <a:r>
              <a:rPr lang="en-GB"/>
              <a:t> customer experience 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9E15982-2559-2C9C-9DEA-F972A9A537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23B15D-D541-4D70-ABBD-F6494E8F533E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77079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ad5eba4dfe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ad5eba4dfe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rgbClr val="231F20"/>
                </a:solidFill>
              </a:rPr>
              <a:t>// Hierbei geht es nicht darum, eure Konkurrenten bei Irrweg / Hürde / Feindbild aufzuführen, sondern die dahinterstehenden Prinzipien/ Verhaltensweisen der Konkurrenten aufzugreifen und daran euren Ansatz als </a:t>
            </a:r>
            <a:r>
              <a:rPr lang="de" err="1">
                <a:solidFill>
                  <a:srgbClr val="231F20"/>
                </a:solidFill>
              </a:rPr>
              <a:t>Better</a:t>
            </a:r>
            <a:r>
              <a:rPr lang="de">
                <a:solidFill>
                  <a:srgbClr val="231F20"/>
                </a:solidFill>
              </a:rPr>
              <a:t> Option zu verdeutlichen.</a:t>
            </a:r>
            <a:endParaRPr>
              <a:solidFill>
                <a:srgbClr val="231F2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rgbClr val="231F20"/>
                </a:solidFill>
              </a:rPr>
              <a:t>// Wenn du mehrere Irrwege / Hürden / Feindbilder hast, kann eine Zuordnung / Klassifizierung hilfreich sein</a:t>
            </a:r>
            <a:endParaRPr>
              <a:solidFill>
                <a:srgbClr val="231F2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rgbClr val="3F3F3F"/>
                </a:solidFill>
              </a:rPr>
              <a:t>//</a:t>
            </a:r>
            <a:r>
              <a:rPr lang="de" i="1">
                <a:solidFill>
                  <a:srgbClr val="3F3F3F"/>
                </a:solidFill>
              </a:rPr>
              <a:t> </a:t>
            </a:r>
            <a:r>
              <a:rPr lang="de">
                <a:solidFill>
                  <a:schemeClr val="dk1"/>
                </a:solidFill>
              </a:rPr>
              <a:t>Stellt dar wie ihr euch abgrenzt, bevor ihr ins Produkt / die Customer Journey reingeht</a:t>
            </a:r>
            <a:br>
              <a:rPr lang="de">
                <a:solidFill>
                  <a:srgbClr val="231F20"/>
                </a:solidFill>
              </a:rPr>
            </a:br>
            <a:r>
              <a:rPr lang="de">
                <a:solidFill>
                  <a:srgbClr val="231F20"/>
                </a:solidFill>
              </a:rPr>
              <a:t>// Beim Sprachgebrauch darauf achten im Präsens &amp; nicht im Konjunktiv zu besprechen, bspw. müssen nicht müssten verwenden (Klarheit)</a:t>
            </a:r>
            <a:endParaRPr>
              <a:solidFill>
                <a:srgbClr val="231F20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u="sng" err="1">
                <a:solidFill>
                  <a:srgbClr val="231F20"/>
                </a:solidFill>
              </a:rPr>
              <a:t>Reminder</a:t>
            </a:r>
            <a:r>
              <a:rPr lang="de" u="sng">
                <a:solidFill>
                  <a:srgbClr val="231F20"/>
                </a:solidFill>
              </a:rPr>
              <a:t>: Verbindung zum Positionierungsboard // Storytelling:</a:t>
            </a:r>
            <a:endParaRPr u="sng">
              <a:solidFill>
                <a:srgbClr val="231F2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rgbClr val="231F20"/>
                </a:solidFill>
              </a:rPr>
              <a:t>“So, wie du bisher vorgegangen bist, wird es nicht funktionieren.” ggf. “Es ist auch gar nicht deine Schuld, weil …”</a:t>
            </a:r>
            <a:endParaRPr>
              <a:solidFill>
                <a:srgbClr val="231F2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rgbClr val="231F20"/>
                </a:solidFill>
              </a:rPr>
              <a:t>“Und, wie lief das so?” //  “Was hat es dir bisher gebracht? //  “Bist du zufrieden mit dem, wie es läuft?”</a:t>
            </a:r>
            <a:endParaRPr>
              <a:solidFill>
                <a:srgbClr val="231F2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rgbClr val="231F20"/>
                </a:solidFill>
              </a:rPr>
              <a:t>Scheitern mit der bisherigen Herangehensweise: “Du musstest feststellen, </a:t>
            </a:r>
            <a:r>
              <a:rPr lang="de" err="1">
                <a:solidFill>
                  <a:srgbClr val="231F20"/>
                </a:solidFill>
              </a:rPr>
              <a:t>dass.</a:t>
            </a:r>
            <a:r>
              <a:rPr lang="de">
                <a:solidFill>
                  <a:srgbClr val="231F20"/>
                </a:solidFill>
              </a:rPr>
              <a:t>.” // “Du konntest erste Resultate erzielen, aber… [Enttäuschungen &amp; bisheriges Scheitern].”</a:t>
            </a:r>
            <a:endParaRPr>
              <a:solidFill>
                <a:srgbClr val="231F2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rgbClr val="231F2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>
                <a:solidFill>
                  <a:schemeClr val="dk1"/>
                </a:solidFill>
              </a:rPr>
              <a:t>Zuordnung zum Skript PoC: 5. Irrwege / Hürden / Feindbild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3 Action Title </a:t>
            </a:r>
            <a:r>
              <a:rPr lang="en-GB" err="1"/>
              <a:t>hinzufügen</a:t>
            </a:r>
            <a:r>
              <a:rPr lang="en-GB"/>
              <a:t>. Wie </a:t>
            </a:r>
            <a:r>
              <a:rPr lang="en-GB" err="1"/>
              <a:t>wichtig</a:t>
            </a:r>
            <a:r>
              <a:rPr lang="en-GB"/>
              <a:t> </a:t>
            </a:r>
            <a:r>
              <a:rPr lang="en-GB" err="1"/>
              <a:t>Kundenbindung</a:t>
            </a:r>
            <a:r>
              <a:rPr lang="en-GB"/>
              <a:t> und execution, </a:t>
            </a:r>
            <a:r>
              <a:rPr lang="en-GB" err="1"/>
              <a:t>aber</a:t>
            </a:r>
            <a:r>
              <a:rPr lang="en-GB"/>
              <a:t> die </a:t>
            </a:r>
            <a:r>
              <a:rPr lang="en-GB" err="1"/>
              <a:t>meiisten</a:t>
            </a:r>
            <a:r>
              <a:rPr lang="en-GB"/>
              <a:t> </a:t>
            </a:r>
            <a:r>
              <a:rPr lang="en-GB" err="1"/>
              <a:t>kriegen</a:t>
            </a:r>
            <a:r>
              <a:rPr lang="en-GB"/>
              <a:t> </a:t>
            </a:r>
            <a:r>
              <a:rPr lang="en-GB" err="1"/>
              <a:t>ist</a:t>
            </a:r>
            <a:r>
              <a:rPr lang="en-GB"/>
              <a:t> </a:t>
            </a:r>
            <a:r>
              <a:rPr lang="en-GB" err="1"/>
              <a:t>nicht</a:t>
            </a:r>
            <a:r>
              <a:rPr lang="en-GB"/>
              <a:t> </a:t>
            </a:r>
            <a:r>
              <a:rPr lang="en-GB" err="1"/>
              <a:t>organiserit</a:t>
            </a:r>
            <a:endParaRPr lang="en-GB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23B15D-D541-4D70-ABBD-F6494E8F533E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90751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3 Action Title </a:t>
            </a:r>
            <a:r>
              <a:rPr lang="en-GB" err="1"/>
              <a:t>hinzufügen</a:t>
            </a:r>
            <a:r>
              <a:rPr lang="en-GB"/>
              <a:t>. Wie </a:t>
            </a:r>
            <a:r>
              <a:rPr lang="en-GB" err="1"/>
              <a:t>wichtig</a:t>
            </a:r>
            <a:r>
              <a:rPr lang="en-GB"/>
              <a:t> </a:t>
            </a:r>
            <a:r>
              <a:rPr lang="en-GB" err="1"/>
              <a:t>Kundenbindung</a:t>
            </a:r>
            <a:r>
              <a:rPr lang="en-GB"/>
              <a:t> und execution, </a:t>
            </a:r>
            <a:r>
              <a:rPr lang="en-GB" err="1"/>
              <a:t>aber</a:t>
            </a:r>
            <a:r>
              <a:rPr lang="en-GB"/>
              <a:t> die </a:t>
            </a:r>
            <a:r>
              <a:rPr lang="en-GB" err="1"/>
              <a:t>meiisten</a:t>
            </a:r>
            <a:r>
              <a:rPr lang="en-GB"/>
              <a:t> </a:t>
            </a:r>
            <a:r>
              <a:rPr lang="en-GB" err="1"/>
              <a:t>kriegen</a:t>
            </a:r>
            <a:r>
              <a:rPr lang="en-GB"/>
              <a:t> </a:t>
            </a:r>
            <a:r>
              <a:rPr lang="en-GB" err="1"/>
              <a:t>ist</a:t>
            </a:r>
            <a:r>
              <a:rPr lang="en-GB"/>
              <a:t> </a:t>
            </a:r>
            <a:r>
              <a:rPr lang="en-GB" err="1"/>
              <a:t>nicht</a:t>
            </a:r>
            <a:r>
              <a:rPr lang="en-GB"/>
              <a:t> </a:t>
            </a:r>
            <a:r>
              <a:rPr lang="en-GB" err="1"/>
              <a:t>organiserit</a:t>
            </a:r>
            <a:endParaRPr lang="en-GB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23B15D-D541-4D70-ABBD-F6494E8F533E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62349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3 Action Title </a:t>
            </a:r>
            <a:r>
              <a:rPr lang="en-GB" err="1"/>
              <a:t>hinzufügen</a:t>
            </a:r>
            <a:r>
              <a:rPr lang="en-GB"/>
              <a:t>. Wie </a:t>
            </a:r>
            <a:r>
              <a:rPr lang="en-GB" err="1"/>
              <a:t>wichtig</a:t>
            </a:r>
            <a:r>
              <a:rPr lang="en-GB"/>
              <a:t> </a:t>
            </a:r>
            <a:r>
              <a:rPr lang="en-GB" err="1"/>
              <a:t>Kundenbindung</a:t>
            </a:r>
            <a:r>
              <a:rPr lang="en-GB"/>
              <a:t> und execution, </a:t>
            </a:r>
            <a:r>
              <a:rPr lang="en-GB" err="1"/>
              <a:t>aber</a:t>
            </a:r>
            <a:r>
              <a:rPr lang="en-GB"/>
              <a:t> die </a:t>
            </a:r>
            <a:r>
              <a:rPr lang="en-GB" err="1"/>
              <a:t>meiisten</a:t>
            </a:r>
            <a:r>
              <a:rPr lang="en-GB"/>
              <a:t> </a:t>
            </a:r>
            <a:r>
              <a:rPr lang="en-GB" err="1"/>
              <a:t>kriegen</a:t>
            </a:r>
            <a:r>
              <a:rPr lang="en-GB"/>
              <a:t> </a:t>
            </a:r>
            <a:r>
              <a:rPr lang="en-GB" err="1"/>
              <a:t>ist</a:t>
            </a:r>
            <a:r>
              <a:rPr lang="en-GB"/>
              <a:t> </a:t>
            </a:r>
            <a:r>
              <a:rPr lang="en-GB" err="1"/>
              <a:t>nicht</a:t>
            </a:r>
            <a:r>
              <a:rPr lang="en-GB"/>
              <a:t> </a:t>
            </a:r>
            <a:r>
              <a:rPr lang="en-GB" err="1"/>
              <a:t>organiserit</a:t>
            </a:r>
            <a:endParaRPr lang="en-GB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23B15D-D541-4D70-ABBD-F6494E8F533E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47908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20F1F-8A7C-C280-5E5D-21C7688EC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0CE7D17-4AF8-3E86-FA49-BC38EBAE26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FE33DEF-9C7A-25A4-5057-392BD91E13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Drive User </a:t>
            </a:r>
            <a:r>
              <a:rPr lang="de-DE" err="1"/>
              <a:t>onboarding</a:t>
            </a:r>
            <a:r>
              <a:rPr lang="de-DE"/>
              <a:t> – Nutzer zur Teilnahme motivieren</a:t>
            </a:r>
          </a:p>
          <a:p>
            <a:r>
              <a:rPr lang="de-DE" err="1"/>
              <a:t>Direct</a:t>
            </a:r>
            <a:r>
              <a:rPr lang="de-DE"/>
              <a:t> </a:t>
            </a:r>
            <a:r>
              <a:rPr lang="de-DE" err="1"/>
              <a:t>buying</a:t>
            </a:r>
            <a:r>
              <a:rPr lang="de-DE"/>
              <a:t> </a:t>
            </a:r>
            <a:r>
              <a:rPr lang="de-DE" err="1"/>
              <a:t>behaviour</a:t>
            </a:r>
            <a:r>
              <a:rPr lang="de-DE"/>
              <a:t> – Kaufverhalten steuern</a:t>
            </a:r>
          </a:p>
          <a:p>
            <a:r>
              <a:rPr lang="de-DE" err="1"/>
              <a:t>Increase</a:t>
            </a:r>
            <a:r>
              <a:rPr lang="de-DE"/>
              <a:t> </a:t>
            </a:r>
            <a:r>
              <a:rPr lang="de-DE" err="1"/>
              <a:t>shopping</a:t>
            </a:r>
            <a:r>
              <a:rPr lang="de-DE"/>
              <a:t> </a:t>
            </a:r>
            <a:r>
              <a:rPr lang="de-DE" err="1"/>
              <a:t>frequency</a:t>
            </a:r>
            <a:r>
              <a:rPr lang="de-DE"/>
              <a:t> – </a:t>
            </a:r>
          </a:p>
          <a:p>
            <a:r>
              <a:rPr lang="de-DE" err="1"/>
              <a:t>Increase</a:t>
            </a:r>
            <a:r>
              <a:rPr lang="de-DE"/>
              <a:t> </a:t>
            </a:r>
            <a:r>
              <a:rPr lang="de-DE" err="1"/>
              <a:t>share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wallet </a:t>
            </a:r>
            <a:r>
              <a:rPr lang="de-DE" err="1"/>
              <a:t>by</a:t>
            </a:r>
            <a:r>
              <a:rPr lang="de-DE"/>
              <a:t> </a:t>
            </a:r>
            <a:r>
              <a:rPr lang="de-DE" err="1"/>
              <a:t>up</a:t>
            </a:r>
            <a:r>
              <a:rPr lang="de-DE"/>
              <a:t>- and </a:t>
            </a:r>
            <a:r>
              <a:rPr lang="de-DE" err="1"/>
              <a:t>crosselling</a:t>
            </a:r>
            <a:r>
              <a:rPr lang="de-DE"/>
              <a:t> - </a:t>
            </a:r>
          </a:p>
          <a:p>
            <a:endParaRPr lang="de-DE"/>
          </a:p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85A673E-6BCF-E5FA-6CFA-E16125E8C6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23B15D-D541-4D70-ABBD-F6494E8F533E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09787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Drive User </a:t>
            </a:r>
            <a:r>
              <a:rPr lang="de-DE" err="1"/>
              <a:t>onboarding</a:t>
            </a:r>
            <a:r>
              <a:rPr lang="de-DE"/>
              <a:t> – Nutzer zur Teilnahme motivieren</a:t>
            </a:r>
          </a:p>
          <a:p>
            <a:r>
              <a:rPr lang="de-DE" err="1"/>
              <a:t>Direct</a:t>
            </a:r>
            <a:r>
              <a:rPr lang="de-DE"/>
              <a:t> </a:t>
            </a:r>
            <a:r>
              <a:rPr lang="de-DE" err="1"/>
              <a:t>buying</a:t>
            </a:r>
            <a:r>
              <a:rPr lang="de-DE"/>
              <a:t> </a:t>
            </a:r>
            <a:r>
              <a:rPr lang="de-DE" err="1"/>
              <a:t>behaviour</a:t>
            </a:r>
            <a:r>
              <a:rPr lang="de-DE"/>
              <a:t> – Kaufverhalten steuern</a:t>
            </a:r>
          </a:p>
          <a:p>
            <a:r>
              <a:rPr lang="de-DE" err="1"/>
              <a:t>Increase</a:t>
            </a:r>
            <a:r>
              <a:rPr lang="de-DE"/>
              <a:t> </a:t>
            </a:r>
            <a:r>
              <a:rPr lang="de-DE" err="1"/>
              <a:t>shopping</a:t>
            </a:r>
            <a:r>
              <a:rPr lang="de-DE"/>
              <a:t> </a:t>
            </a:r>
            <a:r>
              <a:rPr lang="de-DE" err="1"/>
              <a:t>frequency</a:t>
            </a:r>
            <a:r>
              <a:rPr lang="de-DE"/>
              <a:t> – </a:t>
            </a:r>
          </a:p>
          <a:p>
            <a:r>
              <a:rPr lang="de-DE" err="1"/>
              <a:t>Increase</a:t>
            </a:r>
            <a:r>
              <a:rPr lang="de-DE"/>
              <a:t> </a:t>
            </a:r>
            <a:r>
              <a:rPr lang="de-DE" err="1"/>
              <a:t>share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wallet </a:t>
            </a:r>
            <a:r>
              <a:rPr lang="de-DE" err="1"/>
              <a:t>by</a:t>
            </a:r>
            <a:r>
              <a:rPr lang="de-DE"/>
              <a:t> </a:t>
            </a:r>
            <a:r>
              <a:rPr lang="de-DE" err="1"/>
              <a:t>up</a:t>
            </a:r>
            <a:r>
              <a:rPr lang="de-DE"/>
              <a:t>- and </a:t>
            </a:r>
            <a:r>
              <a:rPr lang="de-DE" err="1"/>
              <a:t>crosselling</a:t>
            </a:r>
            <a:r>
              <a:rPr lang="de-DE"/>
              <a:t> - </a:t>
            </a:r>
          </a:p>
          <a:p>
            <a:endParaRPr lang="de-DE"/>
          </a:p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23B15D-D541-4D70-ABBD-F6494E8F533E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4349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10.emf"/><Relationship Id="rId4" Type="http://schemas.openxmlformats.org/officeDocument/2006/relationships/oleObject" Target="../embeddings/oleObject1.bin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414AE9BA-6BCD-994E-AA59-468F70B0D09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57" name="Text Placeholder 39">
            <a:extLst>
              <a:ext uri="{FF2B5EF4-FFF2-40B4-BE49-F238E27FC236}">
                <a16:creationId xmlns:a16="http://schemas.microsoft.com/office/drawing/2014/main" id="{85E40442-8704-F64A-9276-254981FF84F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0" y="0"/>
            <a:ext cx="12192000" cy="2063994"/>
          </a:xfrm>
          <a:prstGeom prst="round2DiagRect">
            <a:avLst>
              <a:gd name="adj1" fmla="val 0"/>
              <a:gd name="adj2" fmla="val 0"/>
            </a:avLst>
          </a:prstGeom>
          <a:solidFill>
            <a:schemeClr val="bg1">
              <a:alpha val="79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800" dirty="0"/>
            </a:lvl1pPr>
          </a:lstStyle>
          <a:p>
            <a:pPr marL="0" lvl="0" algn="ctr"/>
            <a:r>
              <a:rPr lang="en-US"/>
              <a:t>.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56009B23-0046-8447-93A6-5A3B54ACD7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7852" y="469090"/>
            <a:ext cx="7780777" cy="10155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  <a:endParaRPr lang="en-GB"/>
          </a:p>
        </p:txBody>
      </p:sp>
      <p:sp>
        <p:nvSpPr>
          <p:cNvPr id="58" name="Picture Placeholder 37">
            <a:extLst>
              <a:ext uri="{FF2B5EF4-FFF2-40B4-BE49-F238E27FC236}">
                <a16:creationId xmlns:a16="http://schemas.microsoft.com/office/drawing/2014/main" id="{B377D474-978E-424D-B8A0-59BBB003D9C1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736481" y="650252"/>
            <a:ext cx="3136205" cy="1208938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417581-8124-4248-9715-F63E5DB0AAE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77838" y="1435501"/>
            <a:ext cx="7780777" cy="45271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4530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414AE9BA-6BCD-994E-AA59-468F70B0D09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4629512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12641EB-C1DC-8942-846B-176ADC76B378}"/>
              </a:ext>
            </a:extLst>
          </p:cNvPr>
          <p:cNvSpPr txBox="1">
            <a:spLocks/>
          </p:cNvSpPr>
          <p:nvPr userDrawn="1"/>
        </p:nvSpPr>
        <p:spPr>
          <a:xfrm>
            <a:off x="503660" y="6415802"/>
            <a:ext cx="1175322" cy="24622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100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strictly confidential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5E06917-8617-6442-A926-74C4E0D2436B}"/>
              </a:ext>
            </a:extLst>
          </p:cNvPr>
          <p:cNvSpPr txBox="1">
            <a:spLocks/>
          </p:cNvSpPr>
          <p:nvPr userDrawn="1"/>
        </p:nvSpPr>
        <p:spPr>
          <a:xfrm>
            <a:off x="11293286" y="6415802"/>
            <a:ext cx="364203" cy="24622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96CFC63-A147-BE40-8754-0D0125E46BD0}" type="slidenum">
              <a:rPr lang="de-DE" sz="1000" smtClean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pPr/>
              <a:t>‹Nº›</a:t>
            </a:fld>
            <a:r>
              <a:rPr lang="de-DE" sz="100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</p:txBody>
      </p:sp>
      <p:sp>
        <p:nvSpPr>
          <p:cNvPr id="27" name="Text Placeholder 39">
            <a:extLst>
              <a:ext uri="{FF2B5EF4-FFF2-40B4-BE49-F238E27FC236}">
                <a16:creationId xmlns:a16="http://schemas.microsoft.com/office/drawing/2014/main" id="{40EEAED4-2C76-B441-BFC8-04B26971D70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08875" y="3125146"/>
            <a:ext cx="4283714" cy="590931"/>
          </a:xfrm>
          <a:prstGeom prst="roundRect">
            <a:avLst/>
          </a:prstGeom>
          <a:solidFill>
            <a:schemeClr val="bg1">
              <a:alpha val="79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800" dirty="0">
                <a:solidFill>
                  <a:schemeClr val="lt1"/>
                </a:solidFill>
                <a:latin typeface="+mn-lt"/>
              </a:defRPr>
            </a:lvl1pPr>
          </a:lstStyle>
          <a:p>
            <a:pPr marL="0" lvl="0" algn="ctr"/>
            <a:r>
              <a:rPr lang="en-US"/>
              <a:t>.</a:t>
            </a:r>
          </a:p>
        </p:txBody>
      </p:sp>
      <p:sp>
        <p:nvSpPr>
          <p:cNvPr id="30" name="Text Placeholder 39">
            <a:extLst>
              <a:ext uri="{FF2B5EF4-FFF2-40B4-BE49-F238E27FC236}">
                <a16:creationId xmlns:a16="http://schemas.microsoft.com/office/drawing/2014/main" id="{4C8661C1-7938-2645-9416-9CD772B669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25555" y="2712749"/>
            <a:ext cx="641724" cy="590931"/>
          </a:xfrm>
          <a:prstGeom prst="round2DiagRect">
            <a:avLst>
              <a:gd name="adj1" fmla="val 26492"/>
              <a:gd name="adj2" fmla="val 0"/>
            </a:avLst>
          </a:prstGeom>
          <a:solidFill>
            <a:schemeClr val="tx2">
              <a:alpha val="88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800" b="1" i="0" dirty="0">
                <a:solidFill>
                  <a:schemeClr val="l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algn="ctr"/>
            <a:r>
              <a:rPr lang="en-US"/>
              <a:t>.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0A3E32DD-58E0-9544-9EE1-AE428AACA0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86994" y="3272034"/>
            <a:ext cx="2909314" cy="313932"/>
          </a:xfrm>
        </p:spPr>
        <p:txBody>
          <a:bodyPr lIns="90000" anchor="ctr" anchorCtr="0">
            <a:sp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247A0E82-3B85-1140-B2DB-B66DC7BAE61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08875" y="4289100"/>
            <a:ext cx="4283714" cy="590931"/>
          </a:xfrm>
          <a:prstGeom prst="roundRect">
            <a:avLst/>
          </a:prstGeom>
          <a:solidFill>
            <a:schemeClr val="bg1">
              <a:alpha val="79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800" dirty="0">
                <a:solidFill>
                  <a:schemeClr val="lt1"/>
                </a:solidFill>
                <a:latin typeface="+mn-lt"/>
              </a:defRPr>
            </a:lvl1pPr>
          </a:lstStyle>
          <a:p>
            <a:pPr marL="0" lvl="0" algn="ctr"/>
            <a:r>
              <a:rPr lang="en-US"/>
              <a:t>.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EFA386B1-44CA-474B-B391-A7631123DFB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25555" y="3876703"/>
            <a:ext cx="641724" cy="590931"/>
          </a:xfrm>
          <a:prstGeom prst="round2DiagRect">
            <a:avLst>
              <a:gd name="adj1" fmla="val 26492"/>
              <a:gd name="adj2" fmla="val 0"/>
            </a:avLst>
          </a:prstGeom>
          <a:solidFill>
            <a:schemeClr val="accent2">
              <a:alpha val="88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800" b="1" i="0" dirty="0">
                <a:solidFill>
                  <a:schemeClr val="l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algn="ctr"/>
            <a:r>
              <a:rPr lang="en-US"/>
              <a:t>.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A16B04E7-A0F2-4741-840F-ACA165D9361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186994" y="4435988"/>
            <a:ext cx="2909314" cy="313932"/>
          </a:xfrm>
        </p:spPr>
        <p:txBody>
          <a:bodyPr lIns="90000" anchor="ctr" anchorCtr="0">
            <a:sp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DBD681B2-E97C-7342-8B66-AE9F3A2E20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08875" y="5453054"/>
            <a:ext cx="4283714" cy="590931"/>
          </a:xfrm>
          <a:prstGeom prst="roundRect">
            <a:avLst/>
          </a:prstGeom>
          <a:solidFill>
            <a:schemeClr val="bg1">
              <a:alpha val="79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800" dirty="0">
                <a:solidFill>
                  <a:schemeClr val="lt1"/>
                </a:solidFill>
                <a:latin typeface="+mn-lt"/>
              </a:defRPr>
            </a:lvl1pPr>
          </a:lstStyle>
          <a:p>
            <a:pPr marL="0" lvl="0" algn="ctr"/>
            <a:r>
              <a:rPr lang="en-US"/>
              <a:t>.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35A70A61-9D7C-3F40-ACBC-A5B894CAD45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25555" y="5040657"/>
            <a:ext cx="641724" cy="590931"/>
          </a:xfrm>
          <a:prstGeom prst="round2DiagRect">
            <a:avLst>
              <a:gd name="adj1" fmla="val 26492"/>
              <a:gd name="adj2" fmla="val 0"/>
            </a:avLst>
          </a:prstGeom>
          <a:solidFill>
            <a:schemeClr val="tx2">
              <a:alpha val="88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800" b="1" i="0" dirty="0">
                <a:solidFill>
                  <a:schemeClr val="l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algn="ctr"/>
            <a:r>
              <a:rPr lang="en-US"/>
              <a:t>.</a:t>
            </a:r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1A7B3163-AAF5-A74E-99FC-8785FDEC47E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186994" y="5599942"/>
            <a:ext cx="2909314" cy="313932"/>
          </a:xfrm>
        </p:spPr>
        <p:txBody>
          <a:bodyPr lIns="90000" anchor="ctr" anchorCtr="0">
            <a:sp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39">
            <a:extLst>
              <a:ext uri="{FF2B5EF4-FFF2-40B4-BE49-F238E27FC236}">
                <a16:creationId xmlns:a16="http://schemas.microsoft.com/office/drawing/2014/main" id="{C184703D-C384-2142-A6C9-B0082679C03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50349" y="3125146"/>
            <a:ext cx="4283714" cy="590931"/>
          </a:xfrm>
          <a:prstGeom prst="roundRect">
            <a:avLst/>
          </a:prstGeom>
          <a:solidFill>
            <a:schemeClr val="bg1">
              <a:alpha val="79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800" dirty="0">
                <a:solidFill>
                  <a:schemeClr val="lt1"/>
                </a:solidFill>
                <a:latin typeface="+mn-lt"/>
              </a:defRPr>
            </a:lvl1pPr>
          </a:lstStyle>
          <a:p>
            <a:pPr marL="0" lvl="0" algn="ctr"/>
            <a:r>
              <a:rPr lang="en-US"/>
              <a:t>.</a:t>
            </a:r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B6998538-63B0-244B-9D87-0D04C302D86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867029" y="2712749"/>
            <a:ext cx="641724" cy="590931"/>
          </a:xfrm>
          <a:prstGeom prst="round2DiagRect">
            <a:avLst>
              <a:gd name="adj1" fmla="val 26492"/>
              <a:gd name="adj2" fmla="val 0"/>
            </a:avLst>
          </a:prstGeom>
          <a:solidFill>
            <a:schemeClr val="accent2">
              <a:alpha val="88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800" b="1" i="0" dirty="0">
                <a:solidFill>
                  <a:schemeClr val="l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algn="ctr"/>
            <a:r>
              <a:rPr lang="en-US"/>
              <a:t>.</a:t>
            </a:r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E68F799C-A545-4D44-94DE-2736A8447A7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828468" y="3272034"/>
            <a:ext cx="2909314" cy="313932"/>
          </a:xfrm>
        </p:spPr>
        <p:txBody>
          <a:bodyPr lIns="90000" anchor="ctr" anchorCtr="0">
            <a:sp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39">
            <a:extLst>
              <a:ext uri="{FF2B5EF4-FFF2-40B4-BE49-F238E27FC236}">
                <a16:creationId xmlns:a16="http://schemas.microsoft.com/office/drawing/2014/main" id="{D08D118B-E5C1-6640-AC34-490B323750B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550349" y="4289100"/>
            <a:ext cx="4283714" cy="590931"/>
          </a:xfrm>
          <a:prstGeom prst="roundRect">
            <a:avLst/>
          </a:prstGeom>
          <a:solidFill>
            <a:schemeClr val="bg1">
              <a:alpha val="79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800" dirty="0">
                <a:solidFill>
                  <a:schemeClr val="lt1"/>
                </a:solidFill>
                <a:latin typeface="+mn-lt"/>
              </a:defRPr>
            </a:lvl1pPr>
          </a:lstStyle>
          <a:p>
            <a:pPr marL="0" lvl="0" algn="ctr"/>
            <a:r>
              <a:rPr lang="en-US"/>
              <a:t>.</a:t>
            </a:r>
          </a:p>
        </p:txBody>
      </p:sp>
      <p:sp>
        <p:nvSpPr>
          <p:cNvPr id="52" name="Text Placeholder 39">
            <a:extLst>
              <a:ext uri="{FF2B5EF4-FFF2-40B4-BE49-F238E27FC236}">
                <a16:creationId xmlns:a16="http://schemas.microsoft.com/office/drawing/2014/main" id="{F608797D-2337-394F-8B1E-1BBD527B722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867029" y="3876703"/>
            <a:ext cx="641724" cy="590931"/>
          </a:xfrm>
          <a:prstGeom prst="round2DiagRect">
            <a:avLst>
              <a:gd name="adj1" fmla="val 26492"/>
              <a:gd name="adj2" fmla="val 0"/>
            </a:avLst>
          </a:prstGeom>
          <a:solidFill>
            <a:schemeClr val="tx2">
              <a:alpha val="88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800" b="1" i="0" dirty="0">
                <a:solidFill>
                  <a:schemeClr val="l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algn="ctr"/>
            <a:r>
              <a:rPr lang="en-US"/>
              <a:t>.</a:t>
            </a:r>
          </a:p>
        </p:txBody>
      </p:sp>
      <p:sp>
        <p:nvSpPr>
          <p:cNvPr id="53" name="Text Placeholder 39">
            <a:extLst>
              <a:ext uri="{FF2B5EF4-FFF2-40B4-BE49-F238E27FC236}">
                <a16:creationId xmlns:a16="http://schemas.microsoft.com/office/drawing/2014/main" id="{91AD0438-500B-5C4B-9BD1-192505689FE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828468" y="4435988"/>
            <a:ext cx="2909314" cy="313932"/>
          </a:xfrm>
        </p:spPr>
        <p:txBody>
          <a:bodyPr lIns="90000" anchor="ctr" anchorCtr="0">
            <a:sp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39">
            <a:extLst>
              <a:ext uri="{FF2B5EF4-FFF2-40B4-BE49-F238E27FC236}">
                <a16:creationId xmlns:a16="http://schemas.microsoft.com/office/drawing/2014/main" id="{4D5F0B28-8E1A-6C40-96E0-A7748CC7D0C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550349" y="5453054"/>
            <a:ext cx="4283714" cy="590931"/>
          </a:xfrm>
          <a:prstGeom prst="roundRect">
            <a:avLst/>
          </a:prstGeom>
          <a:solidFill>
            <a:schemeClr val="bg1">
              <a:alpha val="79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800" dirty="0">
                <a:solidFill>
                  <a:schemeClr val="lt1"/>
                </a:solidFill>
                <a:latin typeface="+mn-lt"/>
              </a:defRPr>
            </a:lvl1pPr>
          </a:lstStyle>
          <a:p>
            <a:pPr marL="0" lvl="0" algn="ctr"/>
            <a:r>
              <a:rPr lang="en-US"/>
              <a:t>.</a:t>
            </a:r>
          </a:p>
        </p:txBody>
      </p:sp>
      <p:sp>
        <p:nvSpPr>
          <p:cNvPr id="55" name="Text Placeholder 39">
            <a:extLst>
              <a:ext uri="{FF2B5EF4-FFF2-40B4-BE49-F238E27FC236}">
                <a16:creationId xmlns:a16="http://schemas.microsoft.com/office/drawing/2014/main" id="{CDE1AA12-A37A-4943-BCFF-1F0B60BAD7A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867029" y="5040657"/>
            <a:ext cx="641724" cy="590931"/>
          </a:xfrm>
          <a:prstGeom prst="round2DiagRect">
            <a:avLst>
              <a:gd name="adj1" fmla="val 26492"/>
              <a:gd name="adj2" fmla="val 0"/>
            </a:avLst>
          </a:prstGeom>
          <a:solidFill>
            <a:schemeClr val="accent2">
              <a:alpha val="88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800" b="1" i="0" dirty="0">
                <a:solidFill>
                  <a:schemeClr val="l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algn="ctr"/>
            <a:r>
              <a:rPr lang="en-US"/>
              <a:t>.</a:t>
            </a:r>
          </a:p>
        </p:txBody>
      </p:sp>
      <p:sp>
        <p:nvSpPr>
          <p:cNvPr id="56" name="Text Placeholder 39">
            <a:extLst>
              <a:ext uri="{FF2B5EF4-FFF2-40B4-BE49-F238E27FC236}">
                <a16:creationId xmlns:a16="http://schemas.microsoft.com/office/drawing/2014/main" id="{62661817-F622-BA48-B5B9-227B4DA2B289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828468" y="5599942"/>
            <a:ext cx="2909314" cy="313932"/>
          </a:xfrm>
        </p:spPr>
        <p:txBody>
          <a:bodyPr lIns="90000" anchor="ctr" anchorCtr="0">
            <a:sp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8CA7648-529C-4A8C-83D0-432026D2CB94}"/>
              </a:ext>
            </a:extLst>
          </p:cNvPr>
          <p:cNvSpPr/>
          <p:nvPr userDrawn="1"/>
        </p:nvSpPr>
        <p:spPr>
          <a:xfrm>
            <a:off x="0" y="0"/>
            <a:ext cx="12192000" cy="1211283"/>
          </a:xfrm>
          <a:prstGeom prst="rect">
            <a:avLst/>
          </a:prstGeom>
          <a:solidFill>
            <a:schemeClr val="bg1">
              <a:alpha val="79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56009B23-0046-8447-93A6-5A3B54ACD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545" y="204622"/>
            <a:ext cx="8901598" cy="7125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8" name="Picture Placeholder 37">
            <a:extLst>
              <a:ext uri="{FF2B5EF4-FFF2-40B4-BE49-F238E27FC236}">
                <a16:creationId xmlns:a16="http://schemas.microsoft.com/office/drawing/2014/main" id="{B377D474-978E-424D-B8A0-59BBB003D9C1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471413" y="206659"/>
            <a:ext cx="2213429" cy="710518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75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3007066-26EA-7847-A89D-FEDC9836DE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53934" y="2259656"/>
            <a:ext cx="10442011" cy="3372518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1FD87233-030E-DF45-B927-81AB1200400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3934" y="1790908"/>
            <a:ext cx="8834343" cy="763592"/>
          </a:xfrm>
          <a:prstGeom prst="roundRect">
            <a:avLst/>
          </a:prstGeom>
          <a:solidFill>
            <a:schemeClr val="bg1">
              <a:alpha val="79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800" dirty="0">
                <a:solidFill>
                  <a:schemeClr val="lt1"/>
                </a:solidFill>
                <a:latin typeface="+mn-lt"/>
              </a:defRPr>
            </a:lvl1pPr>
          </a:lstStyle>
          <a:p>
            <a:pPr marL="0" lvl="0" algn="ctr"/>
            <a:r>
              <a:rPr lang="en-US"/>
              <a:t>.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6BF58B09-CC63-AD46-9CB0-E984861F22C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566622" y="5041825"/>
            <a:ext cx="6066265" cy="763592"/>
          </a:xfrm>
          <a:prstGeom prst="roundRect">
            <a:avLst>
              <a:gd name="adj" fmla="val 50000"/>
            </a:avLst>
          </a:prstGeom>
          <a:solidFill>
            <a:srgbClr val="F08262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4357A3-32F5-DD40-B03E-2D2DB01B2D85}"/>
              </a:ext>
            </a:extLst>
          </p:cNvPr>
          <p:cNvSpPr/>
          <p:nvPr userDrawn="1"/>
        </p:nvSpPr>
        <p:spPr>
          <a:xfrm>
            <a:off x="0" y="0"/>
            <a:ext cx="12192000" cy="1211283"/>
          </a:xfrm>
          <a:prstGeom prst="rect">
            <a:avLst/>
          </a:prstGeom>
          <a:solidFill>
            <a:schemeClr val="bg1">
              <a:alpha val="79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Bild 10">
            <a:extLst>
              <a:ext uri="{FF2B5EF4-FFF2-40B4-BE49-F238E27FC236}">
                <a16:creationId xmlns:a16="http://schemas.microsoft.com/office/drawing/2014/main" id="{E2AABC96-8504-1E4D-8D3B-09F372A74C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98767" y="366592"/>
            <a:ext cx="2158722" cy="42074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12641EB-C1DC-8942-846B-176ADC76B378}"/>
              </a:ext>
            </a:extLst>
          </p:cNvPr>
          <p:cNvSpPr txBox="1">
            <a:spLocks/>
          </p:cNvSpPr>
          <p:nvPr userDrawn="1"/>
        </p:nvSpPr>
        <p:spPr>
          <a:xfrm>
            <a:off x="503660" y="6415802"/>
            <a:ext cx="1175322" cy="24622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100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strictly confidential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5E06917-8617-6442-A926-74C4E0D2436B}"/>
              </a:ext>
            </a:extLst>
          </p:cNvPr>
          <p:cNvSpPr txBox="1">
            <a:spLocks/>
          </p:cNvSpPr>
          <p:nvPr userDrawn="1"/>
        </p:nvSpPr>
        <p:spPr>
          <a:xfrm>
            <a:off x="11293286" y="6415802"/>
            <a:ext cx="364203" cy="24622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96CFC63-A147-BE40-8754-0D0125E46BD0}" type="slidenum">
              <a:rPr lang="de-DE" sz="1000" smtClean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pPr/>
              <a:t>‹Nº›</a:t>
            </a:fld>
            <a:r>
              <a:rPr lang="de-DE" sz="100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56009B23-0046-8447-93A6-5A3B54ACD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545" y="204622"/>
            <a:ext cx="8901598" cy="7125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9795B1E-8F73-7E41-AE09-101AF42416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3170" y="755205"/>
            <a:ext cx="8865972" cy="344487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Headline 2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4E9D2AE7-E097-2B4B-B4F0-8776F09AE05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87975" y="6133935"/>
            <a:ext cx="10107970" cy="253151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00" err="1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Für</a:t>
            </a:r>
            <a:r>
              <a:rPr lang="en-US" sz="1200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200" err="1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alle</a:t>
            </a:r>
            <a:r>
              <a:rPr lang="en-US" sz="1200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200" err="1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Unternehmen</a:t>
            </a:r>
            <a:r>
              <a:rPr lang="en-US" sz="1200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die </a:t>
            </a:r>
            <a:r>
              <a:rPr lang="en-US" sz="1200" err="1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ut</a:t>
            </a:r>
            <a:r>
              <a:rPr lang="en-US" sz="1200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200" err="1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volores</a:t>
            </a:r>
            <a:r>
              <a:rPr lang="en-US" sz="1200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ad ­</a:t>
            </a:r>
            <a:r>
              <a:rPr lang="en-US" sz="1200" err="1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moluptatum</a:t>
            </a:r>
            <a:r>
              <a:rPr lang="en-US" sz="1200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200" err="1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ea</a:t>
            </a:r>
            <a:r>
              <a:rPr lang="en-US" sz="1200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200" err="1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dolorepelita</a:t>
            </a:r>
            <a:r>
              <a:rPr lang="en-US" sz="1200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is se </a:t>
            </a:r>
            <a:r>
              <a:rPr lang="en-US" sz="1200" err="1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vernam</a:t>
            </a:r>
            <a:r>
              <a:rPr lang="en-US" sz="1200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quo </a:t>
            </a:r>
            <a:r>
              <a:rPr lang="en-US" sz="1200" err="1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dolorem</a:t>
            </a:r>
            <a:r>
              <a:rPr lang="en-US" sz="1200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200" err="1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porepudaerum</a:t>
            </a:r>
            <a:endParaRPr lang="en-US" sz="1200">
              <a:solidFill>
                <a:srgbClr val="A6A6A6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Picture Placeholder 37">
            <a:extLst>
              <a:ext uri="{FF2B5EF4-FFF2-40B4-BE49-F238E27FC236}">
                <a16:creationId xmlns:a16="http://schemas.microsoft.com/office/drawing/2014/main" id="{F7739A16-CF6E-5F48-9103-3688763C34E3}"/>
              </a:ext>
            </a:extLst>
          </p:cNvPr>
          <p:cNvSpPr>
            <a:spLocks noGrp="1" noChangeAspect="1"/>
          </p:cNvSpPr>
          <p:nvPr>
            <p:ph type="pic" sz="quarter" idx="35"/>
          </p:nvPr>
        </p:nvSpPr>
        <p:spPr>
          <a:xfrm>
            <a:off x="5860529" y="5194670"/>
            <a:ext cx="475200" cy="475200"/>
          </a:xfrm>
          <a:noFill/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4A08973F-FE98-5245-A3B3-4C0DD9E7083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346699" y="5165471"/>
            <a:ext cx="4720378" cy="504399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HERVORHEBUNG 1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C780E3AC-B25A-AC42-B6FA-E328626E2E18}"/>
              </a:ext>
            </a:extLst>
          </p:cNvPr>
          <p:cNvSpPr>
            <a:spLocks noGrp="1"/>
          </p:cNvSpPr>
          <p:nvPr userDrawn="1">
            <p:ph type="body" sz="quarter" idx="38" hasCustomPrompt="1"/>
          </p:nvPr>
        </p:nvSpPr>
        <p:spPr>
          <a:xfrm>
            <a:off x="1087974" y="1904986"/>
            <a:ext cx="7081950" cy="55997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Headline 3</a:t>
            </a:r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75DED9D6-D732-BB42-90EE-B5FCB4293F83}"/>
              </a:ext>
            </a:extLst>
          </p:cNvPr>
          <p:cNvSpPr>
            <a:spLocks noGrp="1" noChangeAspect="1"/>
          </p:cNvSpPr>
          <p:nvPr>
            <p:ph type="body" sz="quarter" idx="20"/>
          </p:nvPr>
        </p:nvSpPr>
        <p:spPr>
          <a:xfrm>
            <a:off x="8606866" y="1408685"/>
            <a:ext cx="643951" cy="640800"/>
          </a:xfrm>
          <a:prstGeom prst="round2DiagRect">
            <a:avLst>
              <a:gd name="adj1" fmla="val 26492"/>
              <a:gd name="adj2" fmla="val 0"/>
            </a:avLst>
          </a:prstGeom>
          <a:solidFill>
            <a:schemeClr val="tx2">
              <a:alpha val="88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800" b="1" i="0" dirty="0">
                <a:noFill/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45" name="Picture Placeholder 37">
            <a:extLst>
              <a:ext uri="{FF2B5EF4-FFF2-40B4-BE49-F238E27FC236}">
                <a16:creationId xmlns:a16="http://schemas.microsoft.com/office/drawing/2014/main" id="{B69D194E-0A73-194A-BC8F-322817B2508B}"/>
              </a:ext>
            </a:extLst>
          </p:cNvPr>
          <p:cNvSpPr>
            <a:spLocks noGrp="1" noChangeAspect="1"/>
          </p:cNvSpPr>
          <p:nvPr>
            <p:ph type="pic" sz="quarter" idx="21"/>
          </p:nvPr>
        </p:nvSpPr>
        <p:spPr>
          <a:xfrm>
            <a:off x="8764226" y="1577885"/>
            <a:ext cx="329231" cy="302400"/>
          </a:xfrm>
          <a:noFill/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49" name="Text Placeholder 17">
            <a:extLst>
              <a:ext uri="{FF2B5EF4-FFF2-40B4-BE49-F238E27FC236}">
                <a16:creationId xmlns:a16="http://schemas.microsoft.com/office/drawing/2014/main" id="{A7A37426-A5D2-8949-A0DC-44B9BFC0FC1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87975" y="3015597"/>
            <a:ext cx="9979102" cy="191463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00" err="1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Faciae</a:t>
            </a:r>
            <a:r>
              <a:rPr lang="en-US" sz="1200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200" err="1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prestio</a:t>
            </a:r>
            <a:r>
              <a:rPr lang="en-US" sz="1200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200" err="1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blaborehenit</a:t>
            </a:r>
            <a:r>
              <a:rPr lang="en-US" sz="1200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200" err="1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alicilla</a:t>
            </a:r>
            <a:r>
              <a:rPr lang="en-US" sz="1200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200" err="1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sinveri</a:t>
            </a:r>
            <a:r>
              <a:rPr lang="en-US" sz="1200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200" err="1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rehenda</a:t>
            </a:r>
            <a:r>
              <a:rPr lang="en-US" sz="1200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200" err="1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acepudae</a:t>
            </a:r>
            <a:r>
              <a:rPr lang="en-US" sz="1200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200" err="1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sumquatur</a:t>
            </a:r>
            <a:r>
              <a:rPr lang="en-US" sz="1200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qui to qui </a:t>
            </a:r>
            <a:r>
              <a:rPr lang="en-US" sz="1200" err="1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odis</a:t>
            </a:r>
            <a:r>
              <a:rPr lang="en-US" sz="1200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200" err="1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delique</a:t>
            </a:r>
            <a:r>
              <a:rPr lang="en-US" sz="1200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200" err="1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exceari</a:t>
            </a:r>
            <a:r>
              <a:rPr lang="en-US" sz="1200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200" err="1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acepero</a:t>
            </a:r>
            <a:r>
              <a:rPr lang="en-US" sz="1200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od </a:t>
            </a:r>
            <a:r>
              <a:rPr lang="en-US" sz="1200" err="1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experenda</a:t>
            </a:r>
            <a:r>
              <a:rPr lang="en-US" sz="1200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200" err="1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aliatum</a:t>
            </a:r>
            <a:r>
              <a:rPr lang="en-US" sz="1200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200" err="1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iumquis</a:t>
            </a:r>
            <a:r>
              <a:rPr lang="en-US" sz="1200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200" err="1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dolorit</a:t>
            </a:r>
            <a:r>
              <a:rPr lang="en-US" sz="1200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sz="1200" err="1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optaquae</a:t>
            </a:r>
            <a:r>
              <a:rPr lang="en-US" sz="1200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arum </a:t>
            </a:r>
            <a:r>
              <a:rPr lang="en-US" sz="1200" err="1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auditiis</a:t>
            </a:r>
            <a:r>
              <a:rPr lang="en-US" sz="1200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200" err="1">
                <a:solidFill>
                  <a:srgbClr val="A6A6A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earum</a:t>
            </a:r>
            <a:endParaRPr lang="de-DE" sz="1200">
              <a:solidFill>
                <a:srgbClr val="A6A6A6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2" name="Text Placeholder 50">
            <a:extLst>
              <a:ext uri="{FF2B5EF4-FFF2-40B4-BE49-F238E27FC236}">
                <a16:creationId xmlns:a16="http://schemas.microsoft.com/office/drawing/2014/main" id="{F8FC2819-814B-6E46-B70D-D932D8C3E05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87973" y="2769415"/>
            <a:ext cx="9979101" cy="296109"/>
          </a:xfrm>
        </p:spPr>
        <p:txBody>
          <a:bodyPr/>
          <a:lstStyle>
            <a:lvl1pPr marL="0" indent="0">
              <a:buNone/>
              <a:defRPr sz="14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Body</a:t>
            </a:r>
          </a:p>
        </p:txBody>
      </p:sp>
    </p:spTree>
    <p:extLst>
      <p:ext uri="{BB962C8B-B14F-4D97-AF65-F5344CB8AC3E}">
        <p14:creationId xmlns:p14="http://schemas.microsoft.com/office/powerpoint/2010/main" val="2370754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65C7F2A8-B8E7-2C40-8213-E56729824AC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49509" y="1602495"/>
            <a:ext cx="4392117" cy="1528336"/>
          </a:xfrm>
          <a:prstGeom prst="round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44000" tIns="144000" rIns="144000" bIns="144000">
            <a:normAutofit/>
          </a:bodyPr>
          <a:lstStyle>
            <a:lvl1pPr marL="0" indent="0">
              <a:buNone/>
              <a:defRPr sz="1600" b="1" i="0">
                <a:solidFill>
                  <a:srgbClr val="F0826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KASTEN 1</a:t>
            </a: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2F8A4C1A-E023-B343-AE02-65799E9D428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706020" y="1602495"/>
            <a:ext cx="4392117" cy="1528336"/>
          </a:xfrm>
          <a:prstGeom prst="roundRect">
            <a:avLst>
              <a:gd name="adj" fmla="val 13798"/>
            </a:avLst>
          </a:prstGeom>
          <a:solidFill>
            <a:srgbClr val="94B6D2"/>
          </a:solidFill>
          <a:effectLst>
            <a:outerShdw blurRad="63500" sx="102000" sy="102000" algn="ctr" rotWithShape="0">
              <a:srgbClr val="94B6D2">
                <a:alpha val="40000"/>
              </a:srgbClr>
            </a:outerShdw>
          </a:effectLst>
        </p:spPr>
        <p:txBody>
          <a:bodyPr lIns="144000" tIns="144000" rIns="144000" bIns="144000">
            <a:normAutofit/>
          </a:bodyPr>
          <a:lstStyle>
            <a:lvl1pPr marL="0" indent="0">
              <a:buNone/>
              <a:defRPr sz="1600" b="1" i="0">
                <a:noFill/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KASTEN 1</a:t>
            </a:r>
          </a:p>
        </p:txBody>
      </p:sp>
      <p:pic>
        <p:nvPicPr>
          <p:cNvPr id="7" name="Bild 10">
            <a:extLst>
              <a:ext uri="{FF2B5EF4-FFF2-40B4-BE49-F238E27FC236}">
                <a16:creationId xmlns:a16="http://schemas.microsoft.com/office/drawing/2014/main" id="{E2AABC96-8504-1E4D-8D3B-09F372A74C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98767" y="366592"/>
            <a:ext cx="2158722" cy="42074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12641EB-C1DC-8942-846B-176ADC76B378}"/>
              </a:ext>
            </a:extLst>
          </p:cNvPr>
          <p:cNvSpPr txBox="1">
            <a:spLocks/>
          </p:cNvSpPr>
          <p:nvPr userDrawn="1"/>
        </p:nvSpPr>
        <p:spPr>
          <a:xfrm>
            <a:off x="503660" y="6415802"/>
            <a:ext cx="1175322" cy="24622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100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strictly confidential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5E06917-8617-6442-A926-74C4E0D2436B}"/>
              </a:ext>
            </a:extLst>
          </p:cNvPr>
          <p:cNvSpPr txBox="1">
            <a:spLocks/>
          </p:cNvSpPr>
          <p:nvPr userDrawn="1"/>
        </p:nvSpPr>
        <p:spPr>
          <a:xfrm>
            <a:off x="11293286" y="6415802"/>
            <a:ext cx="364203" cy="24622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96CFC63-A147-BE40-8754-0D0125E46BD0}" type="slidenum">
              <a:rPr lang="de-DE" sz="1000" smtClean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pPr/>
              <a:t>‹Nº›</a:t>
            </a:fld>
            <a:r>
              <a:rPr lang="de-DE" sz="100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56009B23-0046-8447-93A6-5A3B54ACD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545" y="204622"/>
            <a:ext cx="8901598" cy="7125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BF872E4-AA91-3D4F-B65F-A33073C01F08}"/>
              </a:ext>
            </a:extLst>
          </p:cNvPr>
          <p:cNvSpPr/>
          <p:nvPr userDrawn="1"/>
        </p:nvSpPr>
        <p:spPr>
          <a:xfrm>
            <a:off x="7365451" y="5815444"/>
            <a:ext cx="97872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>
                <a:solidFill>
                  <a:schemeClr val="lt1"/>
                </a:solidFill>
                <a:latin typeface="+mj-lt"/>
              </a:rPr>
              <a:t>KASTEN 2</a:t>
            </a:r>
          </a:p>
        </p:txBody>
      </p:sp>
      <p:sp>
        <p:nvSpPr>
          <p:cNvPr id="43" name="Picture Placeholder 37">
            <a:extLst>
              <a:ext uri="{FF2B5EF4-FFF2-40B4-BE49-F238E27FC236}">
                <a16:creationId xmlns:a16="http://schemas.microsoft.com/office/drawing/2014/main" id="{67DF569E-4DFC-5345-A5E7-F04BC3BCCBB7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6846792" y="1743604"/>
            <a:ext cx="428400" cy="428400"/>
          </a:xfrm>
          <a:noFill/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44" name="Text Placeholder 5">
            <a:extLst>
              <a:ext uri="{FF2B5EF4-FFF2-40B4-BE49-F238E27FC236}">
                <a16:creationId xmlns:a16="http://schemas.microsoft.com/office/drawing/2014/main" id="{EA594ECF-0E1E-0146-B25A-D28D01CA597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230698" y="1800250"/>
            <a:ext cx="3615697" cy="1132827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KASTEN 2</a:t>
            </a:r>
          </a:p>
        </p:txBody>
      </p:sp>
      <p:sp>
        <p:nvSpPr>
          <p:cNvPr id="51" name="Table Placeholder 49">
            <a:extLst>
              <a:ext uri="{FF2B5EF4-FFF2-40B4-BE49-F238E27FC236}">
                <a16:creationId xmlns:a16="http://schemas.microsoft.com/office/drawing/2014/main" id="{10CCD8A4-A8DA-4E45-A971-EA708D8E1889}"/>
              </a:ext>
            </a:extLst>
          </p:cNvPr>
          <p:cNvSpPr>
            <a:spLocks noGrp="1"/>
          </p:cNvSpPr>
          <p:nvPr>
            <p:ph type="tbl" sz="quarter" idx="30"/>
          </p:nvPr>
        </p:nvSpPr>
        <p:spPr>
          <a:xfrm>
            <a:off x="749301" y="3922713"/>
            <a:ext cx="10328430" cy="1528762"/>
          </a:xfrm>
        </p:spPr>
        <p:txBody>
          <a:bodyPr/>
          <a:lstStyle/>
          <a:p>
            <a:endParaRPr lang="en-US"/>
          </a:p>
        </p:txBody>
      </p:sp>
      <p:sp>
        <p:nvSpPr>
          <p:cNvPr id="54" name="Text Placeholder 39">
            <a:extLst>
              <a:ext uri="{FF2B5EF4-FFF2-40B4-BE49-F238E27FC236}">
                <a16:creationId xmlns:a16="http://schemas.microsoft.com/office/drawing/2014/main" id="{9B43F299-847B-7A4B-BBB2-884272734752}"/>
              </a:ext>
            </a:extLst>
          </p:cNvPr>
          <p:cNvSpPr>
            <a:spLocks noGrp="1" noChangeAspect="1"/>
          </p:cNvSpPr>
          <p:nvPr>
            <p:ph type="body" sz="quarter" idx="31"/>
          </p:nvPr>
        </p:nvSpPr>
        <p:spPr>
          <a:xfrm>
            <a:off x="10150747" y="3591973"/>
            <a:ext cx="643951" cy="640800"/>
          </a:xfrm>
          <a:prstGeom prst="round2DiagRect">
            <a:avLst>
              <a:gd name="adj1" fmla="val 26492"/>
              <a:gd name="adj2" fmla="val 0"/>
            </a:avLst>
          </a:prstGeom>
          <a:solidFill>
            <a:srgbClr val="F08262">
              <a:alpha val="88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800" b="1" i="0" dirty="0">
                <a:noFill/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55" name="Picture Placeholder 37">
            <a:extLst>
              <a:ext uri="{FF2B5EF4-FFF2-40B4-BE49-F238E27FC236}">
                <a16:creationId xmlns:a16="http://schemas.microsoft.com/office/drawing/2014/main" id="{7BEF53C6-9BD3-CB4C-8599-4BAEA08924E9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10321522" y="3761173"/>
            <a:ext cx="302400" cy="302400"/>
          </a:xfrm>
          <a:noFill/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59" name="Text Placeholder 39">
            <a:extLst>
              <a:ext uri="{FF2B5EF4-FFF2-40B4-BE49-F238E27FC236}">
                <a16:creationId xmlns:a16="http://schemas.microsoft.com/office/drawing/2014/main" id="{A03DD3A4-5A9B-A64F-BF7F-78FF3B1008FA}"/>
              </a:ext>
            </a:extLst>
          </p:cNvPr>
          <p:cNvSpPr>
            <a:spLocks noGrp="1" noChangeAspect="1"/>
          </p:cNvSpPr>
          <p:nvPr>
            <p:ph type="body" sz="quarter" idx="34"/>
          </p:nvPr>
        </p:nvSpPr>
        <p:spPr>
          <a:xfrm>
            <a:off x="4306995" y="1468884"/>
            <a:ext cx="643951" cy="640800"/>
          </a:xfrm>
          <a:prstGeom prst="round2DiagRect">
            <a:avLst>
              <a:gd name="adj1" fmla="val 26492"/>
              <a:gd name="adj2" fmla="val 0"/>
            </a:avLst>
          </a:prstGeom>
          <a:solidFill>
            <a:srgbClr val="F08262">
              <a:alpha val="88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800" b="1" i="0" dirty="0">
                <a:noFill/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60" name="Picture Placeholder 37">
            <a:extLst>
              <a:ext uri="{FF2B5EF4-FFF2-40B4-BE49-F238E27FC236}">
                <a16:creationId xmlns:a16="http://schemas.microsoft.com/office/drawing/2014/main" id="{64E9897B-995A-C64E-9992-32B1393F2C26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477770" y="1638084"/>
            <a:ext cx="302400" cy="302400"/>
          </a:xfrm>
          <a:noFill/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8319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4384">
          <p15:clr>
            <a:srgbClr val="FBAE40"/>
          </p15:clr>
        </p15:guide>
        <p15:guide id="3" pos="706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CEFE4BF5-AC30-4694-8771-F714A393381D}"/>
              </a:ext>
            </a:extLst>
          </p:cNvPr>
          <p:cNvSpPr/>
          <p:nvPr userDrawn="1"/>
        </p:nvSpPr>
        <p:spPr>
          <a:xfrm>
            <a:off x="0" y="0"/>
            <a:ext cx="12192000" cy="1211283"/>
          </a:xfrm>
          <a:prstGeom prst="rect">
            <a:avLst/>
          </a:prstGeom>
          <a:solidFill>
            <a:schemeClr val="bg1">
              <a:alpha val="79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 Diagonal Corner Rectangle 29">
            <a:extLst>
              <a:ext uri="{FF2B5EF4-FFF2-40B4-BE49-F238E27FC236}">
                <a16:creationId xmlns:a16="http://schemas.microsoft.com/office/drawing/2014/main" id="{CF6627C1-68C4-6347-AF88-A7B863F5F9EC}"/>
              </a:ext>
            </a:extLst>
          </p:cNvPr>
          <p:cNvSpPr/>
          <p:nvPr userDrawn="1"/>
        </p:nvSpPr>
        <p:spPr>
          <a:xfrm>
            <a:off x="1302039" y="3776955"/>
            <a:ext cx="2280610" cy="2265631"/>
          </a:xfrm>
          <a:prstGeom prst="round2DiagRect">
            <a:avLst>
              <a:gd name="adj1" fmla="val 25644"/>
              <a:gd name="adj2" fmla="val 0"/>
            </a:avLst>
          </a:prstGeom>
          <a:solidFill>
            <a:srgbClr val="8CAECA">
              <a:alpha val="88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pic>
        <p:nvPicPr>
          <p:cNvPr id="7" name="Bild 10">
            <a:extLst>
              <a:ext uri="{FF2B5EF4-FFF2-40B4-BE49-F238E27FC236}">
                <a16:creationId xmlns:a16="http://schemas.microsoft.com/office/drawing/2014/main" id="{E2AABC96-8504-1E4D-8D3B-09F372A74C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98767" y="366592"/>
            <a:ext cx="2158722" cy="42074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12641EB-C1DC-8942-846B-176ADC76B378}"/>
              </a:ext>
            </a:extLst>
          </p:cNvPr>
          <p:cNvSpPr txBox="1">
            <a:spLocks/>
          </p:cNvSpPr>
          <p:nvPr userDrawn="1"/>
        </p:nvSpPr>
        <p:spPr>
          <a:xfrm>
            <a:off x="503660" y="6415802"/>
            <a:ext cx="1175322" cy="24622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100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strictly confidential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5E06917-8617-6442-A926-74C4E0D2436B}"/>
              </a:ext>
            </a:extLst>
          </p:cNvPr>
          <p:cNvSpPr txBox="1">
            <a:spLocks/>
          </p:cNvSpPr>
          <p:nvPr userDrawn="1"/>
        </p:nvSpPr>
        <p:spPr>
          <a:xfrm>
            <a:off x="11320538" y="6415802"/>
            <a:ext cx="336951" cy="24622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96CFC63-A147-BE40-8754-0D0125E46BD0}" type="slidenum">
              <a:rPr lang="de-DE" sz="1000" smtClean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pPr/>
              <a:t>‹Nº›</a:t>
            </a:fld>
            <a:r>
              <a:rPr lang="de-DE" sz="100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|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56009B23-0046-8447-93A6-5A3B54ACD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545" y="204622"/>
            <a:ext cx="8901598" cy="7125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13" name="image13.png" descr="image13.png">
            <a:extLst>
              <a:ext uri="{FF2B5EF4-FFF2-40B4-BE49-F238E27FC236}">
                <a16:creationId xmlns:a16="http://schemas.microsoft.com/office/drawing/2014/main" id="{EBB454DF-7CF6-B244-8C0D-B72EEEC69C1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89816" y="1961834"/>
            <a:ext cx="4377304" cy="3816462"/>
          </a:xfrm>
          <a:prstGeom prst="rect">
            <a:avLst/>
          </a:prstGeom>
          <a:ln w="12700">
            <a:miter lim="400000"/>
          </a:ln>
        </p:spPr>
      </p:pic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EA1940B4-9A29-5C4D-B79A-6F6D7EABB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77581" y="2188934"/>
            <a:ext cx="3999991" cy="2265620"/>
          </a:xfrm>
          <a:custGeom>
            <a:avLst/>
            <a:gdLst>
              <a:gd name="connsiteX0" fmla="*/ 0 w 3999991"/>
              <a:gd name="connsiteY0" fmla="*/ 0 h 2265620"/>
              <a:gd name="connsiteX1" fmla="*/ 3999991 w 3999991"/>
              <a:gd name="connsiteY1" fmla="*/ 0 h 2265620"/>
              <a:gd name="connsiteX2" fmla="*/ 3999991 w 3999991"/>
              <a:gd name="connsiteY2" fmla="*/ 1000255 h 2265620"/>
              <a:gd name="connsiteX3" fmla="*/ 3330523 w 3999991"/>
              <a:gd name="connsiteY3" fmla="*/ 1000255 h 2265620"/>
              <a:gd name="connsiteX4" fmla="*/ 3218140 w 3999991"/>
              <a:gd name="connsiteY4" fmla="*/ 1112638 h 2265620"/>
              <a:gd name="connsiteX5" fmla="*/ 3218140 w 3999991"/>
              <a:gd name="connsiteY5" fmla="*/ 2265620 h 2265620"/>
              <a:gd name="connsiteX6" fmla="*/ 1016830 w 3999991"/>
              <a:gd name="connsiteY6" fmla="*/ 2265620 h 2265620"/>
              <a:gd name="connsiteX7" fmla="*/ 1016830 w 3999991"/>
              <a:gd name="connsiteY7" fmla="*/ 1189440 h 2265620"/>
              <a:gd name="connsiteX8" fmla="*/ 896456 w 3999991"/>
              <a:gd name="connsiteY8" fmla="*/ 1069066 h 2265620"/>
              <a:gd name="connsiteX9" fmla="*/ 0 w 3999991"/>
              <a:gd name="connsiteY9" fmla="*/ 1069066 h 226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999991" h="2265620">
                <a:moveTo>
                  <a:pt x="0" y="0"/>
                </a:moveTo>
                <a:lnTo>
                  <a:pt x="3999991" y="0"/>
                </a:lnTo>
                <a:lnTo>
                  <a:pt x="3999991" y="1000255"/>
                </a:lnTo>
                <a:lnTo>
                  <a:pt x="3330523" y="1000255"/>
                </a:lnTo>
                <a:cubicBezTo>
                  <a:pt x="3268456" y="1000255"/>
                  <a:pt x="3218140" y="1050571"/>
                  <a:pt x="3218140" y="1112638"/>
                </a:cubicBezTo>
                <a:lnTo>
                  <a:pt x="3218140" y="2265620"/>
                </a:lnTo>
                <a:lnTo>
                  <a:pt x="1016830" y="2265620"/>
                </a:lnTo>
                <a:lnTo>
                  <a:pt x="1016830" y="1189440"/>
                </a:lnTo>
                <a:cubicBezTo>
                  <a:pt x="1016830" y="1122959"/>
                  <a:pt x="962937" y="1069066"/>
                  <a:pt x="896456" y="1069066"/>
                </a:cubicBezTo>
                <a:lnTo>
                  <a:pt x="0" y="106906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1" name="Text Placeholder 39">
            <a:extLst>
              <a:ext uri="{FF2B5EF4-FFF2-40B4-BE49-F238E27FC236}">
                <a16:creationId xmlns:a16="http://schemas.microsoft.com/office/drawing/2014/main" id="{6AEBA60C-3236-244B-B1E1-757D479DE9CB}"/>
              </a:ext>
            </a:extLst>
          </p:cNvPr>
          <p:cNvSpPr>
            <a:spLocks noGrp="1" noChangeAspect="1"/>
          </p:cNvSpPr>
          <p:nvPr>
            <p:ph type="body" sz="quarter" idx="21"/>
          </p:nvPr>
        </p:nvSpPr>
        <p:spPr>
          <a:xfrm>
            <a:off x="8332426" y="1443489"/>
            <a:ext cx="835087" cy="831001"/>
          </a:xfrm>
          <a:prstGeom prst="round2DiagRect">
            <a:avLst>
              <a:gd name="adj1" fmla="val 26492"/>
              <a:gd name="adj2" fmla="val 0"/>
            </a:avLst>
          </a:prstGeom>
          <a:solidFill>
            <a:srgbClr val="F08262">
              <a:alpha val="88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800" b="1" i="0" dirty="0">
                <a:noFill/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algn="ctr"/>
            <a:endParaRPr lang="en-US"/>
          </a:p>
        </p:txBody>
      </p:sp>
      <p:pic>
        <p:nvPicPr>
          <p:cNvPr id="15" name="image12.png" descr="image12.png">
            <a:extLst>
              <a:ext uri="{FF2B5EF4-FFF2-40B4-BE49-F238E27FC236}">
                <a16:creationId xmlns:a16="http://schemas.microsoft.com/office/drawing/2014/main" id="{E8886F56-BD43-BF4C-B1B8-6A9B87F408C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53124" y="3103633"/>
            <a:ext cx="4861871" cy="2820898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Picture Placeholder 37">
            <a:extLst>
              <a:ext uri="{FF2B5EF4-FFF2-40B4-BE49-F238E27FC236}">
                <a16:creationId xmlns:a16="http://schemas.microsoft.com/office/drawing/2014/main" id="{4928E2D6-FDB6-E442-89B8-0129A8004DD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096009" y="3429000"/>
            <a:ext cx="3210637" cy="2005294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US"/>
          </a:p>
        </p:txBody>
      </p:sp>
      <p:pic>
        <p:nvPicPr>
          <p:cNvPr id="14" name="image9.png" descr="image9.png">
            <a:extLst>
              <a:ext uri="{FF2B5EF4-FFF2-40B4-BE49-F238E27FC236}">
                <a16:creationId xmlns:a16="http://schemas.microsoft.com/office/drawing/2014/main" id="{1C7DE4DB-2899-6149-A5CE-4E6588B4EF6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76013" y="3189189"/>
            <a:ext cx="2074595" cy="2821866"/>
          </a:xfrm>
          <a:prstGeom prst="rect">
            <a:avLst/>
          </a:prstGeom>
          <a:ln w="12700">
            <a:miter lim="400000"/>
          </a:ln>
        </p:spPr>
      </p:pic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0155780A-811F-9A4F-8E78-FA806B2816E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799294" y="3375212"/>
            <a:ext cx="1647265" cy="2232212"/>
          </a:xfrm>
          <a:custGeom>
            <a:avLst/>
            <a:gdLst>
              <a:gd name="connsiteX0" fmla="*/ 0 w 1647265"/>
              <a:gd name="connsiteY0" fmla="*/ 0 h 2232212"/>
              <a:gd name="connsiteX1" fmla="*/ 1647265 w 1647265"/>
              <a:gd name="connsiteY1" fmla="*/ 0 h 2232212"/>
              <a:gd name="connsiteX2" fmla="*/ 1647265 w 1647265"/>
              <a:gd name="connsiteY2" fmla="*/ 520874 h 2232212"/>
              <a:gd name="connsiteX3" fmla="*/ 1369448 w 1647265"/>
              <a:gd name="connsiteY3" fmla="*/ 520874 h 2232212"/>
              <a:gd name="connsiteX4" fmla="*/ 1249074 w 1647265"/>
              <a:gd name="connsiteY4" fmla="*/ 641248 h 2232212"/>
              <a:gd name="connsiteX5" fmla="*/ 1249074 w 1647265"/>
              <a:gd name="connsiteY5" fmla="*/ 2232212 h 2232212"/>
              <a:gd name="connsiteX6" fmla="*/ 0 w 1647265"/>
              <a:gd name="connsiteY6" fmla="*/ 2232212 h 2232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47265" h="2232212">
                <a:moveTo>
                  <a:pt x="0" y="0"/>
                </a:moveTo>
                <a:lnTo>
                  <a:pt x="1647265" y="0"/>
                </a:lnTo>
                <a:lnTo>
                  <a:pt x="1647265" y="520874"/>
                </a:lnTo>
                <a:lnTo>
                  <a:pt x="1369448" y="520874"/>
                </a:lnTo>
                <a:cubicBezTo>
                  <a:pt x="1302967" y="520874"/>
                  <a:pt x="1249074" y="574767"/>
                  <a:pt x="1249074" y="641248"/>
                </a:cubicBezTo>
                <a:lnTo>
                  <a:pt x="1249074" y="2232212"/>
                </a:lnTo>
                <a:lnTo>
                  <a:pt x="0" y="223221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5" name="Picture Placeholder 37">
            <a:extLst>
              <a:ext uri="{FF2B5EF4-FFF2-40B4-BE49-F238E27FC236}">
                <a16:creationId xmlns:a16="http://schemas.microsoft.com/office/drawing/2014/main" id="{B36B04AB-3A63-694F-AF3E-DA03A6513B8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093200" y="3933453"/>
            <a:ext cx="886809" cy="1844843"/>
          </a:xfrm>
          <a:prstGeom prst="roundRect">
            <a:avLst>
              <a:gd name="adj" fmla="val 12166"/>
            </a:avLst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1BD75AE-25FD-B741-AB53-1BCCDDF5CB15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96521" y="3870065"/>
            <a:ext cx="1042862" cy="201269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176317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7">
            <a:extLst>
              <a:ext uri="{FF2B5EF4-FFF2-40B4-BE49-F238E27FC236}">
                <a16:creationId xmlns:a16="http://schemas.microsoft.com/office/drawing/2014/main" id="{DC1F0DF2-063F-FA4C-8F02-0B502ACD89A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233487"/>
            <a:ext cx="12192000" cy="4252912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pic>
        <p:nvPicPr>
          <p:cNvPr id="6" name="Bild 10">
            <a:extLst>
              <a:ext uri="{FF2B5EF4-FFF2-40B4-BE49-F238E27FC236}">
                <a16:creationId xmlns:a16="http://schemas.microsoft.com/office/drawing/2014/main" id="{40FEF7DA-B585-124C-859F-3B334AF480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98767" y="366592"/>
            <a:ext cx="2158722" cy="420741"/>
          </a:xfrm>
          <a:prstGeom prst="rect">
            <a:avLst/>
          </a:prstGeom>
        </p:spPr>
      </p:pic>
      <p:sp>
        <p:nvSpPr>
          <p:cNvPr id="14" name="Text Placeholder 39">
            <a:extLst>
              <a:ext uri="{FF2B5EF4-FFF2-40B4-BE49-F238E27FC236}">
                <a16:creationId xmlns:a16="http://schemas.microsoft.com/office/drawing/2014/main" id="{95474656-F946-814F-A71A-BD6FCF6D1C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938" y="4665497"/>
            <a:ext cx="7719624" cy="1660132"/>
          </a:xfrm>
          <a:prstGeom prst="roundRect">
            <a:avLst/>
          </a:prstGeom>
          <a:solidFill>
            <a:schemeClr val="bg1">
              <a:alpha val="79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800" dirty="0">
                <a:solidFill>
                  <a:schemeClr val="lt1"/>
                </a:solidFill>
                <a:latin typeface="+mn-lt"/>
              </a:defRPr>
            </a:lvl1pPr>
          </a:lstStyle>
          <a:p>
            <a:pPr marL="0" lvl="0" algn="ctr"/>
            <a:r>
              <a:rPr lang="en-US"/>
              <a:t>.</a:t>
            </a:r>
          </a:p>
        </p:txBody>
      </p:sp>
      <p:sp>
        <p:nvSpPr>
          <p:cNvPr id="21" name="Text Placeholder 39">
            <a:extLst>
              <a:ext uri="{FF2B5EF4-FFF2-40B4-BE49-F238E27FC236}">
                <a16:creationId xmlns:a16="http://schemas.microsoft.com/office/drawing/2014/main" id="{AF9D4C24-ACBB-DD49-9582-57530A5619BE}"/>
              </a:ext>
            </a:extLst>
          </p:cNvPr>
          <p:cNvSpPr>
            <a:spLocks noGrp="1" noChangeAspect="1"/>
          </p:cNvSpPr>
          <p:nvPr>
            <p:ph type="body" sz="quarter" idx="20"/>
          </p:nvPr>
        </p:nvSpPr>
        <p:spPr>
          <a:xfrm>
            <a:off x="7075880" y="4313689"/>
            <a:ext cx="984015" cy="979200"/>
          </a:xfrm>
          <a:prstGeom prst="round2DiagRect">
            <a:avLst>
              <a:gd name="adj1" fmla="val 26492"/>
              <a:gd name="adj2" fmla="val 0"/>
            </a:avLst>
          </a:prstGeom>
          <a:solidFill>
            <a:schemeClr val="tx2">
              <a:alpha val="88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800" b="1" i="0" dirty="0">
                <a:noFill/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22" name="Picture Placeholder 37">
            <a:extLst>
              <a:ext uri="{FF2B5EF4-FFF2-40B4-BE49-F238E27FC236}">
                <a16:creationId xmlns:a16="http://schemas.microsoft.com/office/drawing/2014/main" id="{32767470-453B-0F45-B245-E6FBC69E8520}"/>
              </a:ext>
            </a:extLst>
          </p:cNvPr>
          <p:cNvSpPr>
            <a:spLocks noGrp="1" noChangeAspect="1"/>
          </p:cNvSpPr>
          <p:nvPr>
            <p:ph type="pic" sz="quarter" idx="21"/>
          </p:nvPr>
        </p:nvSpPr>
        <p:spPr>
          <a:xfrm>
            <a:off x="7313125" y="4569289"/>
            <a:ext cx="509524" cy="468000"/>
          </a:xfrm>
          <a:noFill/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F933BAE-BE2F-5849-BEEA-162BEBACF4E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87964" y="4902133"/>
            <a:ext cx="5028114" cy="571456"/>
          </a:xfrm>
        </p:spPr>
        <p:txBody>
          <a:bodyPr>
            <a:noAutofit/>
          </a:bodyPr>
          <a:lstStyle>
            <a:lvl1pPr marL="0" indent="0">
              <a:buNone/>
              <a:defRPr sz="4000" b="1" i="0">
                <a:solidFill>
                  <a:srgbClr val="F0826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HANDEL IM WANDEL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C7A72F26-B83A-3F45-B216-E11CFEDB2EE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87964" y="5506116"/>
            <a:ext cx="5028114" cy="627761"/>
          </a:xfrm>
        </p:spPr>
        <p:txBody>
          <a:bodyPr>
            <a:noAutofit/>
          </a:bodyPr>
          <a:lstStyle>
            <a:lvl1pPr marL="0" indent="0">
              <a:buNone/>
              <a:defRPr sz="4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LOREM IPSUM</a:t>
            </a:r>
          </a:p>
        </p:txBody>
      </p:sp>
    </p:spTree>
    <p:extLst>
      <p:ext uri="{BB962C8B-B14F-4D97-AF65-F5344CB8AC3E}">
        <p14:creationId xmlns:p14="http://schemas.microsoft.com/office/powerpoint/2010/main" val="2231090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414AE9BA-6BCD-994E-AA59-468F70B0D09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57" name="Text Placeholder 39">
            <a:extLst>
              <a:ext uri="{FF2B5EF4-FFF2-40B4-BE49-F238E27FC236}">
                <a16:creationId xmlns:a16="http://schemas.microsoft.com/office/drawing/2014/main" id="{85E40442-8704-F64A-9276-254981FF84F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0" y="4794005"/>
            <a:ext cx="12192000" cy="2063994"/>
          </a:xfrm>
          <a:prstGeom prst="round2DiagRect">
            <a:avLst>
              <a:gd name="adj1" fmla="val 0"/>
              <a:gd name="adj2" fmla="val 0"/>
            </a:avLst>
          </a:prstGeom>
          <a:solidFill>
            <a:schemeClr val="bg1">
              <a:alpha val="94000"/>
            </a:schemeClr>
          </a:solidFill>
          <a:ln>
            <a:noFill/>
          </a:ln>
          <a:effectLst>
            <a:outerShdw blurRad="1524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800" dirty="0"/>
            </a:lvl1pPr>
          </a:lstStyle>
          <a:p>
            <a:pPr marL="0" lvl="0" algn="ctr"/>
            <a:r>
              <a:rPr lang="en-US"/>
              <a:t>.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56009B23-0046-8447-93A6-5A3B54ACD7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7852" y="5263095"/>
            <a:ext cx="7780777" cy="10155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4000">
                <a:solidFill>
                  <a:srgbClr val="F0826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  <a:endParaRPr lang="en-GB"/>
          </a:p>
        </p:txBody>
      </p:sp>
      <p:sp>
        <p:nvSpPr>
          <p:cNvPr id="58" name="Picture Placeholder 37">
            <a:extLst>
              <a:ext uri="{FF2B5EF4-FFF2-40B4-BE49-F238E27FC236}">
                <a16:creationId xmlns:a16="http://schemas.microsoft.com/office/drawing/2014/main" id="{B377D474-978E-424D-B8A0-59BBB003D9C1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736481" y="5166377"/>
            <a:ext cx="3136205" cy="1208938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38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414AE9BA-6BCD-994E-AA59-468F70B0D09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57" name="Text Placeholder 39">
            <a:extLst>
              <a:ext uri="{FF2B5EF4-FFF2-40B4-BE49-F238E27FC236}">
                <a16:creationId xmlns:a16="http://schemas.microsoft.com/office/drawing/2014/main" id="{85E40442-8704-F64A-9276-254981FF84F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0" y="5297713"/>
            <a:ext cx="12192000" cy="1560285"/>
          </a:xfrm>
          <a:prstGeom prst="round2DiagRect">
            <a:avLst>
              <a:gd name="adj1" fmla="val 0"/>
              <a:gd name="adj2" fmla="val 0"/>
            </a:avLst>
          </a:prstGeom>
          <a:solidFill>
            <a:schemeClr val="bg1">
              <a:alpha val="94000"/>
            </a:schemeClr>
          </a:solidFill>
          <a:ln>
            <a:noFill/>
          </a:ln>
          <a:effectLst>
            <a:outerShdw blurRad="1524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800" dirty="0"/>
            </a:lvl1pPr>
          </a:lstStyle>
          <a:p>
            <a:pPr marL="0" lvl="0" algn="ctr"/>
            <a:r>
              <a:rPr lang="en-US"/>
              <a:t>.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56009B23-0046-8447-93A6-5A3B54ACD7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7852" y="5553380"/>
            <a:ext cx="7780777" cy="10155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4000">
                <a:solidFill>
                  <a:srgbClr val="F08262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  <a:endParaRPr lang="en-GB"/>
          </a:p>
        </p:txBody>
      </p:sp>
      <p:sp>
        <p:nvSpPr>
          <p:cNvPr id="58" name="Picture Placeholder 37">
            <a:extLst>
              <a:ext uri="{FF2B5EF4-FFF2-40B4-BE49-F238E27FC236}">
                <a16:creationId xmlns:a16="http://schemas.microsoft.com/office/drawing/2014/main" id="{B377D474-978E-424D-B8A0-59BBB003D9C1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736481" y="5456662"/>
            <a:ext cx="3136205" cy="1208938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514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8333522F-C2A9-42DE-B6B7-8468C4033F6A}"/>
              </a:ext>
            </a:extLst>
          </p:cNvPr>
          <p:cNvSpPr/>
          <p:nvPr userDrawn="1"/>
        </p:nvSpPr>
        <p:spPr>
          <a:xfrm>
            <a:off x="0" y="0"/>
            <a:ext cx="12192000" cy="1211283"/>
          </a:xfrm>
          <a:prstGeom prst="rect">
            <a:avLst/>
          </a:prstGeom>
          <a:solidFill>
            <a:schemeClr val="bg1">
              <a:alpha val="79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Bild 10">
            <a:extLst>
              <a:ext uri="{FF2B5EF4-FFF2-40B4-BE49-F238E27FC236}">
                <a16:creationId xmlns:a16="http://schemas.microsoft.com/office/drawing/2014/main" id="{E2AABC96-8504-1E4D-8D3B-09F372A74C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98767" y="366592"/>
            <a:ext cx="2158722" cy="42074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12641EB-C1DC-8942-846B-176ADC76B378}"/>
              </a:ext>
            </a:extLst>
          </p:cNvPr>
          <p:cNvSpPr txBox="1">
            <a:spLocks/>
          </p:cNvSpPr>
          <p:nvPr userDrawn="1"/>
        </p:nvSpPr>
        <p:spPr>
          <a:xfrm>
            <a:off x="503660" y="6415802"/>
            <a:ext cx="1175322" cy="24622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100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strictly confidential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5E06917-8617-6442-A926-74C4E0D2436B}"/>
              </a:ext>
            </a:extLst>
          </p:cNvPr>
          <p:cNvSpPr txBox="1">
            <a:spLocks/>
          </p:cNvSpPr>
          <p:nvPr userDrawn="1"/>
        </p:nvSpPr>
        <p:spPr>
          <a:xfrm>
            <a:off x="11293286" y="6415802"/>
            <a:ext cx="364203" cy="24622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96CFC63-A147-BE40-8754-0D0125E46BD0}" type="slidenum">
              <a:rPr lang="de-DE" sz="1000" smtClean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pPr/>
              <a:t>‹Nº›</a:t>
            </a:fld>
            <a:r>
              <a:rPr lang="de-DE" sz="100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56009B23-0046-8447-93A6-5A3B54ACD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545" y="204622"/>
            <a:ext cx="8901598" cy="7125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3645A091-00DF-406C-B1D2-41A83BA7B237}"/>
              </a:ext>
            </a:extLst>
          </p:cNvPr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852678" y="1633976"/>
            <a:ext cx="4608000" cy="2037600"/>
          </a:xfrm>
          <a:prstGeom prst="round2DiagRect">
            <a:avLst>
              <a:gd name="adj1" fmla="val 0"/>
              <a:gd name="adj2" fmla="val 0"/>
            </a:avLst>
          </a:prstGeom>
          <a:solidFill>
            <a:schemeClr val="bg1">
              <a:alpha val="79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800" dirty="0"/>
            </a:lvl1pPr>
          </a:lstStyle>
          <a:p>
            <a:pPr marL="0" lvl="0" algn="ctr"/>
            <a:r>
              <a:rPr lang="en-US"/>
              <a:t>.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5819D194-F851-45A7-9971-1DF96C452AD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78909" y="1425135"/>
            <a:ext cx="582474" cy="592053"/>
          </a:xfrm>
          <a:prstGeom prst="round2DiagRect">
            <a:avLst>
              <a:gd name="adj1" fmla="val 26492"/>
              <a:gd name="adj2" fmla="val 0"/>
            </a:avLst>
          </a:prstGeom>
          <a:solidFill>
            <a:schemeClr val="tx2">
              <a:alpha val="88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ctr">
              <a:buFontTx/>
              <a:buNone/>
              <a:defRPr lang="en-US" sz="2000" b="0" dirty="0"/>
            </a:lvl1pPr>
          </a:lstStyle>
          <a:p>
            <a:pPr marL="0" lvl="0" indent="0" algn="ctr">
              <a:buNone/>
            </a:pPr>
            <a:r>
              <a:rPr lang="en-US"/>
              <a:t>.</a:t>
            </a:r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0C50C0FF-7AB7-4550-B86C-92A0AAC2B1E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55124" y="2087904"/>
            <a:ext cx="2400878" cy="369332"/>
          </a:xfrm>
        </p:spPr>
        <p:txBody>
          <a:bodyPr wrap="square" lIns="90000" anchor="t" anchorCtr="0">
            <a:sp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56D327C6-D519-4F6D-B8ED-3F78F5C4EA0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5124" y="2613645"/>
            <a:ext cx="3005821" cy="286232"/>
          </a:xfrm>
        </p:spPr>
        <p:txBody>
          <a:bodyPr wrap="square" lIns="90000" anchor="t" anchorCtr="0">
            <a:spAutoFit/>
          </a:bodyPr>
          <a:lstStyle>
            <a:lvl1pPr marL="0" indent="0">
              <a:buNone/>
              <a:defRPr sz="1400" b="0">
                <a:solidFill>
                  <a:srgbClr val="F0826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C638C639-236D-44DC-BAD4-3F775ED111E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55124" y="3074096"/>
            <a:ext cx="3005821" cy="286232"/>
          </a:xfrm>
        </p:spPr>
        <p:txBody>
          <a:bodyPr wrap="square" lIns="90000" anchor="t" anchorCtr="0">
            <a:spAutoFit/>
          </a:bodyPr>
          <a:lstStyle>
            <a:lvl1pPr marL="0" indent="0">
              <a:buNone/>
              <a:defRPr sz="1400" b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6" name="Picture Placeholder 37">
            <a:extLst>
              <a:ext uri="{FF2B5EF4-FFF2-40B4-BE49-F238E27FC236}">
                <a16:creationId xmlns:a16="http://schemas.microsoft.com/office/drawing/2014/main" id="{F860F9DF-7957-4BB0-9E9D-C033646B3E62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133594" y="2562304"/>
            <a:ext cx="829665" cy="411715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endParaRPr lang="en-US"/>
          </a:p>
        </p:txBody>
      </p:sp>
      <p:sp>
        <p:nvSpPr>
          <p:cNvPr id="47" name="Text Placeholder 39">
            <a:extLst>
              <a:ext uri="{FF2B5EF4-FFF2-40B4-BE49-F238E27FC236}">
                <a16:creationId xmlns:a16="http://schemas.microsoft.com/office/drawing/2014/main" id="{377BC90E-8C1F-4BD9-BF30-108F74B7E09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437594" y="1631473"/>
            <a:ext cx="4608000" cy="2037600"/>
          </a:xfrm>
          <a:prstGeom prst="round2DiagRect">
            <a:avLst>
              <a:gd name="adj1" fmla="val 0"/>
              <a:gd name="adj2" fmla="val 0"/>
            </a:avLst>
          </a:prstGeom>
          <a:solidFill>
            <a:schemeClr val="bg1">
              <a:alpha val="79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800" dirty="0"/>
            </a:lvl1pPr>
          </a:lstStyle>
          <a:p>
            <a:pPr marL="0" lvl="0" algn="ctr"/>
            <a:r>
              <a:rPr lang="en-US"/>
              <a:t>.</a:t>
            </a:r>
          </a:p>
        </p:txBody>
      </p:sp>
      <p:sp>
        <p:nvSpPr>
          <p:cNvPr id="48" name="Text Placeholder 39">
            <a:extLst>
              <a:ext uri="{FF2B5EF4-FFF2-40B4-BE49-F238E27FC236}">
                <a16:creationId xmlns:a16="http://schemas.microsoft.com/office/drawing/2014/main" id="{B1DB775D-E03F-461D-BC75-8C0BF25706F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463825" y="1422632"/>
            <a:ext cx="582474" cy="592053"/>
          </a:xfrm>
          <a:prstGeom prst="round2DiagRect">
            <a:avLst>
              <a:gd name="adj1" fmla="val 26492"/>
              <a:gd name="adj2" fmla="val 0"/>
            </a:avLst>
          </a:prstGeom>
          <a:solidFill>
            <a:srgbClr val="F08262">
              <a:alpha val="88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ctr">
              <a:buFontTx/>
              <a:buNone/>
              <a:defRPr lang="en-US" sz="2000" b="0" dirty="0"/>
            </a:lvl1pPr>
          </a:lstStyle>
          <a:p>
            <a:pPr marL="0" lvl="0" indent="0" algn="ctr">
              <a:buNone/>
            </a:pPr>
            <a:r>
              <a:rPr lang="en-US"/>
              <a:t>.</a:t>
            </a:r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1AF0F528-D82C-4F23-BA51-72DF6DB98C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40040" y="2085401"/>
            <a:ext cx="2400878" cy="369332"/>
          </a:xfrm>
        </p:spPr>
        <p:txBody>
          <a:bodyPr wrap="square" lIns="90000" anchor="t" anchorCtr="0">
            <a:sp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6F3E225F-9429-41F0-8DBD-63A0AE4D4B4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540040" y="2611142"/>
            <a:ext cx="3005821" cy="286232"/>
          </a:xfrm>
        </p:spPr>
        <p:txBody>
          <a:bodyPr wrap="square" lIns="90000" anchor="t" anchorCtr="0">
            <a:spAutoFit/>
          </a:bodyPr>
          <a:lstStyle>
            <a:lvl1pPr marL="0" indent="0">
              <a:buNone/>
              <a:defRPr sz="1400" b="0">
                <a:solidFill>
                  <a:srgbClr val="F0826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1" name="Text Placeholder 39">
            <a:extLst>
              <a:ext uri="{FF2B5EF4-FFF2-40B4-BE49-F238E27FC236}">
                <a16:creationId xmlns:a16="http://schemas.microsoft.com/office/drawing/2014/main" id="{2CAB2D79-AD07-4091-A1E6-3CCE48C4766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540040" y="3071593"/>
            <a:ext cx="3005821" cy="286232"/>
          </a:xfrm>
        </p:spPr>
        <p:txBody>
          <a:bodyPr wrap="square" lIns="90000" anchor="t" anchorCtr="0">
            <a:spAutoFit/>
          </a:bodyPr>
          <a:lstStyle>
            <a:lvl1pPr marL="0" indent="0">
              <a:buNone/>
              <a:defRPr sz="1400" b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2" name="Picture Placeholder 37">
            <a:extLst>
              <a:ext uri="{FF2B5EF4-FFF2-40B4-BE49-F238E27FC236}">
                <a16:creationId xmlns:a16="http://schemas.microsoft.com/office/drawing/2014/main" id="{2A97EAEA-1AFA-4551-8B18-4F98E4EEC138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9718510" y="2559801"/>
            <a:ext cx="829665" cy="411715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endParaRPr lang="en-US"/>
          </a:p>
        </p:txBody>
      </p:sp>
      <p:sp>
        <p:nvSpPr>
          <p:cNvPr id="53" name="Text Placeholder 39">
            <a:extLst>
              <a:ext uri="{FF2B5EF4-FFF2-40B4-BE49-F238E27FC236}">
                <a16:creationId xmlns:a16="http://schemas.microsoft.com/office/drawing/2014/main" id="{15EC50A1-0DA1-4271-BCAE-3AADAFCDA2F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52678" y="4025756"/>
            <a:ext cx="4608000" cy="2037600"/>
          </a:xfrm>
          <a:prstGeom prst="round2DiagRect">
            <a:avLst>
              <a:gd name="adj1" fmla="val 0"/>
              <a:gd name="adj2" fmla="val 0"/>
            </a:avLst>
          </a:prstGeom>
          <a:solidFill>
            <a:schemeClr val="bg1">
              <a:alpha val="79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800" dirty="0"/>
            </a:lvl1pPr>
          </a:lstStyle>
          <a:p>
            <a:pPr marL="0" lvl="0" algn="ctr"/>
            <a:r>
              <a:rPr lang="en-US"/>
              <a:t>.</a:t>
            </a:r>
          </a:p>
        </p:txBody>
      </p:sp>
      <p:sp>
        <p:nvSpPr>
          <p:cNvPr id="54" name="Text Placeholder 39">
            <a:extLst>
              <a:ext uri="{FF2B5EF4-FFF2-40B4-BE49-F238E27FC236}">
                <a16:creationId xmlns:a16="http://schemas.microsoft.com/office/drawing/2014/main" id="{75A82189-7D12-46D6-A55B-F7C7D16308E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878909" y="3816915"/>
            <a:ext cx="582474" cy="592053"/>
          </a:xfrm>
          <a:prstGeom prst="round2DiagRect">
            <a:avLst>
              <a:gd name="adj1" fmla="val 26492"/>
              <a:gd name="adj2" fmla="val 0"/>
            </a:avLst>
          </a:prstGeom>
          <a:solidFill>
            <a:srgbClr val="F08262">
              <a:alpha val="88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ctr">
              <a:buFontTx/>
              <a:buNone/>
              <a:defRPr lang="en-US" sz="2000" b="0" dirty="0"/>
            </a:lvl1pPr>
          </a:lstStyle>
          <a:p>
            <a:pPr marL="0" lvl="0" indent="0" algn="ctr">
              <a:buNone/>
            </a:pPr>
            <a:r>
              <a:rPr lang="en-US"/>
              <a:t>.</a:t>
            </a:r>
          </a:p>
        </p:txBody>
      </p:sp>
      <p:sp>
        <p:nvSpPr>
          <p:cNvPr id="55" name="Text Placeholder 39">
            <a:extLst>
              <a:ext uri="{FF2B5EF4-FFF2-40B4-BE49-F238E27FC236}">
                <a16:creationId xmlns:a16="http://schemas.microsoft.com/office/drawing/2014/main" id="{50DC3F76-D931-4206-B0AD-79DE7C78CCE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55124" y="4479684"/>
            <a:ext cx="2400878" cy="369332"/>
          </a:xfrm>
        </p:spPr>
        <p:txBody>
          <a:bodyPr wrap="square" lIns="90000" anchor="t" anchorCtr="0">
            <a:sp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6" name="Text Placeholder 39">
            <a:extLst>
              <a:ext uri="{FF2B5EF4-FFF2-40B4-BE49-F238E27FC236}">
                <a16:creationId xmlns:a16="http://schemas.microsoft.com/office/drawing/2014/main" id="{EFEF96F5-2E26-425E-BEFE-723F9486ED8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55124" y="5005425"/>
            <a:ext cx="3005821" cy="286232"/>
          </a:xfrm>
        </p:spPr>
        <p:txBody>
          <a:bodyPr wrap="square" lIns="90000" anchor="t" anchorCtr="0">
            <a:spAutoFit/>
          </a:bodyPr>
          <a:lstStyle>
            <a:lvl1pPr marL="0" indent="0">
              <a:buNone/>
              <a:defRPr sz="1400" b="0">
                <a:solidFill>
                  <a:srgbClr val="F0826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7" name="Text Placeholder 39">
            <a:extLst>
              <a:ext uri="{FF2B5EF4-FFF2-40B4-BE49-F238E27FC236}">
                <a16:creationId xmlns:a16="http://schemas.microsoft.com/office/drawing/2014/main" id="{3087A5EF-DB08-47E1-8BDD-D2B72346840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55124" y="5465876"/>
            <a:ext cx="3005821" cy="286232"/>
          </a:xfrm>
        </p:spPr>
        <p:txBody>
          <a:bodyPr wrap="square" lIns="90000" anchor="t" anchorCtr="0">
            <a:spAutoFit/>
          </a:bodyPr>
          <a:lstStyle>
            <a:lvl1pPr marL="0" indent="0">
              <a:buNone/>
              <a:defRPr sz="1400" b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8" name="Picture Placeholder 37">
            <a:extLst>
              <a:ext uri="{FF2B5EF4-FFF2-40B4-BE49-F238E27FC236}">
                <a16:creationId xmlns:a16="http://schemas.microsoft.com/office/drawing/2014/main" id="{262F8A43-FCF0-4142-A5CA-67B31C52A136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4133594" y="4954084"/>
            <a:ext cx="829665" cy="411715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endParaRPr lang="en-US"/>
          </a:p>
        </p:txBody>
      </p:sp>
      <p:sp>
        <p:nvSpPr>
          <p:cNvPr id="59" name="Text Placeholder 39">
            <a:extLst>
              <a:ext uri="{FF2B5EF4-FFF2-40B4-BE49-F238E27FC236}">
                <a16:creationId xmlns:a16="http://schemas.microsoft.com/office/drawing/2014/main" id="{52B191E8-7F25-4681-9F6F-0F9F1E30C33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437594" y="4023253"/>
            <a:ext cx="4608000" cy="2037600"/>
          </a:xfrm>
          <a:prstGeom prst="round2DiagRect">
            <a:avLst>
              <a:gd name="adj1" fmla="val 0"/>
              <a:gd name="adj2" fmla="val 0"/>
            </a:avLst>
          </a:prstGeom>
          <a:solidFill>
            <a:schemeClr val="bg1">
              <a:alpha val="79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800" dirty="0"/>
            </a:lvl1pPr>
          </a:lstStyle>
          <a:p>
            <a:pPr marL="0" lvl="0" algn="ctr"/>
            <a:r>
              <a:rPr lang="en-US"/>
              <a:t>.</a:t>
            </a:r>
          </a:p>
        </p:txBody>
      </p:sp>
      <p:sp>
        <p:nvSpPr>
          <p:cNvPr id="60" name="Text Placeholder 39">
            <a:extLst>
              <a:ext uri="{FF2B5EF4-FFF2-40B4-BE49-F238E27FC236}">
                <a16:creationId xmlns:a16="http://schemas.microsoft.com/office/drawing/2014/main" id="{D3CC6421-25DF-4A5D-BF2F-687C9C29AC2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0463825" y="3814412"/>
            <a:ext cx="582474" cy="592053"/>
          </a:xfrm>
          <a:prstGeom prst="round2DiagRect">
            <a:avLst>
              <a:gd name="adj1" fmla="val 26492"/>
              <a:gd name="adj2" fmla="val 0"/>
            </a:avLst>
          </a:prstGeom>
          <a:solidFill>
            <a:schemeClr val="tx2">
              <a:alpha val="88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228600" indent="-228600" algn="ctr">
              <a:buFontTx/>
              <a:buNone/>
              <a:defRPr lang="en-US" sz="2000" b="0" dirty="0"/>
            </a:lvl1pPr>
          </a:lstStyle>
          <a:p>
            <a:pPr marL="0" lvl="0" indent="0" algn="ctr">
              <a:buNone/>
            </a:pPr>
            <a:r>
              <a:rPr lang="en-US"/>
              <a:t>.</a:t>
            </a:r>
          </a:p>
        </p:txBody>
      </p:sp>
      <p:sp>
        <p:nvSpPr>
          <p:cNvPr id="61" name="Text Placeholder 39">
            <a:extLst>
              <a:ext uri="{FF2B5EF4-FFF2-40B4-BE49-F238E27FC236}">
                <a16:creationId xmlns:a16="http://schemas.microsoft.com/office/drawing/2014/main" id="{08455D1D-128C-413E-BB30-BF5DD9145A1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540040" y="4477181"/>
            <a:ext cx="2400878" cy="369332"/>
          </a:xfrm>
        </p:spPr>
        <p:txBody>
          <a:bodyPr wrap="square" lIns="90000" anchor="t" anchorCtr="0">
            <a:sp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2" name="Text Placeholder 39">
            <a:extLst>
              <a:ext uri="{FF2B5EF4-FFF2-40B4-BE49-F238E27FC236}">
                <a16:creationId xmlns:a16="http://schemas.microsoft.com/office/drawing/2014/main" id="{1D78E0A2-8782-4089-B9DB-5ED6515A684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540040" y="5002922"/>
            <a:ext cx="3005821" cy="286232"/>
          </a:xfrm>
        </p:spPr>
        <p:txBody>
          <a:bodyPr wrap="square" lIns="90000" anchor="t" anchorCtr="0">
            <a:spAutoFit/>
          </a:bodyPr>
          <a:lstStyle>
            <a:lvl1pPr marL="0" indent="0">
              <a:buNone/>
              <a:defRPr sz="1400" b="0">
                <a:solidFill>
                  <a:srgbClr val="F0826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3" name="Text Placeholder 39">
            <a:extLst>
              <a:ext uri="{FF2B5EF4-FFF2-40B4-BE49-F238E27FC236}">
                <a16:creationId xmlns:a16="http://schemas.microsoft.com/office/drawing/2014/main" id="{A8B8B925-0993-4EF8-994B-E3B0563609F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540040" y="5463373"/>
            <a:ext cx="3005821" cy="286232"/>
          </a:xfrm>
        </p:spPr>
        <p:txBody>
          <a:bodyPr wrap="square" lIns="90000" anchor="t" anchorCtr="0">
            <a:spAutoFit/>
          </a:bodyPr>
          <a:lstStyle>
            <a:lvl1pPr marL="0" indent="0">
              <a:buNone/>
              <a:defRPr sz="1400" b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4" name="Picture Placeholder 37">
            <a:extLst>
              <a:ext uri="{FF2B5EF4-FFF2-40B4-BE49-F238E27FC236}">
                <a16:creationId xmlns:a16="http://schemas.microsoft.com/office/drawing/2014/main" id="{F643570B-2FC1-4EFB-967A-70C77EA07526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9718510" y="4951581"/>
            <a:ext cx="829665" cy="411715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083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A1504C0-AA2D-4A7B-B541-2D00BC4B65A1}"/>
              </a:ext>
            </a:extLst>
          </p:cNvPr>
          <p:cNvSpPr/>
          <p:nvPr userDrawn="1"/>
        </p:nvSpPr>
        <p:spPr>
          <a:xfrm>
            <a:off x="0" y="0"/>
            <a:ext cx="12192000" cy="1211283"/>
          </a:xfrm>
          <a:prstGeom prst="rect">
            <a:avLst/>
          </a:prstGeom>
          <a:solidFill>
            <a:schemeClr val="bg1">
              <a:alpha val="79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9A6178D1-5DF5-4C7B-B2E7-4A49D1961B8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729210" y="1953553"/>
            <a:ext cx="3539114" cy="481726"/>
          </a:xfrm>
          <a:custGeom>
            <a:avLst/>
            <a:gdLst>
              <a:gd name="connsiteX0" fmla="*/ 240863 w 3539114"/>
              <a:gd name="connsiteY0" fmla="*/ 0 h 481726"/>
              <a:gd name="connsiteX1" fmla="*/ 3298251 w 3539114"/>
              <a:gd name="connsiteY1" fmla="*/ 0 h 481726"/>
              <a:gd name="connsiteX2" fmla="*/ 3539114 w 3539114"/>
              <a:gd name="connsiteY2" fmla="*/ 240863 h 481726"/>
              <a:gd name="connsiteX3" fmla="*/ 3298251 w 3539114"/>
              <a:gd name="connsiteY3" fmla="*/ 481726 h 481726"/>
              <a:gd name="connsiteX4" fmla="*/ 240863 w 3539114"/>
              <a:gd name="connsiteY4" fmla="*/ 481726 h 481726"/>
              <a:gd name="connsiteX5" fmla="*/ 0 w 3539114"/>
              <a:gd name="connsiteY5" fmla="*/ 240863 h 481726"/>
              <a:gd name="connsiteX6" fmla="*/ 240863 w 3539114"/>
              <a:gd name="connsiteY6" fmla="*/ 0 h 481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39114" h="481726">
                <a:moveTo>
                  <a:pt x="240863" y="0"/>
                </a:moveTo>
                <a:lnTo>
                  <a:pt x="3298251" y="0"/>
                </a:lnTo>
                <a:cubicBezTo>
                  <a:pt x="3431276" y="0"/>
                  <a:pt x="3539114" y="107838"/>
                  <a:pt x="3539114" y="240863"/>
                </a:cubicBezTo>
                <a:cubicBezTo>
                  <a:pt x="3539114" y="373888"/>
                  <a:pt x="3431276" y="481726"/>
                  <a:pt x="3298251" y="481726"/>
                </a:cubicBezTo>
                <a:lnTo>
                  <a:pt x="240863" y="481726"/>
                </a:lnTo>
                <a:cubicBezTo>
                  <a:pt x="107838" y="481726"/>
                  <a:pt x="0" y="373888"/>
                  <a:pt x="0" y="240863"/>
                </a:cubicBezTo>
                <a:cubicBezTo>
                  <a:pt x="0" y="107838"/>
                  <a:pt x="107838" y="0"/>
                  <a:pt x="240863" y="0"/>
                </a:cubicBezTo>
                <a:close/>
              </a:path>
            </a:pathLst>
          </a:custGeom>
          <a:solidFill>
            <a:srgbClr val="F08262"/>
          </a:solidFill>
          <a:ln>
            <a:noFill/>
          </a:ln>
          <a:effectLst>
            <a:outerShdw blurRad="63500" sx="102000" sy="102000" algn="ctr" rotWithShape="0">
              <a:srgbClr val="94B6D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marL="0" indent="0" algn="ctr">
              <a:buNone/>
              <a:defRPr lang="en-US" sz="1600" b="1" smtClean="0">
                <a:solidFill>
                  <a:schemeClr val="bg1"/>
                </a:solidFill>
                <a:latin typeface="+mn-lt"/>
              </a:defRPr>
            </a:lvl1pPr>
            <a:lvl2pPr>
              <a:defRPr lang="en-US" sz="1600" smtClean="0">
                <a:solidFill>
                  <a:schemeClr val="lt1"/>
                </a:solidFill>
                <a:latin typeface="+mn-lt"/>
              </a:defRPr>
            </a:lvl2pPr>
            <a:lvl3pPr>
              <a:defRPr lang="en-US" sz="1600" smtClean="0">
                <a:solidFill>
                  <a:schemeClr val="lt1"/>
                </a:solidFill>
                <a:latin typeface="+mn-lt"/>
              </a:defRPr>
            </a:lvl3pPr>
            <a:lvl4pPr>
              <a:defRPr lang="en-US" sz="1600" smtClean="0">
                <a:solidFill>
                  <a:schemeClr val="lt1"/>
                </a:solidFill>
                <a:latin typeface="+mn-lt"/>
              </a:defRPr>
            </a:lvl4pPr>
            <a:lvl5pPr>
              <a:defRPr lang="en-US" sz="1600">
                <a:solidFill>
                  <a:schemeClr val="lt1"/>
                </a:solidFill>
                <a:latin typeface="+mn-lt"/>
              </a:defRPr>
            </a:lvl5pPr>
          </a:lstStyle>
          <a:p>
            <a:pPr marL="0" lvl="0" algn="ctr"/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C85E81A5-D275-443E-91AE-7D1B789DECB0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558" y="1953553"/>
            <a:ext cx="6659266" cy="481726"/>
          </a:xfrm>
          <a:custGeom>
            <a:avLst/>
            <a:gdLst>
              <a:gd name="connsiteX0" fmla="*/ 240863 w 6659266"/>
              <a:gd name="connsiteY0" fmla="*/ 0 h 481726"/>
              <a:gd name="connsiteX1" fmla="*/ 6418403 w 6659266"/>
              <a:gd name="connsiteY1" fmla="*/ 0 h 481726"/>
              <a:gd name="connsiteX2" fmla="*/ 6659266 w 6659266"/>
              <a:gd name="connsiteY2" fmla="*/ 240863 h 481726"/>
              <a:gd name="connsiteX3" fmla="*/ 6418403 w 6659266"/>
              <a:gd name="connsiteY3" fmla="*/ 481726 h 481726"/>
              <a:gd name="connsiteX4" fmla="*/ 240863 w 6659266"/>
              <a:gd name="connsiteY4" fmla="*/ 481726 h 481726"/>
              <a:gd name="connsiteX5" fmla="*/ 0 w 6659266"/>
              <a:gd name="connsiteY5" fmla="*/ 240863 h 481726"/>
              <a:gd name="connsiteX6" fmla="*/ 240863 w 6659266"/>
              <a:gd name="connsiteY6" fmla="*/ 0 h 481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59266" h="481726">
                <a:moveTo>
                  <a:pt x="240863" y="0"/>
                </a:moveTo>
                <a:lnTo>
                  <a:pt x="6418403" y="0"/>
                </a:lnTo>
                <a:cubicBezTo>
                  <a:pt x="6551428" y="0"/>
                  <a:pt x="6659266" y="107838"/>
                  <a:pt x="6659266" y="240863"/>
                </a:cubicBezTo>
                <a:cubicBezTo>
                  <a:pt x="6659266" y="373888"/>
                  <a:pt x="6551428" y="481726"/>
                  <a:pt x="6418403" y="481726"/>
                </a:cubicBezTo>
                <a:lnTo>
                  <a:pt x="240863" y="481726"/>
                </a:lnTo>
                <a:cubicBezTo>
                  <a:pt x="107838" y="481726"/>
                  <a:pt x="0" y="373888"/>
                  <a:pt x="0" y="240863"/>
                </a:cubicBezTo>
                <a:cubicBezTo>
                  <a:pt x="0" y="107838"/>
                  <a:pt x="107838" y="0"/>
                  <a:pt x="240863" y="0"/>
                </a:cubicBezTo>
                <a:close/>
              </a:path>
            </a:pathLst>
          </a:custGeom>
          <a:solidFill>
            <a:srgbClr val="94B6D2"/>
          </a:solidFill>
          <a:ln>
            <a:noFill/>
          </a:ln>
          <a:effectLst>
            <a:outerShdw blurRad="63500" sx="102000" sy="102000" algn="ctr" rotWithShape="0">
              <a:srgbClr val="94B6D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buNone/>
              <a:defRPr lang="en-US" sz="1600" b="1" smtClean="0">
                <a:solidFill>
                  <a:schemeClr val="bg1"/>
                </a:solidFill>
                <a:latin typeface="+mn-lt"/>
              </a:defRPr>
            </a:lvl1pPr>
            <a:lvl2pPr>
              <a:defRPr lang="en-US" sz="1600" smtClean="0">
                <a:solidFill>
                  <a:schemeClr val="lt1"/>
                </a:solidFill>
                <a:latin typeface="+mn-lt"/>
              </a:defRPr>
            </a:lvl2pPr>
            <a:lvl3pPr>
              <a:defRPr lang="en-US" sz="1600" smtClean="0">
                <a:solidFill>
                  <a:schemeClr val="lt1"/>
                </a:solidFill>
                <a:latin typeface="+mn-lt"/>
              </a:defRPr>
            </a:lvl3pPr>
            <a:lvl4pPr>
              <a:defRPr lang="en-US" sz="1600" smtClean="0">
                <a:solidFill>
                  <a:schemeClr val="lt1"/>
                </a:solidFill>
                <a:latin typeface="+mn-lt"/>
              </a:defRPr>
            </a:lvl4pPr>
            <a:lvl5pPr>
              <a:defRPr lang="en-US" sz="1600">
                <a:solidFill>
                  <a:schemeClr val="lt1"/>
                </a:solidFill>
                <a:latin typeface="+mn-lt"/>
              </a:defRPr>
            </a:lvl5pPr>
          </a:lstStyle>
          <a:p>
            <a:pPr marL="0" lvl="0" algn="ctr"/>
            <a:endParaRPr lang="en-US"/>
          </a:p>
        </p:txBody>
      </p:sp>
      <p:sp>
        <p:nvSpPr>
          <p:cNvPr id="20" name="Text Placeholder 39">
            <a:extLst>
              <a:ext uri="{FF2B5EF4-FFF2-40B4-BE49-F238E27FC236}">
                <a16:creationId xmlns:a16="http://schemas.microsoft.com/office/drawing/2014/main" id="{193AC915-3176-4CB2-B3E5-31C259733DE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739742" y="2506863"/>
            <a:ext cx="3520962" cy="3326407"/>
          </a:xfrm>
          <a:prstGeom prst="round2Diag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800" dirty="0"/>
            </a:lvl1pPr>
          </a:lstStyle>
          <a:p>
            <a:pPr marL="0" lvl="0" algn="ctr"/>
            <a:r>
              <a:rPr lang="en-US"/>
              <a:t>.</a:t>
            </a:r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59BC85B8-14CF-48CE-88D8-2DAB421CC7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35558" y="2506864"/>
            <a:ext cx="6614470" cy="3326407"/>
          </a:xfrm>
          <a:prstGeom prst="round2Diag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US" sz="1800" dirty="0"/>
            </a:lvl1pPr>
          </a:lstStyle>
          <a:p>
            <a:pPr marL="0" lvl="0" algn="ctr"/>
            <a:r>
              <a:rPr lang="en-US"/>
              <a:t>.</a:t>
            </a:r>
          </a:p>
        </p:txBody>
      </p:sp>
      <p:pic>
        <p:nvPicPr>
          <p:cNvPr id="7" name="Bild 10">
            <a:extLst>
              <a:ext uri="{FF2B5EF4-FFF2-40B4-BE49-F238E27FC236}">
                <a16:creationId xmlns:a16="http://schemas.microsoft.com/office/drawing/2014/main" id="{E2AABC96-8504-1E4D-8D3B-09F372A74C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98767" y="366592"/>
            <a:ext cx="2158722" cy="42074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12641EB-C1DC-8942-846B-176ADC76B378}"/>
              </a:ext>
            </a:extLst>
          </p:cNvPr>
          <p:cNvSpPr txBox="1">
            <a:spLocks/>
          </p:cNvSpPr>
          <p:nvPr userDrawn="1"/>
        </p:nvSpPr>
        <p:spPr>
          <a:xfrm>
            <a:off x="503660" y="6415802"/>
            <a:ext cx="1175322" cy="24622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100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strictly confidential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5E06917-8617-6442-A926-74C4E0D2436B}"/>
              </a:ext>
            </a:extLst>
          </p:cNvPr>
          <p:cNvSpPr txBox="1">
            <a:spLocks/>
          </p:cNvSpPr>
          <p:nvPr userDrawn="1"/>
        </p:nvSpPr>
        <p:spPr>
          <a:xfrm>
            <a:off x="11293286" y="6415802"/>
            <a:ext cx="364203" cy="24622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96CFC63-A147-BE40-8754-0D0125E46BD0}" type="slidenum">
              <a:rPr lang="de-DE" sz="1000" smtClean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pPr/>
              <a:t>‹Nº›</a:t>
            </a:fld>
            <a:r>
              <a:rPr lang="de-DE" sz="100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56009B23-0046-8447-93A6-5A3B54ACD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545" y="204622"/>
            <a:ext cx="8901598" cy="7125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1221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3D58EDB-AE1F-481A-A7FC-0842A840515F}"/>
              </a:ext>
            </a:extLst>
          </p:cNvPr>
          <p:cNvSpPr/>
          <p:nvPr userDrawn="1"/>
        </p:nvSpPr>
        <p:spPr>
          <a:xfrm>
            <a:off x="0" y="0"/>
            <a:ext cx="12192000" cy="1211283"/>
          </a:xfrm>
          <a:prstGeom prst="rect">
            <a:avLst/>
          </a:prstGeom>
          <a:solidFill>
            <a:schemeClr val="bg1">
              <a:alpha val="79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12641EB-C1DC-8942-846B-176ADC76B378}"/>
              </a:ext>
            </a:extLst>
          </p:cNvPr>
          <p:cNvSpPr txBox="1">
            <a:spLocks/>
          </p:cNvSpPr>
          <p:nvPr userDrawn="1"/>
        </p:nvSpPr>
        <p:spPr>
          <a:xfrm>
            <a:off x="503660" y="6415802"/>
            <a:ext cx="1175322" cy="24622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100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strictly confidential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5E06917-8617-6442-A926-74C4E0D2436B}"/>
              </a:ext>
            </a:extLst>
          </p:cNvPr>
          <p:cNvSpPr txBox="1">
            <a:spLocks/>
          </p:cNvSpPr>
          <p:nvPr userDrawn="1"/>
        </p:nvSpPr>
        <p:spPr>
          <a:xfrm>
            <a:off x="11320538" y="6415802"/>
            <a:ext cx="336951" cy="24622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96CFC63-A147-BE40-8754-0D0125E46BD0}" type="slidenum">
              <a:rPr lang="de-DE" sz="1000" smtClean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pPr/>
              <a:t>‹Nº›</a:t>
            </a:fld>
            <a:r>
              <a:rPr lang="de-DE" sz="100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|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F437B043-D799-47F1-AF5A-C6A79FB54B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1210596"/>
            <a:ext cx="12192000" cy="4124631"/>
          </a:xfrm>
          <a:custGeom>
            <a:avLst/>
            <a:gdLst>
              <a:gd name="connsiteX0" fmla="*/ 0 w 12192000"/>
              <a:gd name="connsiteY0" fmla="*/ 0 h 4124631"/>
              <a:gd name="connsiteX1" fmla="*/ 12192000 w 12192000"/>
              <a:gd name="connsiteY1" fmla="*/ 0 h 4124631"/>
              <a:gd name="connsiteX2" fmla="*/ 12192000 w 12192000"/>
              <a:gd name="connsiteY2" fmla="*/ 4124631 h 4124631"/>
              <a:gd name="connsiteX3" fmla="*/ 0 w 12192000"/>
              <a:gd name="connsiteY3" fmla="*/ 4124631 h 4124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124631">
                <a:moveTo>
                  <a:pt x="0" y="0"/>
                </a:moveTo>
                <a:lnTo>
                  <a:pt x="12192000" y="0"/>
                </a:lnTo>
                <a:lnTo>
                  <a:pt x="12192000" y="4124631"/>
                </a:lnTo>
                <a:lnTo>
                  <a:pt x="0" y="4124631"/>
                </a:lnTo>
                <a:close/>
              </a:path>
            </a:pathLst>
          </a:custGeom>
          <a:gradFill>
            <a:gsLst>
              <a:gs pos="50000">
                <a:schemeClr val="tx2">
                  <a:alpha val="0"/>
                </a:schemeClr>
              </a:gs>
              <a:gs pos="100000">
                <a:schemeClr val="tx2">
                  <a:alpha val="64000"/>
                </a:schemeClr>
              </a:gs>
            </a:gsLst>
            <a:lin ang="10800000" scaled="1"/>
          </a:gra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endParaRPr lang="en-US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1E8E4B50-F653-42C3-B568-A638B2730AC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211283"/>
            <a:ext cx="12188952" cy="412394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D9B763B8-18B2-4520-AAA5-50298B59B8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15978" y="4926540"/>
            <a:ext cx="6890222" cy="1017060"/>
          </a:xfrm>
          <a:prstGeom prst="roundRect">
            <a:avLst/>
          </a:prstGeom>
          <a:solidFill>
            <a:schemeClr val="bg1">
              <a:alpha val="79000"/>
            </a:schemeClr>
          </a:solidFill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endParaRPr lang="en-US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573846E8-9A35-4728-8C0F-272AE3AF05F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206508" y="4461964"/>
            <a:ext cx="1105550" cy="1105550"/>
          </a:xfrm>
          <a:custGeom>
            <a:avLst/>
            <a:gdLst>
              <a:gd name="connsiteX0" fmla="*/ 184262 w 1105550"/>
              <a:gd name="connsiteY0" fmla="*/ 0 h 1105550"/>
              <a:gd name="connsiteX1" fmla="*/ 1105550 w 1105550"/>
              <a:gd name="connsiteY1" fmla="*/ 0 h 1105550"/>
              <a:gd name="connsiteX2" fmla="*/ 1105550 w 1105550"/>
              <a:gd name="connsiteY2" fmla="*/ 921288 h 1105550"/>
              <a:gd name="connsiteX3" fmla="*/ 921288 w 1105550"/>
              <a:gd name="connsiteY3" fmla="*/ 1105550 h 1105550"/>
              <a:gd name="connsiteX4" fmla="*/ 0 w 1105550"/>
              <a:gd name="connsiteY4" fmla="*/ 1105550 h 1105550"/>
              <a:gd name="connsiteX5" fmla="*/ 0 w 1105550"/>
              <a:gd name="connsiteY5" fmla="*/ 184262 h 1105550"/>
              <a:gd name="connsiteX6" fmla="*/ 184262 w 1105550"/>
              <a:gd name="connsiteY6" fmla="*/ 0 h 1105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05550" h="1105550">
                <a:moveTo>
                  <a:pt x="184262" y="0"/>
                </a:moveTo>
                <a:lnTo>
                  <a:pt x="1105550" y="0"/>
                </a:lnTo>
                <a:lnTo>
                  <a:pt x="1105550" y="921288"/>
                </a:lnTo>
                <a:cubicBezTo>
                  <a:pt x="1105550" y="1023053"/>
                  <a:pt x="1023053" y="1105550"/>
                  <a:pt x="921288" y="1105550"/>
                </a:cubicBezTo>
                <a:lnTo>
                  <a:pt x="0" y="1105550"/>
                </a:lnTo>
                <a:lnTo>
                  <a:pt x="0" y="184262"/>
                </a:lnTo>
                <a:cubicBezTo>
                  <a:pt x="0" y="82497"/>
                  <a:pt x="82497" y="0"/>
                  <a:pt x="184262" y="0"/>
                </a:cubicBezTo>
                <a:close/>
              </a:path>
            </a:pathLst>
          </a:custGeom>
          <a:solidFill>
            <a:schemeClr val="accent2">
              <a:alpha val="88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endParaRPr lang="en-US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E5B329FA-214F-40B0-9B26-8EC5F8B2B37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18480" y="5056719"/>
            <a:ext cx="4416552" cy="840230"/>
          </a:xfrm>
        </p:spPr>
        <p:txBody>
          <a:bodyPr>
            <a:spAutoFit/>
          </a:bodyPr>
          <a:lstStyle>
            <a:lvl1pPr marL="0" indent="0">
              <a:buNone/>
              <a:defRPr sz="5400"/>
            </a:lvl1pPr>
          </a:lstStyle>
          <a:p>
            <a:r>
              <a:rPr lang="en-US" sz="54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Text</a:t>
            </a:r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0BBD2B7B-25EE-4843-A7C8-DC58252A2FE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436195" y="4694699"/>
            <a:ext cx="640080" cy="640080"/>
          </a:xfrm>
        </p:spPr>
        <p:txBody>
          <a:bodyPr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/>
              <a:t>Icon</a:t>
            </a:r>
          </a:p>
        </p:txBody>
      </p:sp>
      <p:pic>
        <p:nvPicPr>
          <p:cNvPr id="7" name="Bild 10">
            <a:extLst>
              <a:ext uri="{FF2B5EF4-FFF2-40B4-BE49-F238E27FC236}">
                <a16:creationId xmlns:a16="http://schemas.microsoft.com/office/drawing/2014/main" id="{E2AABC96-8504-1E4D-8D3B-09F372A74C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98767" y="366592"/>
            <a:ext cx="2158722" cy="420741"/>
          </a:xfrm>
          <a:prstGeom prst="rect">
            <a:avLst/>
          </a:prstGeom>
        </p:spPr>
      </p:pic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56009B23-0046-8447-93A6-5A3B54ACD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545" y="204622"/>
            <a:ext cx="8901598" cy="7125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3900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76E823D-B39D-4D0D-BB61-B3CC7DF21E7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48" y="0"/>
            <a:ext cx="12188952" cy="4627563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4357A3-32F5-DD40-B03E-2D2DB01B2D85}"/>
              </a:ext>
            </a:extLst>
          </p:cNvPr>
          <p:cNvSpPr/>
          <p:nvPr userDrawn="1"/>
        </p:nvSpPr>
        <p:spPr>
          <a:xfrm>
            <a:off x="0" y="0"/>
            <a:ext cx="12192000" cy="1047135"/>
          </a:xfrm>
          <a:prstGeom prst="rect">
            <a:avLst/>
          </a:prstGeom>
          <a:solidFill>
            <a:schemeClr val="bg1">
              <a:alpha val="79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12641EB-C1DC-8942-846B-176ADC76B378}"/>
              </a:ext>
            </a:extLst>
          </p:cNvPr>
          <p:cNvSpPr txBox="1">
            <a:spLocks/>
          </p:cNvSpPr>
          <p:nvPr userDrawn="1"/>
        </p:nvSpPr>
        <p:spPr>
          <a:xfrm>
            <a:off x="503660" y="6415802"/>
            <a:ext cx="1175322" cy="24622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100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strictly confidential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5E06917-8617-6442-A926-74C4E0D2436B}"/>
              </a:ext>
            </a:extLst>
          </p:cNvPr>
          <p:cNvSpPr txBox="1">
            <a:spLocks/>
          </p:cNvSpPr>
          <p:nvPr userDrawn="1"/>
        </p:nvSpPr>
        <p:spPr>
          <a:xfrm>
            <a:off x="11293286" y="6415802"/>
            <a:ext cx="364203" cy="24622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96CFC63-A147-BE40-8754-0D0125E46BD0}" type="slidenum">
              <a:rPr lang="de-DE" sz="1000" smtClean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pPr/>
              <a:t>‹Nº›</a:t>
            </a:fld>
            <a:r>
              <a:rPr lang="de-DE" sz="100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17C0C6F5-D2AE-4896-B9E1-D9F1D861D0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87173" y="3598315"/>
            <a:ext cx="2114983" cy="2101090"/>
          </a:xfrm>
          <a:custGeom>
            <a:avLst/>
            <a:gdLst>
              <a:gd name="connsiteX0" fmla="*/ 538804 w 2114983"/>
              <a:gd name="connsiteY0" fmla="*/ 0 h 2101090"/>
              <a:gd name="connsiteX1" fmla="*/ 2114983 w 2114983"/>
              <a:gd name="connsiteY1" fmla="*/ 0 h 2101090"/>
              <a:gd name="connsiteX2" fmla="*/ 2114983 w 2114983"/>
              <a:gd name="connsiteY2" fmla="*/ 1562286 h 2101090"/>
              <a:gd name="connsiteX3" fmla="*/ 1576179 w 2114983"/>
              <a:gd name="connsiteY3" fmla="*/ 2101090 h 2101090"/>
              <a:gd name="connsiteX4" fmla="*/ 0 w 2114983"/>
              <a:gd name="connsiteY4" fmla="*/ 2101090 h 2101090"/>
              <a:gd name="connsiteX5" fmla="*/ 0 w 2114983"/>
              <a:gd name="connsiteY5" fmla="*/ 538804 h 2101090"/>
              <a:gd name="connsiteX6" fmla="*/ 538804 w 2114983"/>
              <a:gd name="connsiteY6" fmla="*/ 0 h 2101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14983" h="2101090">
                <a:moveTo>
                  <a:pt x="538804" y="0"/>
                </a:moveTo>
                <a:lnTo>
                  <a:pt x="2114983" y="0"/>
                </a:lnTo>
                <a:lnTo>
                  <a:pt x="2114983" y="1562286"/>
                </a:lnTo>
                <a:cubicBezTo>
                  <a:pt x="2114983" y="1859859"/>
                  <a:pt x="1873752" y="2101090"/>
                  <a:pt x="1576179" y="2101090"/>
                </a:cubicBezTo>
                <a:lnTo>
                  <a:pt x="0" y="2101090"/>
                </a:lnTo>
                <a:lnTo>
                  <a:pt x="0" y="538804"/>
                </a:lnTo>
                <a:cubicBezTo>
                  <a:pt x="0" y="241231"/>
                  <a:pt x="241231" y="0"/>
                  <a:pt x="538804" y="0"/>
                </a:cubicBezTo>
                <a:close/>
              </a:path>
            </a:pathLst>
          </a:custGeom>
          <a:solidFill>
            <a:schemeClr val="tx2">
              <a:alpha val="88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US"/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C3ADEC32-1B72-41A8-B479-255F281352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89845" y="1392911"/>
            <a:ext cx="641724" cy="637509"/>
          </a:xfrm>
          <a:custGeom>
            <a:avLst/>
            <a:gdLst>
              <a:gd name="connsiteX0" fmla="*/ 163483 w 641724"/>
              <a:gd name="connsiteY0" fmla="*/ 0 h 637509"/>
              <a:gd name="connsiteX1" fmla="*/ 641724 w 641724"/>
              <a:gd name="connsiteY1" fmla="*/ 0 h 637509"/>
              <a:gd name="connsiteX2" fmla="*/ 641724 w 641724"/>
              <a:gd name="connsiteY2" fmla="*/ 474026 h 637509"/>
              <a:gd name="connsiteX3" fmla="*/ 478241 w 641724"/>
              <a:gd name="connsiteY3" fmla="*/ 637509 h 637509"/>
              <a:gd name="connsiteX4" fmla="*/ 0 w 641724"/>
              <a:gd name="connsiteY4" fmla="*/ 637509 h 637509"/>
              <a:gd name="connsiteX5" fmla="*/ 0 w 641724"/>
              <a:gd name="connsiteY5" fmla="*/ 163483 h 637509"/>
              <a:gd name="connsiteX6" fmla="*/ 163483 w 641724"/>
              <a:gd name="connsiteY6" fmla="*/ 0 h 637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41724" h="637509">
                <a:moveTo>
                  <a:pt x="163483" y="0"/>
                </a:moveTo>
                <a:lnTo>
                  <a:pt x="641724" y="0"/>
                </a:lnTo>
                <a:lnTo>
                  <a:pt x="641724" y="474026"/>
                </a:lnTo>
                <a:cubicBezTo>
                  <a:pt x="641724" y="564315"/>
                  <a:pt x="568530" y="637509"/>
                  <a:pt x="478241" y="637509"/>
                </a:cubicBezTo>
                <a:lnTo>
                  <a:pt x="0" y="637509"/>
                </a:lnTo>
                <a:lnTo>
                  <a:pt x="0" y="163483"/>
                </a:lnTo>
                <a:cubicBezTo>
                  <a:pt x="0" y="73194"/>
                  <a:pt x="73194" y="0"/>
                  <a:pt x="163483" y="0"/>
                </a:cubicBezTo>
                <a:close/>
              </a:path>
            </a:pathLst>
          </a:custGeom>
          <a:solidFill>
            <a:schemeClr val="accent2">
              <a:alpha val="88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2248F4B-70CE-4C7C-88FB-63283FC13DA3}"/>
              </a:ext>
            </a:extLst>
          </p:cNvPr>
          <p:cNvGrpSpPr/>
          <p:nvPr userDrawn="1"/>
        </p:nvGrpSpPr>
        <p:grpSpPr>
          <a:xfrm>
            <a:off x="2702908" y="1493135"/>
            <a:ext cx="6070766" cy="4626865"/>
            <a:chOff x="2702908" y="1493135"/>
            <a:chExt cx="6070766" cy="4626865"/>
          </a:xfrm>
        </p:grpSpPr>
        <p:pic>
          <p:nvPicPr>
            <p:cNvPr id="48" name="Picture 47" descr="A picture containing star, light, sky&#10;&#10;Description automatically generated">
              <a:extLst>
                <a:ext uri="{FF2B5EF4-FFF2-40B4-BE49-F238E27FC236}">
                  <a16:creationId xmlns:a16="http://schemas.microsoft.com/office/drawing/2014/main" id="{DDFA341A-A129-4C46-B175-48E3628D83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702908" y="1493135"/>
              <a:ext cx="6070766" cy="4626865"/>
            </a:xfrm>
            <a:prstGeom prst="rect">
              <a:avLst/>
            </a:prstGeom>
          </p:spPr>
        </p:pic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A094504E-8FEE-4150-B163-6916CC900F0B}"/>
                </a:ext>
              </a:extLst>
            </p:cNvPr>
            <p:cNvSpPr/>
            <p:nvPr/>
          </p:nvSpPr>
          <p:spPr>
            <a:xfrm>
              <a:off x="3047864" y="1828238"/>
              <a:ext cx="5267791" cy="29627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2" name="Picture Placeholder 51">
            <a:extLst>
              <a:ext uri="{FF2B5EF4-FFF2-40B4-BE49-F238E27FC236}">
                <a16:creationId xmlns:a16="http://schemas.microsoft.com/office/drawing/2014/main" id="{7B1F9B69-5B4E-4AB3-AABB-B1537BC9934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47534" y="1828239"/>
            <a:ext cx="5267792" cy="2962700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 algn="l">
              <a:buNone/>
              <a:defRPr sz="1200"/>
            </a:lvl1pPr>
          </a:lstStyle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4BC579A-546D-439D-B5CA-7543626687E5}"/>
              </a:ext>
            </a:extLst>
          </p:cNvPr>
          <p:cNvSpPr/>
          <p:nvPr userDrawn="1"/>
        </p:nvSpPr>
        <p:spPr>
          <a:xfrm>
            <a:off x="0" y="0"/>
            <a:ext cx="12192000" cy="1211283"/>
          </a:xfrm>
          <a:prstGeom prst="rect">
            <a:avLst/>
          </a:prstGeom>
          <a:solidFill>
            <a:schemeClr val="bg1">
              <a:alpha val="79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Bild 10">
            <a:extLst>
              <a:ext uri="{FF2B5EF4-FFF2-40B4-BE49-F238E27FC236}">
                <a16:creationId xmlns:a16="http://schemas.microsoft.com/office/drawing/2014/main" id="{E2AABC96-8504-1E4D-8D3B-09F372A74CB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98767" y="366592"/>
            <a:ext cx="2158722" cy="420741"/>
          </a:xfrm>
          <a:prstGeom prst="rect">
            <a:avLst/>
          </a:prstGeom>
        </p:spPr>
      </p:pic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56009B23-0046-8447-93A6-5A3B54ACD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545" y="204622"/>
            <a:ext cx="8901598" cy="7125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51" name="Bild 10">
            <a:extLst>
              <a:ext uri="{FF2B5EF4-FFF2-40B4-BE49-F238E27FC236}">
                <a16:creationId xmlns:a16="http://schemas.microsoft.com/office/drawing/2014/main" id="{A900660D-81C3-495F-AE06-E7B2A353DA9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98767" y="366592"/>
            <a:ext cx="2158722" cy="42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3948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4F3F000C-4AAA-4EE7-A4E2-8991D18B0E92}"/>
              </a:ext>
            </a:extLst>
          </p:cNvPr>
          <p:cNvSpPr/>
          <p:nvPr userDrawn="1"/>
        </p:nvSpPr>
        <p:spPr>
          <a:xfrm>
            <a:off x="0" y="0"/>
            <a:ext cx="12192000" cy="1211283"/>
          </a:xfrm>
          <a:prstGeom prst="rect">
            <a:avLst/>
          </a:prstGeom>
          <a:solidFill>
            <a:schemeClr val="bg1">
              <a:alpha val="79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Bild 10">
            <a:extLst>
              <a:ext uri="{FF2B5EF4-FFF2-40B4-BE49-F238E27FC236}">
                <a16:creationId xmlns:a16="http://schemas.microsoft.com/office/drawing/2014/main" id="{E2AABC96-8504-1E4D-8D3B-09F372A74C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98767" y="366592"/>
            <a:ext cx="2158722" cy="42074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12641EB-C1DC-8942-846B-176ADC76B378}"/>
              </a:ext>
            </a:extLst>
          </p:cNvPr>
          <p:cNvSpPr txBox="1">
            <a:spLocks/>
          </p:cNvSpPr>
          <p:nvPr userDrawn="1"/>
        </p:nvSpPr>
        <p:spPr>
          <a:xfrm>
            <a:off x="503660" y="6415802"/>
            <a:ext cx="1175322" cy="24622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100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strictly confidential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5E06917-8617-6442-A926-74C4E0D2436B}"/>
              </a:ext>
            </a:extLst>
          </p:cNvPr>
          <p:cNvSpPr txBox="1">
            <a:spLocks/>
          </p:cNvSpPr>
          <p:nvPr userDrawn="1"/>
        </p:nvSpPr>
        <p:spPr>
          <a:xfrm>
            <a:off x="11293286" y="6415802"/>
            <a:ext cx="364203" cy="24622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96CFC63-A147-BE40-8754-0D0125E46BD0}" type="slidenum">
              <a:rPr lang="de-DE" sz="1000" smtClean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pPr/>
              <a:t>‹Nº›</a:t>
            </a:fld>
            <a:r>
              <a:rPr lang="de-DE" sz="100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56009B23-0046-8447-93A6-5A3B54ACD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545" y="204622"/>
            <a:ext cx="8901598" cy="7125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51" name="Bild 10">
            <a:extLst>
              <a:ext uri="{FF2B5EF4-FFF2-40B4-BE49-F238E27FC236}">
                <a16:creationId xmlns:a16="http://schemas.microsoft.com/office/drawing/2014/main" id="{A900660D-81C3-495F-AE06-E7B2A353DA9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98767" y="366592"/>
            <a:ext cx="2158722" cy="420741"/>
          </a:xfrm>
          <a:prstGeom prst="rect">
            <a:avLst/>
          </a:prstGeom>
        </p:spPr>
      </p:pic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8D19314C-56B5-4FA0-A964-881AA19CEBB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19617" y="1854200"/>
            <a:ext cx="5120640" cy="4089400"/>
          </a:xfrm>
          <a:custGeom>
            <a:avLst/>
            <a:gdLst>
              <a:gd name="connsiteX0" fmla="*/ 408531 w 5120640"/>
              <a:gd name="connsiteY0" fmla="*/ 0 h 4089400"/>
              <a:gd name="connsiteX1" fmla="*/ 5120640 w 5120640"/>
              <a:gd name="connsiteY1" fmla="*/ 0 h 4089400"/>
              <a:gd name="connsiteX2" fmla="*/ 5120640 w 5120640"/>
              <a:gd name="connsiteY2" fmla="*/ 3680869 h 4089400"/>
              <a:gd name="connsiteX3" fmla="*/ 4712109 w 5120640"/>
              <a:gd name="connsiteY3" fmla="*/ 4089400 h 4089400"/>
              <a:gd name="connsiteX4" fmla="*/ 0 w 5120640"/>
              <a:gd name="connsiteY4" fmla="*/ 4089400 h 4089400"/>
              <a:gd name="connsiteX5" fmla="*/ 0 w 5120640"/>
              <a:gd name="connsiteY5" fmla="*/ 408531 h 4089400"/>
              <a:gd name="connsiteX6" fmla="*/ 408531 w 5120640"/>
              <a:gd name="connsiteY6" fmla="*/ 0 h 408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20640" h="4089400">
                <a:moveTo>
                  <a:pt x="408531" y="0"/>
                </a:moveTo>
                <a:lnTo>
                  <a:pt x="5120640" y="0"/>
                </a:lnTo>
                <a:lnTo>
                  <a:pt x="5120640" y="3680869"/>
                </a:lnTo>
                <a:cubicBezTo>
                  <a:pt x="5120640" y="3906494"/>
                  <a:pt x="4937734" y="4089400"/>
                  <a:pt x="4712109" y="4089400"/>
                </a:cubicBezTo>
                <a:lnTo>
                  <a:pt x="0" y="4089400"/>
                </a:lnTo>
                <a:lnTo>
                  <a:pt x="0" y="408531"/>
                </a:lnTo>
                <a:cubicBezTo>
                  <a:pt x="0" y="182906"/>
                  <a:pt x="182906" y="0"/>
                  <a:pt x="408531" y="0"/>
                </a:cubicBezTo>
                <a:close/>
              </a:path>
            </a:pathLst>
          </a:custGeom>
          <a:solidFill>
            <a:schemeClr val="bg1">
              <a:alpha val="79000"/>
            </a:schemeClr>
          </a:solidFill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US"/>
          </a:p>
        </p:txBody>
      </p: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CC98CF58-03CF-4239-A933-6FB60A5BA4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793937" y="2043767"/>
            <a:ext cx="4572000" cy="2011680"/>
          </a:xfrm>
          <a:custGeom>
            <a:avLst/>
            <a:gdLst>
              <a:gd name="connsiteX0" fmla="*/ 325651 w 4572000"/>
              <a:gd name="connsiteY0" fmla="*/ 0 h 2011680"/>
              <a:gd name="connsiteX1" fmla="*/ 4572000 w 4572000"/>
              <a:gd name="connsiteY1" fmla="*/ 0 h 2011680"/>
              <a:gd name="connsiteX2" fmla="*/ 4572000 w 4572000"/>
              <a:gd name="connsiteY2" fmla="*/ 1686029 h 2011680"/>
              <a:gd name="connsiteX3" fmla="*/ 4246349 w 4572000"/>
              <a:gd name="connsiteY3" fmla="*/ 2011680 h 2011680"/>
              <a:gd name="connsiteX4" fmla="*/ 0 w 4572000"/>
              <a:gd name="connsiteY4" fmla="*/ 2011680 h 2011680"/>
              <a:gd name="connsiteX5" fmla="*/ 0 w 4572000"/>
              <a:gd name="connsiteY5" fmla="*/ 325651 h 2011680"/>
              <a:gd name="connsiteX6" fmla="*/ 325651 w 4572000"/>
              <a:gd name="connsiteY6" fmla="*/ 0 h 2011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72000" h="2011680">
                <a:moveTo>
                  <a:pt x="325651" y="0"/>
                </a:moveTo>
                <a:lnTo>
                  <a:pt x="4572000" y="0"/>
                </a:lnTo>
                <a:lnTo>
                  <a:pt x="4572000" y="1686029"/>
                </a:lnTo>
                <a:cubicBezTo>
                  <a:pt x="4572000" y="1865881"/>
                  <a:pt x="4426201" y="2011680"/>
                  <a:pt x="4246349" y="2011680"/>
                </a:cubicBezTo>
                <a:lnTo>
                  <a:pt x="0" y="2011680"/>
                </a:lnTo>
                <a:lnTo>
                  <a:pt x="0" y="325651"/>
                </a:lnTo>
                <a:cubicBezTo>
                  <a:pt x="0" y="145799"/>
                  <a:pt x="145799" y="0"/>
                  <a:pt x="325651" y="0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US"/>
          </a:p>
        </p:txBody>
      </p:sp>
      <p:sp>
        <p:nvSpPr>
          <p:cNvPr id="67" name="Picture Placeholder 66">
            <a:extLst>
              <a:ext uri="{FF2B5EF4-FFF2-40B4-BE49-F238E27FC236}">
                <a16:creationId xmlns:a16="http://schemas.microsoft.com/office/drawing/2014/main" id="{3DAFB011-B9C8-487F-89CA-99F2E35E4A3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982850" y="2179658"/>
            <a:ext cx="1739898" cy="1739898"/>
          </a:xfrm>
          <a:custGeom>
            <a:avLst/>
            <a:gdLst>
              <a:gd name="connsiteX0" fmla="*/ 289989 w 1739898"/>
              <a:gd name="connsiteY0" fmla="*/ 0 h 1739898"/>
              <a:gd name="connsiteX1" fmla="*/ 1739898 w 1739898"/>
              <a:gd name="connsiteY1" fmla="*/ 0 h 1739898"/>
              <a:gd name="connsiteX2" fmla="*/ 1739898 w 1739898"/>
              <a:gd name="connsiteY2" fmla="*/ 1449910 h 1739898"/>
              <a:gd name="connsiteX3" fmla="*/ 1449909 w 1739898"/>
              <a:gd name="connsiteY3" fmla="*/ 1739898 h 1739898"/>
              <a:gd name="connsiteX4" fmla="*/ 0 w 1739898"/>
              <a:gd name="connsiteY4" fmla="*/ 1739898 h 1739898"/>
              <a:gd name="connsiteX5" fmla="*/ 0 w 1739898"/>
              <a:gd name="connsiteY5" fmla="*/ 289989 h 1739898"/>
              <a:gd name="connsiteX6" fmla="*/ 289989 w 1739898"/>
              <a:gd name="connsiteY6" fmla="*/ 0 h 1739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39898" h="1739898">
                <a:moveTo>
                  <a:pt x="289989" y="0"/>
                </a:moveTo>
                <a:lnTo>
                  <a:pt x="1739898" y="0"/>
                </a:lnTo>
                <a:lnTo>
                  <a:pt x="1739898" y="1449910"/>
                </a:lnTo>
                <a:cubicBezTo>
                  <a:pt x="1739898" y="1610066"/>
                  <a:pt x="1610066" y="1739898"/>
                  <a:pt x="1449909" y="1739898"/>
                </a:cubicBezTo>
                <a:lnTo>
                  <a:pt x="0" y="1739898"/>
                </a:lnTo>
                <a:lnTo>
                  <a:pt x="0" y="289989"/>
                </a:lnTo>
                <a:cubicBezTo>
                  <a:pt x="0" y="129832"/>
                  <a:pt x="129832" y="0"/>
                  <a:pt x="28998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/>
            </a:lvl1pPr>
          </a:lstStyle>
          <a:p>
            <a:endParaRPr lang="en-US"/>
          </a:p>
        </p:txBody>
      </p:sp>
      <p:sp>
        <p:nvSpPr>
          <p:cNvPr id="74" name="Text Placeholder 69">
            <a:extLst>
              <a:ext uri="{FF2B5EF4-FFF2-40B4-BE49-F238E27FC236}">
                <a16:creationId xmlns:a16="http://schemas.microsoft.com/office/drawing/2014/main" id="{5D3E98DF-082D-4A63-90EE-8B706AD7787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08729" y="2856969"/>
            <a:ext cx="2368296" cy="36576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+mn-lt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75" name="Text Placeholder 69">
            <a:extLst>
              <a:ext uri="{FF2B5EF4-FFF2-40B4-BE49-F238E27FC236}">
                <a16:creationId xmlns:a16="http://schemas.microsoft.com/office/drawing/2014/main" id="{F7CCE78B-9176-47C4-9366-1DC0BFDD70E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08729" y="3234273"/>
            <a:ext cx="2368296" cy="365760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94" name="Text Placeholder 93">
            <a:extLst>
              <a:ext uri="{FF2B5EF4-FFF2-40B4-BE49-F238E27FC236}">
                <a16:creationId xmlns:a16="http://schemas.microsoft.com/office/drawing/2014/main" id="{DE37F6B4-8377-4FA6-8DA6-58938E6CA8D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288715" y="1587255"/>
            <a:ext cx="822960" cy="822960"/>
          </a:xfrm>
          <a:custGeom>
            <a:avLst/>
            <a:gdLst>
              <a:gd name="connsiteX0" fmla="*/ 184262 w 1105550"/>
              <a:gd name="connsiteY0" fmla="*/ 0 h 1105550"/>
              <a:gd name="connsiteX1" fmla="*/ 1105550 w 1105550"/>
              <a:gd name="connsiteY1" fmla="*/ 0 h 1105550"/>
              <a:gd name="connsiteX2" fmla="*/ 1105550 w 1105550"/>
              <a:gd name="connsiteY2" fmla="*/ 921288 h 1105550"/>
              <a:gd name="connsiteX3" fmla="*/ 921288 w 1105550"/>
              <a:gd name="connsiteY3" fmla="*/ 1105550 h 1105550"/>
              <a:gd name="connsiteX4" fmla="*/ 0 w 1105550"/>
              <a:gd name="connsiteY4" fmla="*/ 1105550 h 1105550"/>
              <a:gd name="connsiteX5" fmla="*/ 0 w 1105550"/>
              <a:gd name="connsiteY5" fmla="*/ 184262 h 1105550"/>
              <a:gd name="connsiteX6" fmla="*/ 184262 w 1105550"/>
              <a:gd name="connsiteY6" fmla="*/ 0 h 1105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05550" h="1105550">
                <a:moveTo>
                  <a:pt x="184262" y="0"/>
                </a:moveTo>
                <a:lnTo>
                  <a:pt x="1105550" y="0"/>
                </a:lnTo>
                <a:lnTo>
                  <a:pt x="1105550" y="921288"/>
                </a:lnTo>
                <a:cubicBezTo>
                  <a:pt x="1105550" y="1023053"/>
                  <a:pt x="1023053" y="1105550"/>
                  <a:pt x="921288" y="1105550"/>
                </a:cubicBezTo>
                <a:lnTo>
                  <a:pt x="0" y="1105550"/>
                </a:lnTo>
                <a:lnTo>
                  <a:pt x="0" y="184262"/>
                </a:lnTo>
                <a:cubicBezTo>
                  <a:pt x="0" y="82497"/>
                  <a:pt x="82497" y="0"/>
                  <a:pt x="184262" y="0"/>
                </a:cubicBezTo>
                <a:close/>
              </a:path>
            </a:pathLst>
          </a:custGeom>
          <a:solidFill>
            <a:schemeClr val="accent2">
              <a:alpha val="88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en-US"/>
              <a:t>01</a:t>
            </a: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3D9A79F2-A1D1-4F78-B709-DD605F1529F8}"/>
              </a:ext>
            </a:extLst>
          </p:cNvPr>
          <p:cNvCxnSpPr/>
          <p:nvPr userDrawn="1"/>
        </p:nvCxnSpPr>
        <p:spPr>
          <a:xfrm>
            <a:off x="7450806" y="4854262"/>
            <a:ext cx="3260785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CF21AAB-8A98-4106-B9E9-6C0E2E3380C8}"/>
              </a:ext>
            </a:extLst>
          </p:cNvPr>
          <p:cNvCxnSpPr/>
          <p:nvPr userDrawn="1"/>
        </p:nvCxnSpPr>
        <p:spPr>
          <a:xfrm>
            <a:off x="7450806" y="5199574"/>
            <a:ext cx="3260785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 Placeholder 69">
            <a:extLst>
              <a:ext uri="{FF2B5EF4-FFF2-40B4-BE49-F238E27FC236}">
                <a16:creationId xmlns:a16="http://schemas.microsoft.com/office/drawing/2014/main" id="{B6899879-FC28-4D7F-AA4D-6BFFE8640FD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735910" y="4315846"/>
            <a:ext cx="2980944" cy="521208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86" name="Text Placeholder 69">
            <a:extLst>
              <a:ext uri="{FF2B5EF4-FFF2-40B4-BE49-F238E27FC236}">
                <a16:creationId xmlns:a16="http://schemas.microsoft.com/office/drawing/2014/main" id="{6CB82695-54A2-4DC3-80D0-02F1DD63453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735910" y="4871470"/>
            <a:ext cx="2980944" cy="310896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87" name="Text Placeholder 69">
            <a:extLst>
              <a:ext uri="{FF2B5EF4-FFF2-40B4-BE49-F238E27FC236}">
                <a16:creationId xmlns:a16="http://schemas.microsoft.com/office/drawing/2014/main" id="{D2F6A4AB-8E8C-4C42-89B5-C87E423DF6E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735910" y="5216783"/>
            <a:ext cx="2980944" cy="310896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88" name="Picture Placeholder 79">
            <a:extLst>
              <a:ext uri="{FF2B5EF4-FFF2-40B4-BE49-F238E27FC236}">
                <a16:creationId xmlns:a16="http://schemas.microsoft.com/office/drawing/2014/main" id="{11F3EC73-BC03-49C1-95C6-F1C15033582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486606" y="4392613"/>
            <a:ext cx="182880" cy="182880"/>
          </a:xfrm>
        </p:spPr>
        <p:txBody>
          <a:bodyPr>
            <a:normAutofit/>
          </a:bodyPr>
          <a:lstStyle>
            <a:lvl1pPr marL="0" indent="0">
              <a:buNone/>
              <a:defRPr sz="100"/>
            </a:lvl1pPr>
          </a:lstStyle>
          <a:p>
            <a:endParaRPr lang="en-US"/>
          </a:p>
        </p:txBody>
      </p:sp>
      <p:sp>
        <p:nvSpPr>
          <p:cNvPr id="89" name="Picture Placeholder 79">
            <a:extLst>
              <a:ext uri="{FF2B5EF4-FFF2-40B4-BE49-F238E27FC236}">
                <a16:creationId xmlns:a16="http://schemas.microsoft.com/office/drawing/2014/main" id="{EC84C3B0-5CE3-4D57-8BFD-B3D0D8F1A342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7486606" y="4945017"/>
            <a:ext cx="182880" cy="182880"/>
          </a:xfrm>
        </p:spPr>
        <p:txBody>
          <a:bodyPr>
            <a:normAutofit/>
          </a:bodyPr>
          <a:lstStyle>
            <a:lvl1pPr marL="0" indent="0">
              <a:buNone/>
              <a:defRPr sz="100"/>
            </a:lvl1pPr>
          </a:lstStyle>
          <a:p>
            <a:endParaRPr lang="en-US"/>
          </a:p>
        </p:txBody>
      </p:sp>
      <p:sp>
        <p:nvSpPr>
          <p:cNvPr id="90" name="Picture Placeholder 79">
            <a:extLst>
              <a:ext uri="{FF2B5EF4-FFF2-40B4-BE49-F238E27FC236}">
                <a16:creationId xmlns:a16="http://schemas.microsoft.com/office/drawing/2014/main" id="{2E1D8730-62B5-45A5-A9C0-7BFE119E2FE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486606" y="5279231"/>
            <a:ext cx="182880" cy="182880"/>
          </a:xfrm>
        </p:spPr>
        <p:txBody>
          <a:bodyPr>
            <a:normAutofit/>
          </a:bodyPr>
          <a:lstStyle>
            <a:lvl1pPr marL="0" indent="0">
              <a:buNone/>
              <a:defRPr sz="100"/>
            </a:lvl1pPr>
          </a:lstStyle>
          <a:p>
            <a:endParaRPr lang="en-US"/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43E05062-C075-48FC-A9B6-0DD074265B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8521" y="1854200"/>
            <a:ext cx="5120640" cy="4089400"/>
          </a:xfrm>
          <a:custGeom>
            <a:avLst/>
            <a:gdLst>
              <a:gd name="connsiteX0" fmla="*/ 408531 w 5120640"/>
              <a:gd name="connsiteY0" fmla="*/ 0 h 4089400"/>
              <a:gd name="connsiteX1" fmla="*/ 5120640 w 5120640"/>
              <a:gd name="connsiteY1" fmla="*/ 0 h 4089400"/>
              <a:gd name="connsiteX2" fmla="*/ 5120640 w 5120640"/>
              <a:gd name="connsiteY2" fmla="*/ 3680869 h 4089400"/>
              <a:gd name="connsiteX3" fmla="*/ 4712109 w 5120640"/>
              <a:gd name="connsiteY3" fmla="*/ 4089400 h 4089400"/>
              <a:gd name="connsiteX4" fmla="*/ 0 w 5120640"/>
              <a:gd name="connsiteY4" fmla="*/ 4089400 h 4089400"/>
              <a:gd name="connsiteX5" fmla="*/ 0 w 5120640"/>
              <a:gd name="connsiteY5" fmla="*/ 408531 h 4089400"/>
              <a:gd name="connsiteX6" fmla="*/ 408531 w 5120640"/>
              <a:gd name="connsiteY6" fmla="*/ 0 h 408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20640" h="4089400">
                <a:moveTo>
                  <a:pt x="408531" y="0"/>
                </a:moveTo>
                <a:lnTo>
                  <a:pt x="5120640" y="0"/>
                </a:lnTo>
                <a:lnTo>
                  <a:pt x="5120640" y="3680869"/>
                </a:lnTo>
                <a:cubicBezTo>
                  <a:pt x="5120640" y="3906494"/>
                  <a:pt x="4937734" y="4089400"/>
                  <a:pt x="4712109" y="4089400"/>
                </a:cubicBezTo>
                <a:lnTo>
                  <a:pt x="0" y="4089400"/>
                </a:lnTo>
                <a:lnTo>
                  <a:pt x="0" y="408531"/>
                </a:lnTo>
                <a:cubicBezTo>
                  <a:pt x="0" y="182906"/>
                  <a:pt x="182906" y="0"/>
                  <a:pt x="408531" y="0"/>
                </a:cubicBezTo>
                <a:close/>
              </a:path>
            </a:pathLst>
          </a:custGeom>
          <a:solidFill>
            <a:schemeClr val="bg1">
              <a:alpha val="79000"/>
            </a:schemeClr>
          </a:solidFill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US"/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514D91FA-9CF7-4CDF-9458-5AB5AF9FE94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22841" y="2043767"/>
            <a:ext cx="4572000" cy="2011680"/>
          </a:xfrm>
          <a:custGeom>
            <a:avLst/>
            <a:gdLst>
              <a:gd name="connsiteX0" fmla="*/ 325651 w 4572000"/>
              <a:gd name="connsiteY0" fmla="*/ 0 h 2011680"/>
              <a:gd name="connsiteX1" fmla="*/ 4572000 w 4572000"/>
              <a:gd name="connsiteY1" fmla="*/ 0 h 2011680"/>
              <a:gd name="connsiteX2" fmla="*/ 4572000 w 4572000"/>
              <a:gd name="connsiteY2" fmla="*/ 1686029 h 2011680"/>
              <a:gd name="connsiteX3" fmla="*/ 4246349 w 4572000"/>
              <a:gd name="connsiteY3" fmla="*/ 2011680 h 2011680"/>
              <a:gd name="connsiteX4" fmla="*/ 0 w 4572000"/>
              <a:gd name="connsiteY4" fmla="*/ 2011680 h 2011680"/>
              <a:gd name="connsiteX5" fmla="*/ 0 w 4572000"/>
              <a:gd name="connsiteY5" fmla="*/ 325651 h 2011680"/>
              <a:gd name="connsiteX6" fmla="*/ 325651 w 4572000"/>
              <a:gd name="connsiteY6" fmla="*/ 0 h 2011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72000" h="2011680">
                <a:moveTo>
                  <a:pt x="325651" y="0"/>
                </a:moveTo>
                <a:lnTo>
                  <a:pt x="4572000" y="0"/>
                </a:lnTo>
                <a:lnTo>
                  <a:pt x="4572000" y="1686029"/>
                </a:lnTo>
                <a:cubicBezTo>
                  <a:pt x="4572000" y="1865881"/>
                  <a:pt x="4426201" y="2011680"/>
                  <a:pt x="4246349" y="2011680"/>
                </a:cubicBezTo>
                <a:lnTo>
                  <a:pt x="0" y="2011680"/>
                </a:lnTo>
                <a:lnTo>
                  <a:pt x="0" y="325651"/>
                </a:lnTo>
                <a:cubicBezTo>
                  <a:pt x="0" y="145799"/>
                  <a:pt x="145799" y="0"/>
                  <a:pt x="325651" y="0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US"/>
          </a:p>
        </p:txBody>
      </p:sp>
      <p:sp>
        <p:nvSpPr>
          <p:cNvPr id="70" name="Text Placeholder 69">
            <a:extLst>
              <a:ext uri="{FF2B5EF4-FFF2-40B4-BE49-F238E27FC236}">
                <a16:creationId xmlns:a16="http://schemas.microsoft.com/office/drawing/2014/main" id="{F13E6F59-24C0-4203-A802-D074B196D7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34457" y="2856969"/>
            <a:ext cx="2286000" cy="36576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+mn-lt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72" name="Text Placeholder 69">
            <a:extLst>
              <a:ext uri="{FF2B5EF4-FFF2-40B4-BE49-F238E27FC236}">
                <a16:creationId xmlns:a16="http://schemas.microsoft.com/office/drawing/2014/main" id="{4F657CF3-4A8E-4D69-A28A-5C78B9BA9A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4457" y="3234273"/>
            <a:ext cx="2286000" cy="365760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68" name="Picture Placeholder 67">
            <a:extLst>
              <a:ext uri="{FF2B5EF4-FFF2-40B4-BE49-F238E27FC236}">
                <a16:creationId xmlns:a16="http://schemas.microsoft.com/office/drawing/2014/main" id="{ABF95A01-5F07-49A3-8D61-6B935CB8209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00486" y="2179658"/>
            <a:ext cx="1739898" cy="1739898"/>
          </a:xfrm>
          <a:custGeom>
            <a:avLst/>
            <a:gdLst>
              <a:gd name="connsiteX0" fmla="*/ 289989 w 1739898"/>
              <a:gd name="connsiteY0" fmla="*/ 0 h 1739898"/>
              <a:gd name="connsiteX1" fmla="*/ 1739898 w 1739898"/>
              <a:gd name="connsiteY1" fmla="*/ 0 h 1739898"/>
              <a:gd name="connsiteX2" fmla="*/ 1739898 w 1739898"/>
              <a:gd name="connsiteY2" fmla="*/ 1449910 h 1739898"/>
              <a:gd name="connsiteX3" fmla="*/ 1449909 w 1739898"/>
              <a:gd name="connsiteY3" fmla="*/ 1739898 h 1739898"/>
              <a:gd name="connsiteX4" fmla="*/ 0 w 1739898"/>
              <a:gd name="connsiteY4" fmla="*/ 1739898 h 1739898"/>
              <a:gd name="connsiteX5" fmla="*/ 0 w 1739898"/>
              <a:gd name="connsiteY5" fmla="*/ 289989 h 1739898"/>
              <a:gd name="connsiteX6" fmla="*/ 289989 w 1739898"/>
              <a:gd name="connsiteY6" fmla="*/ 0 h 1739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39898" h="1739898">
                <a:moveTo>
                  <a:pt x="289989" y="0"/>
                </a:moveTo>
                <a:lnTo>
                  <a:pt x="1739898" y="0"/>
                </a:lnTo>
                <a:lnTo>
                  <a:pt x="1739898" y="1449910"/>
                </a:lnTo>
                <a:cubicBezTo>
                  <a:pt x="1739898" y="1610066"/>
                  <a:pt x="1610066" y="1739898"/>
                  <a:pt x="1449909" y="1739898"/>
                </a:cubicBezTo>
                <a:lnTo>
                  <a:pt x="0" y="1739898"/>
                </a:lnTo>
                <a:lnTo>
                  <a:pt x="0" y="289989"/>
                </a:lnTo>
                <a:cubicBezTo>
                  <a:pt x="0" y="129832"/>
                  <a:pt x="129832" y="0"/>
                  <a:pt x="28998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200"/>
            </a:lvl1pPr>
          </a:lstStyle>
          <a:p>
            <a:endParaRPr lang="en-US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6BB0977-F9DD-4EA2-96E9-B75D119A25BA}"/>
              </a:ext>
            </a:extLst>
          </p:cNvPr>
          <p:cNvCxnSpPr/>
          <p:nvPr/>
        </p:nvCxnSpPr>
        <p:spPr>
          <a:xfrm>
            <a:off x="1478449" y="4854262"/>
            <a:ext cx="3260785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8F040E4-3908-482E-B43F-95CFEF28C19F}"/>
              </a:ext>
            </a:extLst>
          </p:cNvPr>
          <p:cNvCxnSpPr/>
          <p:nvPr/>
        </p:nvCxnSpPr>
        <p:spPr>
          <a:xfrm>
            <a:off x="1478449" y="5199574"/>
            <a:ext cx="3260785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 Placeholder 69">
            <a:extLst>
              <a:ext uri="{FF2B5EF4-FFF2-40B4-BE49-F238E27FC236}">
                <a16:creationId xmlns:a16="http://schemas.microsoft.com/office/drawing/2014/main" id="{0FDE0F26-0023-401B-B805-5D69726E83D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63553" y="4315846"/>
            <a:ext cx="2980944" cy="521208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77" name="Text Placeholder 69">
            <a:extLst>
              <a:ext uri="{FF2B5EF4-FFF2-40B4-BE49-F238E27FC236}">
                <a16:creationId xmlns:a16="http://schemas.microsoft.com/office/drawing/2014/main" id="{7026F096-7975-4354-99FD-E185EF531C5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63553" y="4871470"/>
            <a:ext cx="2980944" cy="310896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78" name="Text Placeholder 69">
            <a:extLst>
              <a:ext uri="{FF2B5EF4-FFF2-40B4-BE49-F238E27FC236}">
                <a16:creationId xmlns:a16="http://schemas.microsoft.com/office/drawing/2014/main" id="{54B90C87-B750-4CBE-870A-4265E47A486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63553" y="5216783"/>
            <a:ext cx="2980944" cy="310896"/>
          </a:xfrm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80" name="Picture Placeholder 79">
            <a:extLst>
              <a:ext uri="{FF2B5EF4-FFF2-40B4-BE49-F238E27FC236}">
                <a16:creationId xmlns:a16="http://schemas.microsoft.com/office/drawing/2014/main" id="{DEB5856E-25B1-4D1F-BF3F-8B276BC8C95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514249" y="4392613"/>
            <a:ext cx="182880" cy="182880"/>
          </a:xfrm>
        </p:spPr>
        <p:txBody>
          <a:bodyPr>
            <a:normAutofit/>
          </a:bodyPr>
          <a:lstStyle>
            <a:lvl1pPr marL="0" indent="0">
              <a:buNone/>
              <a:defRPr sz="100"/>
            </a:lvl1pPr>
          </a:lstStyle>
          <a:p>
            <a:endParaRPr lang="en-US"/>
          </a:p>
        </p:txBody>
      </p:sp>
      <p:sp>
        <p:nvSpPr>
          <p:cNvPr id="81" name="Picture Placeholder 79">
            <a:extLst>
              <a:ext uri="{FF2B5EF4-FFF2-40B4-BE49-F238E27FC236}">
                <a16:creationId xmlns:a16="http://schemas.microsoft.com/office/drawing/2014/main" id="{557AF6EE-DC8E-46F0-B471-60A885E252A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514249" y="4945017"/>
            <a:ext cx="182880" cy="182880"/>
          </a:xfrm>
        </p:spPr>
        <p:txBody>
          <a:bodyPr>
            <a:normAutofit/>
          </a:bodyPr>
          <a:lstStyle>
            <a:lvl1pPr marL="0" indent="0">
              <a:buNone/>
              <a:defRPr sz="100"/>
            </a:lvl1pPr>
          </a:lstStyle>
          <a:p>
            <a:endParaRPr lang="en-US"/>
          </a:p>
        </p:txBody>
      </p:sp>
      <p:sp>
        <p:nvSpPr>
          <p:cNvPr id="82" name="Picture Placeholder 79">
            <a:extLst>
              <a:ext uri="{FF2B5EF4-FFF2-40B4-BE49-F238E27FC236}">
                <a16:creationId xmlns:a16="http://schemas.microsoft.com/office/drawing/2014/main" id="{96DFBDD1-183F-48B0-B0A7-8425E479064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514249" y="5279231"/>
            <a:ext cx="182880" cy="182880"/>
          </a:xfrm>
        </p:spPr>
        <p:txBody>
          <a:bodyPr>
            <a:normAutofit/>
          </a:bodyPr>
          <a:lstStyle>
            <a:lvl1pPr marL="0" indent="0">
              <a:buNone/>
              <a:defRPr sz="100"/>
            </a:lvl1pPr>
          </a:lstStyle>
          <a:p>
            <a:endParaRPr lang="en-US"/>
          </a:p>
        </p:txBody>
      </p:sp>
      <p:sp>
        <p:nvSpPr>
          <p:cNvPr id="92" name="Text Placeholder 91">
            <a:extLst>
              <a:ext uri="{FF2B5EF4-FFF2-40B4-BE49-F238E27FC236}">
                <a16:creationId xmlns:a16="http://schemas.microsoft.com/office/drawing/2014/main" id="{DFCF1088-0A29-4240-9CBD-25165E7B3BF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27754" y="1587255"/>
            <a:ext cx="822960" cy="822960"/>
          </a:xfrm>
          <a:custGeom>
            <a:avLst/>
            <a:gdLst>
              <a:gd name="connsiteX0" fmla="*/ 184262 w 1105550"/>
              <a:gd name="connsiteY0" fmla="*/ 0 h 1105550"/>
              <a:gd name="connsiteX1" fmla="*/ 1105550 w 1105550"/>
              <a:gd name="connsiteY1" fmla="*/ 0 h 1105550"/>
              <a:gd name="connsiteX2" fmla="*/ 1105550 w 1105550"/>
              <a:gd name="connsiteY2" fmla="*/ 921288 h 1105550"/>
              <a:gd name="connsiteX3" fmla="*/ 921288 w 1105550"/>
              <a:gd name="connsiteY3" fmla="*/ 1105550 h 1105550"/>
              <a:gd name="connsiteX4" fmla="*/ 0 w 1105550"/>
              <a:gd name="connsiteY4" fmla="*/ 1105550 h 1105550"/>
              <a:gd name="connsiteX5" fmla="*/ 0 w 1105550"/>
              <a:gd name="connsiteY5" fmla="*/ 184262 h 1105550"/>
              <a:gd name="connsiteX6" fmla="*/ 184262 w 1105550"/>
              <a:gd name="connsiteY6" fmla="*/ 0 h 1105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05550" h="1105550">
                <a:moveTo>
                  <a:pt x="184262" y="0"/>
                </a:moveTo>
                <a:lnTo>
                  <a:pt x="1105550" y="0"/>
                </a:lnTo>
                <a:lnTo>
                  <a:pt x="1105550" y="921288"/>
                </a:lnTo>
                <a:cubicBezTo>
                  <a:pt x="1105550" y="1023053"/>
                  <a:pt x="1023053" y="1105550"/>
                  <a:pt x="921288" y="1105550"/>
                </a:cubicBezTo>
                <a:lnTo>
                  <a:pt x="0" y="1105550"/>
                </a:lnTo>
                <a:lnTo>
                  <a:pt x="0" y="184262"/>
                </a:lnTo>
                <a:cubicBezTo>
                  <a:pt x="0" y="82497"/>
                  <a:pt x="82497" y="0"/>
                  <a:pt x="184262" y="0"/>
                </a:cubicBezTo>
                <a:close/>
              </a:path>
            </a:pathLst>
          </a:custGeom>
          <a:solidFill>
            <a:schemeClr val="tx2">
              <a:alpha val="88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93" name="Text Placeholder 2">
            <a:extLst>
              <a:ext uri="{FF2B5EF4-FFF2-40B4-BE49-F238E27FC236}">
                <a16:creationId xmlns:a16="http://schemas.microsoft.com/office/drawing/2014/main" id="{082875B7-C8DA-4D4F-8040-423A2CB8B73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327754" y="1593648"/>
            <a:ext cx="822960" cy="822960"/>
          </a:xfrm>
        </p:spPr>
        <p:txBody>
          <a:bodyPr anchor="ctr" anchorCtr="1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95" name="Text Placeholder 2">
            <a:extLst>
              <a:ext uri="{FF2B5EF4-FFF2-40B4-BE49-F238E27FC236}">
                <a16:creationId xmlns:a16="http://schemas.microsoft.com/office/drawing/2014/main" id="{5F63124B-1881-44A4-ABEE-C4359BC915D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288715" y="1593648"/>
            <a:ext cx="822960" cy="822960"/>
          </a:xfrm>
        </p:spPr>
        <p:txBody>
          <a:bodyPr anchor="ctr" anchorCtr="1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524353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 10">
            <a:extLst>
              <a:ext uri="{FF2B5EF4-FFF2-40B4-BE49-F238E27FC236}">
                <a16:creationId xmlns:a16="http://schemas.microsoft.com/office/drawing/2014/main" id="{E2AABC96-8504-1E4D-8D3B-09F372A74C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98767" y="366592"/>
            <a:ext cx="2158722" cy="42074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12641EB-C1DC-8942-846B-176ADC76B378}"/>
              </a:ext>
            </a:extLst>
          </p:cNvPr>
          <p:cNvSpPr txBox="1">
            <a:spLocks/>
          </p:cNvSpPr>
          <p:nvPr userDrawn="1"/>
        </p:nvSpPr>
        <p:spPr>
          <a:xfrm>
            <a:off x="503660" y="6415802"/>
            <a:ext cx="1175322" cy="24622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100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strictly confidential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5E06917-8617-6442-A926-74C4E0D2436B}"/>
              </a:ext>
            </a:extLst>
          </p:cNvPr>
          <p:cNvSpPr txBox="1">
            <a:spLocks/>
          </p:cNvSpPr>
          <p:nvPr userDrawn="1"/>
        </p:nvSpPr>
        <p:spPr>
          <a:xfrm>
            <a:off x="11293286" y="6415802"/>
            <a:ext cx="364203" cy="24622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96CFC63-A147-BE40-8754-0D0125E46BD0}" type="slidenum">
              <a:rPr lang="de-DE" sz="1000" smtClean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pPr/>
              <a:t>‹Nº›</a:t>
            </a:fld>
            <a:r>
              <a:rPr lang="de-DE" sz="100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56009B23-0046-8447-93A6-5A3B54ACD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545" y="204622"/>
            <a:ext cx="8901598" cy="7125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51" name="Bild 10">
            <a:extLst>
              <a:ext uri="{FF2B5EF4-FFF2-40B4-BE49-F238E27FC236}">
                <a16:creationId xmlns:a16="http://schemas.microsoft.com/office/drawing/2014/main" id="{A900660D-81C3-495F-AE06-E7B2A353DA9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98767" y="366592"/>
            <a:ext cx="2158722" cy="420741"/>
          </a:xfrm>
          <a:prstGeom prst="rect">
            <a:avLst/>
          </a:prstGeom>
        </p:spPr>
      </p:pic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04BA29D2-CFF2-4B67-9BAC-9FD5F699F3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9629" y="1319114"/>
            <a:ext cx="11157860" cy="46166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Text</a:t>
            </a:r>
          </a:p>
          <a:p>
            <a:pPr lvl="0"/>
            <a:endParaRPr lang="en-US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5303BE5B-690B-40E1-90D8-4D1223082743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500063" y="1817879"/>
            <a:ext cx="11156950" cy="443568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6251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BFC26763-10AE-43A4-89B4-295197759EFB}"/>
              </a:ext>
            </a:extLst>
          </p:cNvPr>
          <p:cNvSpPr/>
          <p:nvPr userDrawn="1"/>
        </p:nvSpPr>
        <p:spPr>
          <a:xfrm>
            <a:off x="0" y="0"/>
            <a:ext cx="12192000" cy="1211283"/>
          </a:xfrm>
          <a:prstGeom prst="rect">
            <a:avLst/>
          </a:prstGeom>
          <a:solidFill>
            <a:schemeClr val="bg1">
              <a:alpha val="79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Bild 10">
            <a:extLst>
              <a:ext uri="{FF2B5EF4-FFF2-40B4-BE49-F238E27FC236}">
                <a16:creationId xmlns:a16="http://schemas.microsoft.com/office/drawing/2014/main" id="{E2AABC96-8504-1E4D-8D3B-09F372A74C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98767" y="366592"/>
            <a:ext cx="2158722" cy="42074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12641EB-C1DC-8942-846B-176ADC76B378}"/>
              </a:ext>
            </a:extLst>
          </p:cNvPr>
          <p:cNvSpPr txBox="1">
            <a:spLocks/>
          </p:cNvSpPr>
          <p:nvPr userDrawn="1"/>
        </p:nvSpPr>
        <p:spPr>
          <a:xfrm>
            <a:off x="503660" y="6415802"/>
            <a:ext cx="1175322" cy="24622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100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strictly confidential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5E06917-8617-6442-A926-74C4E0D2436B}"/>
              </a:ext>
            </a:extLst>
          </p:cNvPr>
          <p:cNvSpPr txBox="1">
            <a:spLocks/>
          </p:cNvSpPr>
          <p:nvPr userDrawn="1"/>
        </p:nvSpPr>
        <p:spPr>
          <a:xfrm>
            <a:off x="11293286" y="6415802"/>
            <a:ext cx="364203" cy="24622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96CFC63-A147-BE40-8754-0D0125E46BD0}" type="slidenum">
              <a:rPr lang="de-DE" sz="1000" smtClean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pPr/>
              <a:t>‹Nº›</a:t>
            </a:fld>
            <a:r>
              <a:rPr lang="de-DE" sz="100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56009B23-0046-8447-93A6-5A3B54ACD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545" y="204622"/>
            <a:ext cx="8901598" cy="7125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51" name="Bild 10">
            <a:extLst>
              <a:ext uri="{FF2B5EF4-FFF2-40B4-BE49-F238E27FC236}">
                <a16:creationId xmlns:a16="http://schemas.microsoft.com/office/drawing/2014/main" id="{A900660D-81C3-495F-AE06-E7B2A353DA9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98767" y="366592"/>
            <a:ext cx="2158722" cy="420741"/>
          </a:xfrm>
          <a:prstGeom prst="rect">
            <a:avLst/>
          </a:prstGeom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1045CB9-4DAA-404A-BBF2-AB2A38EA91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10513" y="2088706"/>
            <a:ext cx="2383360" cy="2367706"/>
          </a:xfrm>
          <a:custGeom>
            <a:avLst/>
            <a:gdLst>
              <a:gd name="connsiteX0" fmla="*/ 607175 w 2383360"/>
              <a:gd name="connsiteY0" fmla="*/ 0 h 2367706"/>
              <a:gd name="connsiteX1" fmla="*/ 2383360 w 2383360"/>
              <a:gd name="connsiteY1" fmla="*/ 0 h 2367706"/>
              <a:gd name="connsiteX2" fmla="*/ 2383360 w 2383360"/>
              <a:gd name="connsiteY2" fmla="*/ 1760531 h 2367706"/>
              <a:gd name="connsiteX3" fmla="*/ 1776185 w 2383360"/>
              <a:gd name="connsiteY3" fmla="*/ 2367706 h 2367706"/>
              <a:gd name="connsiteX4" fmla="*/ 0 w 2383360"/>
              <a:gd name="connsiteY4" fmla="*/ 2367706 h 2367706"/>
              <a:gd name="connsiteX5" fmla="*/ 0 w 2383360"/>
              <a:gd name="connsiteY5" fmla="*/ 607175 h 2367706"/>
              <a:gd name="connsiteX6" fmla="*/ 607175 w 2383360"/>
              <a:gd name="connsiteY6" fmla="*/ 0 h 2367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83360" h="2367706">
                <a:moveTo>
                  <a:pt x="607175" y="0"/>
                </a:moveTo>
                <a:lnTo>
                  <a:pt x="2383360" y="0"/>
                </a:lnTo>
                <a:lnTo>
                  <a:pt x="2383360" y="1760531"/>
                </a:lnTo>
                <a:cubicBezTo>
                  <a:pt x="2383360" y="2095864"/>
                  <a:pt x="2111518" y="2367706"/>
                  <a:pt x="1776185" y="2367706"/>
                </a:cubicBezTo>
                <a:lnTo>
                  <a:pt x="0" y="2367706"/>
                </a:lnTo>
                <a:lnTo>
                  <a:pt x="0" y="607175"/>
                </a:lnTo>
                <a:cubicBezTo>
                  <a:pt x="0" y="271842"/>
                  <a:pt x="271842" y="0"/>
                  <a:pt x="607175" y="0"/>
                </a:cubicBezTo>
                <a:close/>
              </a:path>
            </a:pathLst>
          </a:custGeom>
          <a:solidFill>
            <a:schemeClr val="tx2">
              <a:alpha val="7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55C8A925-4097-4B11-A360-5D11025B89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48025" y="3310238"/>
            <a:ext cx="1153752" cy="1146174"/>
          </a:xfrm>
          <a:custGeom>
            <a:avLst/>
            <a:gdLst>
              <a:gd name="connsiteX0" fmla="*/ 0 w 1153752"/>
              <a:gd name="connsiteY0" fmla="*/ 0 h 1146174"/>
              <a:gd name="connsiteX1" fmla="*/ 859827 w 1153752"/>
              <a:gd name="connsiteY1" fmla="*/ 0 h 1146174"/>
              <a:gd name="connsiteX2" fmla="*/ 1153752 w 1153752"/>
              <a:gd name="connsiteY2" fmla="*/ 293925 h 1146174"/>
              <a:gd name="connsiteX3" fmla="*/ 1153752 w 1153752"/>
              <a:gd name="connsiteY3" fmla="*/ 1146174 h 1146174"/>
              <a:gd name="connsiteX4" fmla="*/ 293925 w 1153752"/>
              <a:gd name="connsiteY4" fmla="*/ 1146174 h 1146174"/>
              <a:gd name="connsiteX5" fmla="*/ 0 w 1153752"/>
              <a:gd name="connsiteY5" fmla="*/ 852249 h 114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3752" h="1146174">
                <a:moveTo>
                  <a:pt x="0" y="0"/>
                </a:moveTo>
                <a:lnTo>
                  <a:pt x="859827" y="0"/>
                </a:lnTo>
                <a:cubicBezTo>
                  <a:pt x="1022157" y="0"/>
                  <a:pt x="1153752" y="131595"/>
                  <a:pt x="1153752" y="293925"/>
                </a:cubicBezTo>
                <a:lnTo>
                  <a:pt x="1153752" y="1146174"/>
                </a:lnTo>
                <a:lnTo>
                  <a:pt x="293925" y="1146174"/>
                </a:lnTo>
                <a:cubicBezTo>
                  <a:pt x="131595" y="1146174"/>
                  <a:pt x="0" y="1014579"/>
                  <a:pt x="0" y="852249"/>
                </a:cubicBezTo>
                <a:close/>
              </a:path>
            </a:pathLst>
          </a:custGeom>
          <a:solidFill>
            <a:schemeClr val="accent2">
              <a:alpha val="88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 sz="1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endParaRPr lang="en-US"/>
          </a:p>
        </p:txBody>
      </p:sp>
      <p:sp>
        <p:nvSpPr>
          <p:cNvPr id="35" name="Picture Placeholder 16">
            <a:extLst>
              <a:ext uri="{FF2B5EF4-FFF2-40B4-BE49-F238E27FC236}">
                <a16:creationId xmlns:a16="http://schemas.microsoft.com/office/drawing/2014/main" id="{1995C4F5-F6DC-4673-BA05-7B9467FCB41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15977" y="3062514"/>
            <a:ext cx="3159148" cy="1976608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500"/>
            </a:lvl1pPr>
          </a:lstStyle>
          <a:p>
            <a:r>
              <a:rPr lang="en-US"/>
              <a:t>Mockup</a:t>
            </a:r>
          </a:p>
        </p:txBody>
      </p:sp>
      <p:pic>
        <p:nvPicPr>
          <p:cNvPr id="27" name="Picture 26" descr="A picture containing star, man, sky&#10;&#10;Description automatically generated">
            <a:extLst>
              <a:ext uri="{FF2B5EF4-FFF2-40B4-BE49-F238E27FC236}">
                <a16:creationId xmlns:a16="http://schemas.microsoft.com/office/drawing/2014/main" id="{BA4E4064-49BC-467C-A046-A2E6AC3778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96511" y="814032"/>
            <a:ext cx="8999720" cy="523036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</p:pic>
      <p:pic>
        <p:nvPicPr>
          <p:cNvPr id="36" name="Picture 35" descr="A picture containing star, man, sky&#10;&#10;Description automatically generated">
            <a:extLst>
              <a:ext uri="{FF2B5EF4-FFF2-40B4-BE49-F238E27FC236}">
                <a16:creationId xmlns:a16="http://schemas.microsoft.com/office/drawing/2014/main" id="{B591F6A4-5D7A-48AC-8B08-AA4137A18FB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96511" y="814032"/>
            <a:ext cx="8999720" cy="523036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</p:pic>
      <p:sp>
        <p:nvSpPr>
          <p:cNvPr id="32" name="Picture Placeholder 16">
            <a:extLst>
              <a:ext uri="{FF2B5EF4-FFF2-40B4-BE49-F238E27FC236}">
                <a16:creationId xmlns:a16="http://schemas.microsoft.com/office/drawing/2014/main" id="{E67833A7-750F-4830-AE79-F003C9E5BC0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726013" y="1770604"/>
            <a:ext cx="4463603" cy="2508395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500"/>
            </a:lvl1pPr>
          </a:lstStyle>
          <a:p>
            <a:r>
              <a:rPr lang="en-US"/>
              <a:t>Mockup</a:t>
            </a:r>
          </a:p>
        </p:txBody>
      </p:sp>
      <p:pic>
        <p:nvPicPr>
          <p:cNvPr id="34" name="Picture 33" descr="A picture containing star, man, sky&#10;&#10;Description automatically generated">
            <a:extLst>
              <a:ext uri="{FF2B5EF4-FFF2-40B4-BE49-F238E27FC236}">
                <a16:creationId xmlns:a16="http://schemas.microsoft.com/office/drawing/2014/main" id="{72282365-A6E8-4767-AED8-91107D4E96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52255" y="3107268"/>
            <a:ext cx="1336673" cy="143086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</p:pic>
      <p:sp>
        <p:nvSpPr>
          <p:cNvPr id="25" name="Picture Placeholder 16">
            <a:extLst>
              <a:ext uri="{FF2B5EF4-FFF2-40B4-BE49-F238E27FC236}">
                <a16:creationId xmlns:a16="http://schemas.microsoft.com/office/drawing/2014/main" id="{C2C41FA5-0D89-4237-961E-0FF3418A6A4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10125" y="3327285"/>
            <a:ext cx="1343031" cy="1790255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500"/>
            </a:lvl1pPr>
          </a:lstStyle>
          <a:p>
            <a:r>
              <a:rPr lang="en-US"/>
              <a:t>Mockup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09B7897D-292E-4AB5-9481-F2A2F57BFFA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515758" y="3985359"/>
            <a:ext cx="667512" cy="1179576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500"/>
            </a:lvl1pPr>
          </a:lstStyle>
          <a:p>
            <a:r>
              <a:rPr lang="en-US"/>
              <a:t>Mockup</a:t>
            </a:r>
          </a:p>
        </p:txBody>
      </p:sp>
      <p:pic>
        <p:nvPicPr>
          <p:cNvPr id="31" name="Picture 30" descr="A picture containing star, man, sky&#10;&#10;Description automatically generated">
            <a:extLst>
              <a:ext uri="{FF2B5EF4-FFF2-40B4-BE49-F238E27FC236}">
                <a16:creationId xmlns:a16="http://schemas.microsoft.com/office/drawing/2014/main" id="{323F0E3A-F0EA-4F44-8457-7E5751B7BD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88929" y="3676694"/>
            <a:ext cx="164227" cy="181224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437798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CF381333-9809-4E7C-9F98-83878FDDC11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378953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4" imgW="424" imgH="424" progId="TCLayout.ActiveDocument.1">
                  <p:embed/>
                </p:oleObj>
              </mc:Choice>
              <mc:Fallback>
                <p:oleObj name="think-cell Folie" r:id="rId4" imgW="424" imgH="42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CF381333-9809-4E7C-9F98-83878FDDC1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eck 2" hidden="1">
            <a:extLst>
              <a:ext uri="{FF2B5EF4-FFF2-40B4-BE49-F238E27FC236}">
                <a16:creationId xmlns:a16="http://schemas.microsoft.com/office/drawing/2014/main" id="{622887E3-2F27-45BD-8C97-346288C72FC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de-DE" sz="3600" b="1" i="0" baseline="0">
              <a:latin typeface="Graphik" panose="020B0503030202060203" pitchFamily="34" charset="0"/>
              <a:ea typeface="+mj-ea"/>
              <a:cs typeface="+mj-cs"/>
              <a:sym typeface="Graphik" panose="020B0503030202060203" pitchFamily="34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557337"/>
            <a:ext cx="11430000" cy="4754563"/>
          </a:xfrm>
        </p:spPr>
        <p:txBody>
          <a:bodyPr/>
          <a:lstStyle/>
          <a:p>
            <a:pPr lvl="0"/>
            <a:r>
              <a:rPr lang="de-DE"/>
              <a:t>Place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here</a:t>
            </a:r>
            <a:endParaRPr lang="de-DE"/>
          </a:p>
          <a:p>
            <a:pPr lvl="1"/>
            <a:r>
              <a:rPr lang="de-DE"/>
              <a:t>Second </a:t>
            </a:r>
            <a:r>
              <a:rPr lang="de-DE" err="1"/>
              <a:t>level</a:t>
            </a:r>
            <a:endParaRPr lang="de-DE"/>
          </a:p>
          <a:p>
            <a:pPr lvl="2"/>
            <a:r>
              <a:rPr lang="de-DE"/>
              <a:t>Third </a:t>
            </a:r>
            <a:r>
              <a:rPr lang="de-DE" err="1"/>
              <a:t>level</a:t>
            </a:r>
            <a:endParaRPr lang="de-DE"/>
          </a:p>
          <a:p>
            <a:pPr lvl="3"/>
            <a:r>
              <a:rPr lang="de-DE" err="1"/>
              <a:t>Fourth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  <a:p>
            <a:pPr lvl="4"/>
            <a:r>
              <a:rPr lang="de-DE" err="1"/>
              <a:t>Fifth</a:t>
            </a:r>
            <a:r>
              <a:rPr lang="de-DE"/>
              <a:t> </a:t>
            </a:r>
            <a:r>
              <a:rPr lang="de-DE" err="1"/>
              <a:t>level</a:t>
            </a:r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7E477FC8-730E-4AD2-93AE-93D90AE26B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de-DE"/>
              <a:t>Place </a:t>
            </a:r>
            <a:r>
              <a:rPr lang="de-DE" err="1"/>
              <a:t>headline</a:t>
            </a:r>
            <a:r>
              <a:rPr lang="de-DE"/>
              <a:t> </a:t>
            </a:r>
            <a:r>
              <a:rPr lang="de-DE" err="1"/>
              <a:t>here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741B9D1-8DE9-4F14-B8F0-1D8C2CC61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de-DE" smtClean="0"/>
              <a:pPr algn="r" defTabSz="228600">
                <a:spcAft>
                  <a:spcPts val="1200"/>
                </a:spcAft>
              </a:pPr>
              <a:t>‹Nº›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4ED2C44F-FB12-46E7-B64E-6B19932C0EB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Chapter Title</a:t>
            </a:r>
          </a:p>
        </p:txBody>
      </p:sp>
    </p:spTree>
    <p:extLst>
      <p:ext uri="{BB962C8B-B14F-4D97-AF65-F5344CB8AC3E}">
        <p14:creationId xmlns:p14="http://schemas.microsoft.com/office/powerpoint/2010/main" val="28674911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AR_Standardfolie_Dunkel">
  <p:cSld name="SAR_Standardfolie_Dunkel">
    <p:bg>
      <p:bgPr>
        <a:solidFill>
          <a:schemeClr val="dk1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Google Shape;64;p17"/>
          <p:cNvCxnSpPr/>
          <p:nvPr/>
        </p:nvCxnSpPr>
        <p:spPr>
          <a:xfrm>
            <a:off x="731404" y="519049"/>
            <a:ext cx="0" cy="55120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5" name="Google Shape;65;p17"/>
          <p:cNvSpPr txBox="1">
            <a:spLocks noGrp="1"/>
          </p:cNvSpPr>
          <p:nvPr>
            <p:ph type="subTitle" idx="1"/>
          </p:nvPr>
        </p:nvSpPr>
        <p:spPr>
          <a:xfrm>
            <a:off x="829293" y="885881"/>
            <a:ext cx="8994800" cy="17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67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67">
                <a:solidFill>
                  <a:srgbClr val="F18633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 sz="1467">
                <a:solidFill>
                  <a:srgbClr val="F18633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 sz="1467">
                <a:solidFill>
                  <a:srgbClr val="F18633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 sz="1467">
                <a:solidFill>
                  <a:srgbClr val="F18633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 sz="1467">
                <a:solidFill>
                  <a:srgbClr val="F18633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 sz="1467">
                <a:solidFill>
                  <a:srgbClr val="F18633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 sz="1467">
                <a:solidFill>
                  <a:srgbClr val="F18633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 sz="1467">
                <a:solidFill>
                  <a:srgbClr val="F18633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830372" y="519200"/>
            <a:ext cx="8498400" cy="29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2"/>
          </p:nvPr>
        </p:nvSpPr>
        <p:spPr>
          <a:xfrm>
            <a:off x="668067" y="1536633"/>
            <a:ext cx="111084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"/>
              <a:buChar char="●"/>
              <a:defRPr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1219170" lvl="1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○"/>
              <a:defRPr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828754" lvl="2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■"/>
              <a:defRPr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2438339" lvl="3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●"/>
              <a:defRPr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3047924" lvl="4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○"/>
              <a:defRPr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3657509" lvl="5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■"/>
              <a:defRPr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4267093" lvl="6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●"/>
              <a:defRPr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4876678" lvl="7" indent="-423323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○"/>
              <a:defRPr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5486263" lvl="8" indent="-423323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rgbClr val="FFFFFF"/>
              </a:buClr>
              <a:buSzPts val="1400"/>
              <a:buFont typeface="Montserrat"/>
              <a:buChar char="■"/>
              <a:defRPr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546868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ient Case mit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Bildplatzhalter 2"/>
          <p:cNvSpPr>
            <a:spLocks noGrp="1"/>
          </p:cNvSpPr>
          <p:nvPr>
            <p:ph type="pic" sz="quarter" idx="40"/>
          </p:nvPr>
        </p:nvSpPr>
        <p:spPr>
          <a:xfrm>
            <a:off x="9539878" y="0"/>
            <a:ext cx="2652122" cy="6858000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aseline="0">
                <a:solidFill>
                  <a:srgbClr val="011A38"/>
                </a:solidFill>
              </a:defRPr>
            </a:lvl1pPr>
          </a:lstStyle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endParaRPr lang="de-DE"/>
          </a:p>
          <a:p>
            <a:r>
              <a:rPr lang="de-DE"/>
              <a:t>Das ist ein Kundenbild-platzhalter</a:t>
            </a:r>
          </a:p>
        </p:txBody>
      </p:sp>
      <p:pic>
        <p:nvPicPr>
          <p:cNvPr id="36" name="Grafik 35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51913" y="5363762"/>
            <a:ext cx="1266430" cy="1154998"/>
          </a:xfrm>
          <a:prstGeom prst="rect">
            <a:avLst/>
          </a:prstGeom>
        </p:spPr>
      </p:pic>
      <p:sp>
        <p:nvSpPr>
          <p:cNvPr id="10" name="Bildplatzhalter 9"/>
          <p:cNvSpPr>
            <a:spLocks noGrp="1"/>
          </p:cNvSpPr>
          <p:nvPr>
            <p:ph type="pic" sz="quarter" idx="15" hasCustomPrompt="1"/>
          </p:nvPr>
        </p:nvSpPr>
        <p:spPr>
          <a:xfrm>
            <a:off x="10563724" y="3176338"/>
            <a:ext cx="1299411" cy="51735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de-DE"/>
              <a:t>Kundenlogo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E441C612-7DDB-3345-B687-6B603A9026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4032" y="434644"/>
            <a:ext cx="9085846" cy="561262"/>
          </a:xfrm>
          <a:prstGeom prst="rect">
            <a:avLst/>
          </a:prstGeom>
          <a:noFill/>
        </p:spPr>
        <p:txBody>
          <a:bodyPr tIns="90000"/>
          <a:lstStyle>
            <a:lvl1pPr marL="0" indent="0">
              <a:buNone/>
              <a:defRPr sz="3200">
                <a:solidFill>
                  <a:srgbClr val="011A38"/>
                </a:solidFill>
              </a:defRPr>
            </a:lvl1pPr>
            <a:lvl2pPr marL="6350" indent="0">
              <a:buNone/>
              <a:tabLst/>
              <a:defRPr sz="3200">
                <a:solidFill>
                  <a:srgbClr val="011938"/>
                </a:solidFill>
              </a:defRPr>
            </a:lvl2pPr>
            <a:lvl3pPr marL="6350" indent="0">
              <a:buNone/>
              <a:tabLst/>
              <a:defRPr sz="3200">
                <a:solidFill>
                  <a:srgbClr val="011938"/>
                </a:solidFill>
              </a:defRPr>
            </a:lvl3pPr>
            <a:lvl4pPr marL="6350" indent="0">
              <a:buNone/>
              <a:tabLst/>
              <a:defRPr sz="3200">
                <a:solidFill>
                  <a:srgbClr val="011938"/>
                </a:solidFill>
              </a:defRPr>
            </a:lvl4pPr>
            <a:lvl5pPr marL="6350" indent="0">
              <a:buNone/>
              <a:tabLst/>
              <a:defRPr sz="3200">
                <a:solidFill>
                  <a:srgbClr val="011938"/>
                </a:solidFill>
              </a:defRPr>
            </a:lvl5pPr>
          </a:lstStyle>
          <a:p>
            <a:pPr lvl="0"/>
            <a:r>
              <a:rPr lang="en-GB"/>
              <a:t>Click to edit Headline</a:t>
            </a:r>
            <a:endParaRPr lang="en-DE"/>
          </a:p>
        </p:txBody>
      </p:sp>
      <p:sp>
        <p:nvSpPr>
          <p:cNvPr id="34" name="Foliennummernplatzhalter 5">
            <a:extLst>
              <a:ext uri="{FF2B5EF4-FFF2-40B4-BE49-F238E27FC236}">
                <a16:creationId xmlns:a16="http://schemas.microsoft.com/office/drawing/2014/main" id="{DD998F65-DD0F-6A43-8A53-8376B4F1CAEF}"/>
              </a:ext>
            </a:extLst>
          </p:cNvPr>
          <p:cNvSpPr txBox="1">
            <a:spLocks/>
          </p:cNvSpPr>
          <p:nvPr userDrawn="1"/>
        </p:nvSpPr>
        <p:spPr>
          <a:xfrm>
            <a:off x="11257203" y="6387343"/>
            <a:ext cx="383935" cy="256743"/>
          </a:xfrm>
          <a:prstGeom prst="rect">
            <a:avLst/>
          </a:prstGeom>
        </p:spPr>
        <p:txBody>
          <a:bodyPr vert="horz" lIns="0" tIns="0" rIns="0" bIns="0" rtlCol="0" anchor="t"/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121916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5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Arial" panose="020B0604020202020204" pitchFamily="34" charset="0"/>
                <a:ea typeface="+mn-ea"/>
                <a:cs typeface="+mn-cs"/>
                <a:sym typeface="Helvetica Neue"/>
              </a:defRPr>
            </a:lvl1pPr>
            <a:lvl2pPr marL="0" marR="0" indent="228600" algn="ctr" defTabSz="121916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457200" algn="ctr" defTabSz="121916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685800" algn="ctr" defTabSz="121916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914400" algn="ctr" defTabSz="121916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1143000" algn="ctr" defTabSz="121916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1371600" algn="ctr" defTabSz="121916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1600200" algn="ctr" defTabSz="121916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1828800" algn="ctr" defTabSz="121916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r"/>
            <a:fld id="{D5A031AA-6AA6-BB49-8009-ED20ABBA1985}" type="slidenum">
              <a:rPr lang="de-DE" sz="800" b="1" smtClean="0">
                <a:solidFill>
                  <a:schemeClr val="accent1"/>
                </a:solidFill>
                <a:latin typeface="Articulat CF" panose="00000500000000000000" pitchFamily="50" charset="0"/>
              </a:rPr>
              <a:pPr algn="r"/>
              <a:t>‹Nº›</a:t>
            </a:fld>
            <a:endParaRPr lang="de-DE" sz="800" b="1">
              <a:solidFill>
                <a:schemeClr val="accent1"/>
              </a:solidFill>
              <a:latin typeface="Articulat CF" panose="00000500000000000000" pitchFamily="50" charset="0"/>
            </a:endParaRPr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1EAB8292-2FE8-924D-8A72-99CA74DFB0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3716" y="995906"/>
            <a:ext cx="9085846" cy="3361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011A38"/>
                </a:solidFill>
              </a:defRPr>
            </a:lvl1pPr>
            <a:lvl2pPr marL="7938" indent="0">
              <a:buNone/>
              <a:tabLst/>
              <a:defRPr sz="1400">
                <a:solidFill>
                  <a:srgbClr val="01224E"/>
                </a:solidFill>
              </a:defRPr>
            </a:lvl2pPr>
            <a:lvl3pPr marL="7938" indent="0">
              <a:buNone/>
              <a:tabLst/>
              <a:defRPr sz="1400">
                <a:solidFill>
                  <a:srgbClr val="01224E"/>
                </a:solidFill>
              </a:defRPr>
            </a:lvl3pPr>
            <a:lvl4pPr marL="7938" indent="0">
              <a:buNone/>
              <a:tabLst/>
              <a:defRPr sz="1400">
                <a:solidFill>
                  <a:srgbClr val="01224E"/>
                </a:solidFill>
              </a:defRPr>
            </a:lvl4pPr>
            <a:lvl5pPr marL="47625" indent="0">
              <a:buNone/>
              <a:tabLst/>
              <a:defRPr sz="1400">
                <a:solidFill>
                  <a:srgbClr val="01224E"/>
                </a:solidFill>
              </a:defRPr>
            </a:lvl5pPr>
          </a:lstStyle>
          <a:p>
            <a:pPr lvl="0"/>
            <a:r>
              <a:rPr lang="en-GB"/>
              <a:t>Click to edit subtitle</a:t>
            </a:r>
          </a:p>
        </p:txBody>
      </p:sp>
      <p:sp>
        <p:nvSpPr>
          <p:cNvPr id="29" name="Bildplatzhalter 2"/>
          <p:cNvSpPr>
            <a:spLocks noGrp="1"/>
          </p:cNvSpPr>
          <p:nvPr>
            <p:ph type="pic" sz="quarter" idx="37" hasCustomPrompt="1"/>
          </p:nvPr>
        </p:nvSpPr>
        <p:spPr>
          <a:xfrm>
            <a:off x="616973" y="4643762"/>
            <a:ext cx="1440000" cy="1440000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1400" baseline="0">
                <a:solidFill>
                  <a:srgbClr val="011A38"/>
                </a:solidFill>
              </a:defRPr>
            </a:lvl1pPr>
          </a:lstStyle>
          <a:p>
            <a:r>
              <a:rPr lang="de-DE"/>
              <a:t>Hier ist Platz für Bilder / Screenshots / </a:t>
            </a:r>
            <a:r>
              <a:rPr lang="de-DE" err="1"/>
              <a:t>Mockups</a:t>
            </a:r>
            <a:endParaRPr lang="de-DE"/>
          </a:p>
        </p:txBody>
      </p:sp>
      <p:sp>
        <p:nvSpPr>
          <p:cNvPr id="37" name="Textplatzhalter 3"/>
          <p:cNvSpPr>
            <a:spLocks noGrp="1"/>
          </p:cNvSpPr>
          <p:nvPr>
            <p:ph type="body" sz="quarter" idx="36" hasCustomPrompt="1"/>
          </p:nvPr>
        </p:nvSpPr>
        <p:spPr>
          <a:xfrm>
            <a:off x="2507710" y="4218253"/>
            <a:ext cx="4877576" cy="1557385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1200" b="1" i="1" cap="none" baseline="0">
                <a:solidFill>
                  <a:srgbClr val="011A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/>
              <a:t>„Hier steht ein krasses Zitat! </a:t>
            </a:r>
          </a:p>
          <a:p>
            <a:pPr lvl="0"/>
            <a:r>
              <a:rPr lang="de-DE" err="1"/>
              <a:t>Lorem</a:t>
            </a:r>
            <a:r>
              <a:rPr lang="de-DE"/>
              <a:t> </a:t>
            </a:r>
            <a:r>
              <a:rPr lang="de-DE" err="1"/>
              <a:t>ipsum</a:t>
            </a:r>
            <a:r>
              <a:rPr lang="de-DE"/>
              <a:t> </a:t>
            </a:r>
            <a:r>
              <a:rPr lang="de-DE" err="1"/>
              <a:t>dolor</a:t>
            </a:r>
            <a:r>
              <a:rPr lang="de-DE"/>
              <a:t> </a:t>
            </a:r>
            <a:r>
              <a:rPr lang="de-DE" err="1"/>
              <a:t>sit</a:t>
            </a:r>
            <a:r>
              <a:rPr lang="de-DE"/>
              <a:t> </a:t>
            </a:r>
            <a:r>
              <a:rPr lang="de-DE" err="1"/>
              <a:t>amet</a:t>
            </a:r>
            <a:r>
              <a:rPr lang="de-DE"/>
              <a:t>, </a:t>
            </a:r>
            <a:r>
              <a:rPr lang="de-DE" err="1"/>
              <a:t>consetetur</a:t>
            </a:r>
            <a:r>
              <a:rPr lang="de-DE"/>
              <a:t> </a:t>
            </a:r>
            <a:r>
              <a:rPr lang="de-DE" err="1"/>
              <a:t>sadipscing</a:t>
            </a:r>
            <a:r>
              <a:rPr lang="de-DE"/>
              <a:t> </a:t>
            </a:r>
            <a:r>
              <a:rPr lang="de-DE" err="1"/>
              <a:t>elitr</a:t>
            </a:r>
            <a:r>
              <a:rPr lang="de-DE"/>
              <a:t>, </a:t>
            </a:r>
            <a:r>
              <a:rPr lang="de-DE" err="1"/>
              <a:t>sed</a:t>
            </a:r>
            <a:r>
              <a:rPr lang="de-DE"/>
              <a:t> </a:t>
            </a:r>
            <a:r>
              <a:rPr lang="de-DE" err="1"/>
              <a:t>diam</a:t>
            </a:r>
            <a:r>
              <a:rPr lang="de-DE"/>
              <a:t> </a:t>
            </a:r>
            <a:r>
              <a:rPr lang="de-DE" err="1"/>
              <a:t>nonumy</a:t>
            </a:r>
            <a:r>
              <a:rPr lang="de-DE"/>
              <a:t> </a:t>
            </a:r>
            <a:r>
              <a:rPr lang="de-DE" err="1"/>
              <a:t>eirmod</a:t>
            </a:r>
            <a:r>
              <a:rPr lang="de-DE"/>
              <a:t> </a:t>
            </a:r>
            <a:r>
              <a:rPr lang="de-DE" err="1"/>
              <a:t>tempor</a:t>
            </a:r>
            <a:r>
              <a:rPr lang="de-DE"/>
              <a:t> </a:t>
            </a:r>
            <a:r>
              <a:rPr lang="de-DE" err="1"/>
              <a:t>invidunt</a:t>
            </a:r>
            <a:r>
              <a:rPr lang="de-DE"/>
              <a:t> </a:t>
            </a:r>
            <a:r>
              <a:rPr lang="de-DE" err="1"/>
              <a:t>ut</a:t>
            </a:r>
            <a:r>
              <a:rPr lang="de-DE"/>
              <a:t> </a:t>
            </a:r>
            <a:r>
              <a:rPr lang="de-DE" err="1"/>
              <a:t>labore</a:t>
            </a:r>
            <a:r>
              <a:rPr lang="de-DE"/>
              <a:t> et </a:t>
            </a:r>
            <a:r>
              <a:rPr lang="de-DE" err="1"/>
              <a:t>dolore</a:t>
            </a:r>
            <a:r>
              <a:rPr lang="de-DE"/>
              <a:t> magna </a:t>
            </a:r>
            <a:r>
              <a:rPr lang="de-DE" err="1"/>
              <a:t>aliquyam</a:t>
            </a:r>
            <a:r>
              <a:rPr lang="de-DE"/>
              <a:t> </a:t>
            </a:r>
            <a:r>
              <a:rPr lang="de-DE" err="1"/>
              <a:t>erat</a:t>
            </a:r>
            <a:r>
              <a:rPr lang="de-DE"/>
              <a:t>, </a:t>
            </a:r>
            <a:r>
              <a:rPr lang="de-DE" err="1"/>
              <a:t>sed</a:t>
            </a:r>
            <a:r>
              <a:rPr lang="de-DE"/>
              <a:t> </a:t>
            </a:r>
            <a:r>
              <a:rPr lang="de-DE" err="1"/>
              <a:t>diam</a:t>
            </a:r>
            <a:r>
              <a:rPr lang="de-DE"/>
              <a:t> </a:t>
            </a:r>
            <a:r>
              <a:rPr lang="de-DE" err="1"/>
              <a:t>voluptua</a:t>
            </a:r>
            <a:r>
              <a:rPr lang="de-DE"/>
              <a:t>. At </a:t>
            </a:r>
            <a:r>
              <a:rPr lang="de-DE" err="1"/>
              <a:t>vero</a:t>
            </a:r>
            <a:r>
              <a:rPr lang="de-DE"/>
              <a:t> </a:t>
            </a:r>
            <a:r>
              <a:rPr lang="de-DE" err="1"/>
              <a:t>eos</a:t>
            </a:r>
            <a:r>
              <a:rPr lang="de-DE"/>
              <a:t> et </a:t>
            </a:r>
            <a:r>
              <a:rPr lang="de-DE" err="1"/>
              <a:t>accusam</a:t>
            </a:r>
            <a:r>
              <a:rPr lang="de-DE"/>
              <a:t> et </a:t>
            </a:r>
            <a:r>
              <a:rPr lang="de-DE" err="1"/>
              <a:t>justo</a:t>
            </a:r>
            <a:r>
              <a:rPr lang="de-DE"/>
              <a:t> </a:t>
            </a:r>
            <a:r>
              <a:rPr lang="de-DE" err="1"/>
              <a:t>duo</a:t>
            </a:r>
            <a:r>
              <a:rPr lang="de-DE"/>
              <a:t> </a:t>
            </a:r>
            <a:r>
              <a:rPr lang="de-DE" err="1"/>
              <a:t>dolores</a:t>
            </a:r>
            <a:r>
              <a:rPr lang="de-DE"/>
              <a:t> et </a:t>
            </a:r>
            <a:r>
              <a:rPr lang="de-DE" err="1"/>
              <a:t>ea</a:t>
            </a:r>
            <a:r>
              <a:rPr lang="de-DE"/>
              <a:t> </a:t>
            </a:r>
            <a:r>
              <a:rPr lang="de-DE" err="1"/>
              <a:t>rebum</a:t>
            </a:r>
            <a:r>
              <a:rPr lang="de-DE"/>
              <a:t>. Stet </a:t>
            </a:r>
            <a:r>
              <a:rPr lang="de-DE" err="1"/>
              <a:t>clita</a:t>
            </a:r>
            <a:r>
              <a:rPr lang="de-DE"/>
              <a:t> </a:t>
            </a:r>
            <a:r>
              <a:rPr lang="de-DE" err="1"/>
              <a:t>kasd</a:t>
            </a:r>
            <a:r>
              <a:rPr lang="de-DE"/>
              <a:t> </a:t>
            </a:r>
            <a:r>
              <a:rPr lang="de-DE" err="1"/>
              <a:t>gubergren</a:t>
            </a:r>
            <a:r>
              <a:rPr lang="de-DE"/>
              <a:t>.“ </a:t>
            </a:r>
          </a:p>
        </p:txBody>
      </p:sp>
      <p:sp>
        <p:nvSpPr>
          <p:cNvPr id="38" name="Textplatzhalter 19"/>
          <p:cNvSpPr>
            <a:spLocks noGrp="1"/>
          </p:cNvSpPr>
          <p:nvPr>
            <p:ph type="body" sz="quarter" idx="38" hasCustomPrompt="1"/>
          </p:nvPr>
        </p:nvSpPr>
        <p:spPr>
          <a:xfrm>
            <a:off x="2886610" y="5970675"/>
            <a:ext cx="4481382" cy="19878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050" b="1">
                <a:solidFill>
                  <a:srgbClr val="011A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/>
              <a:t>Reiner Zufall</a:t>
            </a:r>
          </a:p>
        </p:txBody>
      </p:sp>
      <p:sp>
        <p:nvSpPr>
          <p:cNvPr id="39" name="Textplatzhalter 19"/>
          <p:cNvSpPr>
            <a:spLocks noGrp="1"/>
          </p:cNvSpPr>
          <p:nvPr>
            <p:ph type="body" sz="quarter" idx="39" hasCustomPrompt="1"/>
          </p:nvPr>
        </p:nvSpPr>
        <p:spPr>
          <a:xfrm>
            <a:off x="2886609" y="6176709"/>
            <a:ext cx="4481384" cy="2106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050">
                <a:solidFill>
                  <a:srgbClr val="011A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/>
              <a:t>Titel, Unternehmen</a:t>
            </a:r>
          </a:p>
        </p:txBody>
      </p:sp>
      <p:sp>
        <p:nvSpPr>
          <p:cNvPr id="40" name="Textfeld 39"/>
          <p:cNvSpPr txBox="1"/>
          <p:nvPr userDrawn="1"/>
        </p:nvSpPr>
        <p:spPr>
          <a:xfrm>
            <a:off x="2374231" y="5635648"/>
            <a:ext cx="73828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600">
                <a:solidFill>
                  <a:schemeClr val="accent6"/>
                </a:solidFill>
                <a:latin typeface="Britannic Bold" panose="020B0903060703020204" pitchFamily="34" charset="0"/>
              </a:rPr>
              <a:t>“</a:t>
            </a:r>
          </a:p>
        </p:txBody>
      </p:sp>
      <p:sp>
        <p:nvSpPr>
          <p:cNvPr id="44" name="Textplatzhalter 2"/>
          <p:cNvSpPr>
            <a:spLocks noGrp="1"/>
          </p:cNvSpPr>
          <p:nvPr>
            <p:ph idx="10" hasCustomPrompt="1"/>
          </p:nvPr>
        </p:nvSpPr>
        <p:spPr>
          <a:xfrm>
            <a:off x="453716" y="2023585"/>
            <a:ext cx="4314938" cy="911132"/>
          </a:xfrm>
          <a:prstGeom prst="rect">
            <a:avLst/>
          </a:prstGeom>
        </p:spPr>
        <p:txBody>
          <a:bodyPr vert="horz" lIns="0" tIns="0" rIns="0" bIns="0" numCol="1" spcCol="252000" rtlCol="0" anchor="t">
            <a:noAutofit/>
          </a:bodyPr>
          <a:lstStyle>
            <a:lvl1pPr marL="360000" marR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 lang="de-DE" sz="1000" kern="1200" baseline="0" dirty="0">
                <a:solidFill>
                  <a:srgbClr val="011A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lnSpc>
                <a:spcPct val="150000"/>
              </a:lnSpc>
              <a:buFont typeface="Arial" pitchFamily="34" charset="0"/>
              <a:buChar char="•"/>
              <a:defRPr sz="1600">
                <a:solidFill>
                  <a:srgbClr val="1B1D28"/>
                </a:solidFill>
                <a:latin typeface="Calibri Light" pitchFamily="34" charset="0"/>
              </a:defRPr>
            </a:lvl2pPr>
            <a:lvl3pPr marL="1200150" indent="-285750">
              <a:lnSpc>
                <a:spcPct val="150000"/>
              </a:lnSpc>
              <a:buFont typeface="Arial" pitchFamily="34" charset="0"/>
              <a:buChar char="•"/>
              <a:defRPr sz="1600">
                <a:solidFill>
                  <a:srgbClr val="1B1D28"/>
                </a:solidFill>
                <a:latin typeface="Calibri Light" pitchFamily="34" charset="0"/>
              </a:defRPr>
            </a:lvl3pPr>
            <a:lvl4pPr marL="1657350" indent="-285750">
              <a:lnSpc>
                <a:spcPct val="150000"/>
              </a:lnSpc>
              <a:buFont typeface="Arial" pitchFamily="34" charset="0"/>
              <a:buChar char="•"/>
              <a:defRPr sz="1600">
                <a:solidFill>
                  <a:srgbClr val="1B1D28"/>
                </a:solidFill>
                <a:latin typeface="Calibri Light" pitchFamily="34" charset="0"/>
              </a:defRPr>
            </a:lvl4pPr>
            <a:lvl5pPr marL="2114550" indent="-285750">
              <a:lnSpc>
                <a:spcPct val="150000"/>
              </a:lnSpc>
              <a:buFont typeface="Arial" pitchFamily="34" charset="0"/>
              <a:buChar char="•"/>
              <a:defRPr sz="1600">
                <a:solidFill>
                  <a:srgbClr val="1B1D28"/>
                </a:solidFill>
                <a:latin typeface="Calibri Light" pitchFamily="34" charset="0"/>
              </a:defRPr>
            </a:lvl5pPr>
          </a:lstStyle>
          <a:p>
            <a:pPr lvl="0"/>
            <a:r>
              <a:rPr lang="de-DE"/>
              <a:t>Hier steht ein USP oder ein </a:t>
            </a:r>
            <a:r>
              <a:rPr lang="de-DE" err="1"/>
              <a:t>Bulletpoint</a:t>
            </a:r>
            <a:r>
              <a:rPr lang="de-DE"/>
              <a:t> und ein weiterer wichtiger Punkt, wenn wir in die zweite Zeile gehen, sieht das so aus.</a:t>
            </a:r>
          </a:p>
          <a:p>
            <a:pPr lvl="0"/>
            <a:r>
              <a:rPr lang="de-DE"/>
              <a:t>Hier steht ein weiterer USP oder ein anderer </a:t>
            </a:r>
            <a:r>
              <a:rPr lang="de-DE" err="1"/>
              <a:t>Bulletpoint</a:t>
            </a:r>
            <a:endParaRPr lang="de-DE"/>
          </a:p>
          <a:p>
            <a:pPr lvl="0"/>
            <a:r>
              <a:rPr lang="de-DE"/>
              <a:t>Hier geht es genau so weiter: USP oder </a:t>
            </a:r>
            <a:r>
              <a:rPr lang="de-DE" err="1"/>
              <a:t>Bulletpoint</a:t>
            </a:r>
            <a:endParaRPr lang="de-DE"/>
          </a:p>
        </p:txBody>
      </p:sp>
      <p:sp>
        <p:nvSpPr>
          <p:cNvPr id="45" name="Textplatzhalter 3"/>
          <p:cNvSpPr>
            <a:spLocks noGrp="1"/>
          </p:cNvSpPr>
          <p:nvPr>
            <p:ph type="body" sz="quarter" idx="20" hasCustomPrompt="1"/>
          </p:nvPr>
        </p:nvSpPr>
        <p:spPr>
          <a:xfrm>
            <a:off x="453715" y="1726199"/>
            <a:ext cx="2547938" cy="2631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rgbClr val="011A38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Zielsetzung</a:t>
            </a:r>
          </a:p>
        </p:txBody>
      </p:sp>
      <p:sp>
        <p:nvSpPr>
          <p:cNvPr id="46" name="Textplatzhalter 3"/>
          <p:cNvSpPr>
            <a:spLocks noGrp="1"/>
          </p:cNvSpPr>
          <p:nvPr>
            <p:ph type="body" sz="quarter" idx="21" hasCustomPrompt="1"/>
          </p:nvPr>
        </p:nvSpPr>
        <p:spPr>
          <a:xfrm>
            <a:off x="4976386" y="1726199"/>
            <a:ext cx="2547938" cy="2631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1">
                <a:solidFill>
                  <a:srgbClr val="011A38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/>
              <a:t>Herausforderung</a:t>
            </a:r>
          </a:p>
        </p:txBody>
      </p:sp>
      <p:sp>
        <p:nvSpPr>
          <p:cNvPr id="47" name="Textplatzhalter 2"/>
          <p:cNvSpPr>
            <a:spLocks noGrp="1"/>
          </p:cNvSpPr>
          <p:nvPr>
            <p:ph idx="23" hasCustomPrompt="1"/>
          </p:nvPr>
        </p:nvSpPr>
        <p:spPr>
          <a:xfrm>
            <a:off x="4976387" y="2026570"/>
            <a:ext cx="4314938" cy="911132"/>
          </a:xfrm>
          <a:prstGeom prst="rect">
            <a:avLst/>
          </a:prstGeom>
        </p:spPr>
        <p:txBody>
          <a:bodyPr vert="horz" lIns="0" tIns="0" rIns="0" bIns="0" numCol="1" spcCol="252000" rtlCol="0" anchor="t">
            <a:noAutofit/>
          </a:bodyPr>
          <a:lstStyle>
            <a:lvl1pPr marL="360000" marR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 lang="de-DE" sz="1000" kern="1200" baseline="0" dirty="0">
                <a:solidFill>
                  <a:srgbClr val="011A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lnSpc>
                <a:spcPct val="150000"/>
              </a:lnSpc>
              <a:buFont typeface="Arial" pitchFamily="34" charset="0"/>
              <a:buChar char="•"/>
              <a:defRPr sz="1600">
                <a:solidFill>
                  <a:srgbClr val="1B1D28"/>
                </a:solidFill>
                <a:latin typeface="Calibri Light" pitchFamily="34" charset="0"/>
              </a:defRPr>
            </a:lvl2pPr>
            <a:lvl3pPr marL="1200150" indent="-285750">
              <a:lnSpc>
                <a:spcPct val="150000"/>
              </a:lnSpc>
              <a:buFont typeface="Arial" pitchFamily="34" charset="0"/>
              <a:buChar char="•"/>
              <a:defRPr sz="1600">
                <a:solidFill>
                  <a:srgbClr val="1B1D28"/>
                </a:solidFill>
                <a:latin typeface="Calibri Light" pitchFamily="34" charset="0"/>
              </a:defRPr>
            </a:lvl3pPr>
            <a:lvl4pPr marL="1657350" indent="-285750">
              <a:lnSpc>
                <a:spcPct val="150000"/>
              </a:lnSpc>
              <a:buFont typeface="Arial" pitchFamily="34" charset="0"/>
              <a:buChar char="•"/>
              <a:defRPr sz="1600">
                <a:solidFill>
                  <a:srgbClr val="1B1D28"/>
                </a:solidFill>
                <a:latin typeface="Calibri Light" pitchFamily="34" charset="0"/>
              </a:defRPr>
            </a:lvl4pPr>
            <a:lvl5pPr marL="2114550" indent="-285750">
              <a:lnSpc>
                <a:spcPct val="150000"/>
              </a:lnSpc>
              <a:buFont typeface="Arial" pitchFamily="34" charset="0"/>
              <a:buChar char="•"/>
              <a:defRPr sz="1600">
                <a:solidFill>
                  <a:srgbClr val="1B1D28"/>
                </a:solidFill>
                <a:latin typeface="Calibri Light" pitchFamily="34" charset="0"/>
              </a:defRPr>
            </a:lvl5pPr>
          </a:lstStyle>
          <a:p>
            <a:pPr lvl="0"/>
            <a:r>
              <a:rPr lang="de-DE"/>
              <a:t>Hier steht ein USP oder ein </a:t>
            </a:r>
            <a:r>
              <a:rPr lang="de-DE" err="1"/>
              <a:t>Bulletpoint</a:t>
            </a:r>
            <a:r>
              <a:rPr lang="de-DE"/>
              <a:t> und ein weiterer wichtiger Punkt, wenn wir in die zweite Zeile gehen, sieht das so aus.</a:t>
            </a:r>
          </a:p>
          <a:p>
            <a:pPr lvl="0"/>
            <a:r>
              <a:rPr lang="de-DE"/>
              <a:t>Hier steht ein weiterer USP oder ein anderer </a:t>
            </a:r>
            <a:r>
              <a:rPr lang="de-DE" err="1"/>
              <a:t>Bulletpoint</a:t>
            </a:r>
            <a:endParaRPr lang="de-DE"/>
          </a:p>
          <a:p>
            <a:pPr lvl="0"/>
            <a:r>
              <a:rPr lang="de-DE"/>
              <a:t>Hier geht es genau so weiter: USP oder </a:t>
            </a:r>
            <a:r>
              <a:rPr lang="de-DE" err="1"/>
              <a:t>Bulletpoint</a:t>
            </a:r>
            <a:endParaRPr lang="de-DE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B69324F-5A28-959D-2FD5-16D289AB320E}"/>
              </a:ext>
            </a:extLst>
          </p:cNvPr>
          <p:cNvSpPr txBox="1">
            <a:spLocks/>
          </p:cNvSpPr>
          <p:nvPr userDrawn="1"/>
        </p:nvSpPr>
        <p:spPr>
          <a:xfrm>
            <a:off x="503660" y="6415802"/>
            <a:ext cx="1175322" cy="24622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1000" dirty="0" err="1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strictly</a:t>
            </a:r>
            <a:r>
              <a:rPr lang="de-DE" sz="10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de-DE" sz="1000" dirty="0" err="1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confidential</a:t>
            </a:r>
            <a:endParaRPr lang="de-DE" sz="1000" dirty="0">
              <a:solidFill>
                <a:schemeClr val="bg1">
                  <a:lumMod val="6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84556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 Placeholder 157">
            <a:extLst>
              <a:ext uri="{FF2B5EF4-FFF2-40B4-BE49-F238E27FC236}">
                <a16:creationId xmlns:a16="http://schemas.microsoft.com/office/drawing/2014/main" id="{E9E22040-A4EE-43BB-B317-7C8AEAB04354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4971382" y="4180413"/>
            <a:ext cx="2253410" cy="1169344"/>
          </a:xfrm>
          <a:custGeom>
            <a:avLst/>
            <a:gdLst>
              <a:gd name="connsiteX0" fmla="*/ 0 w 2253410"/>
              <a:gd name="connsiteY0" fmla="*/ 0 h 1169344"/>
              <a:gd name="connsiteX1" fmla="*/ 2253410 w 2253410"/>
              <a:gd name="connsiteY1" fmla="*/ 0 h 1169344"/>
              <a:gd name="connsiteX2" fmla="*/ 2253410 w 2253410"/>
              <a:gd name="connsiteY2" fmla="*/ 1169344 h 1169344"/>
              <a:gd name="connsiteX3" fmla="*/ 0 w 2253410"/>
              <a:gd name="connsiteY3" fmla="*/ 1169344 h 1169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53410" h="1169344">
                <a:moveTo>
                  <a:pt x="0" y="0"/>
                </a:moveTo>
                <a:lnTo>
                  <a:pt x="2253410" y="0"/>
                </a:lnTo>
                <a:lnTo>
                  <a:pt x="2253410" y="1169344"/>
                </a:lnTo>
                <a:lnTo>
                  <a:pt x="0" y="116934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en-US" sz="1800" dirty="0">
                <a:solidFill>
                  <a:schemeClr val="bg2"/>
                </a:solidFill>
                <a:latin typeface="+mj-lt"/>
              </a:defRPr>
            </a:lvl1pPr>
          </a:lstStyle>
          <a:p>
            <a:pPr marL="0" lvl="0" algn="ctr"/>
            <a:r>
              <a:rPr lang="en-US"/>
              <a:t>.</a:t>
            </a:r>
          </a:p>
        </p:txBody>
      </p:sp>
      <p:sp>
        <p:nvSpPr>
          <p:cNvPr id="159" name="Text Placeholder 158">
            <a:extLst>
              <a:ext uri="{FF2B5EF4-FFF2-40B4-BE49-F238E27FC236}">
                <a16:creationId xmlns:a16="http://schemas.microsoft.com/office/drawing/2014/main" id="{B5E0FB07-C65B-45D5-B6CC-A247934CE52C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7307020" y="4194694"/>
            <a:ext cx="2253410" cy="1169344"/>
          </a:xfrm>
          <a:custGeom>
            <a:avLst/>
            <a:gdLst>
              <a:gd name="connsiteX0" fmla="*/ 0 w 2253410"/>
              <a:gd name="connsiteY0" fmla="*/ 0 h 1169344"/>
              <a:gd name="connsiteX1" fmla="*/ 2253410 w 2253410"/>
              <a:gd name="connsiteY1" fmla="*/ 0 h 1169344"/>
              <a:gd name="connsiteX2" fmla="*/ 2253410 w 2253410"/>
              <a:gd name="connsiteY2" fmla="*/ 1169344 h 1169344"/>
              <a:gd name="connsiteX3" fmla="*/ 0 w 2253410"/>
              <a:gd name="connsiteY3" fmla="*/ 1169344 h 1169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53410" h="1169344">
                <a:moveTo>
                  <a:pt x="0" y="0"/>
                </a:moveTo>
                <a:lnTo>
                  <a:pt x="2253410" y="0"/>
                </a:lnTo>
                <a:lnTo>
                  <a:pt x="2253410" y="1169344"/>
                </a:lnTo>
                <a:lnTo>
                  <a:pt x="0" y="116934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en-US" sz="1800" dirty="0">
                <a:solidFill>
                  <a:schemeClr val="bg2"/>
                </a:solidFill>
                <a:latin typeface="+mj-lt"/>
              </a:defRPr>
            </a:lvl1pPr>
          </a:lstStyle>
          <a:p>
            <a:pPr marL="0" lvl="0" algn="ctr"/>
            <a:r>
              <a:rPr lang="en-US"/>
              <a:t>.</a:t>
            </a:r>
          </a:p>
        </p:txBody>
      </p:sp>
      <p:sp>
        <p:nvSpPr>
          <p:cNvPr id="157" name="Text Placeholder 156">
            <a:extLst>
              <a:ext uri="{FF2B5EF4-FFF2-40B4-BE49-F238E27FC236}">
                <a16:creationId xmlns:a16="http://schemas.microsoft.com/office/drawing/2014/main" id="{26088CAA-9EFF-407F-BE56-31D8469F107E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2635744" y="4166132"/>
            <a:ext cx="2253410" cy="1169344"/>
          </a:xfrm>
          <a:custGeom>
            <a:avLst/>
            <a:gdLst>
              <a:gd name="connsiteX0" fmla="*/ 0 w 2253410"/>
              <a:gd name="connsiteY0" fmla="*/ 0 h 1169344"/>
              <a:gd name="connsiteX1" fmla="*/ 2253410 w 2253410"/>
              <a:gd name="connsiteY1" fmla="*/ 0 h 1169344"/>
              <a:gd name="connsiteX2" fmla="*/ 2253410 w 2253410"/>
              <a:gd name="connsiteY2" fmla="*/ 1169344 h 1169344"/>
              <a:gd name="connsiteX3" fmla="*/ 0 w 2253410"/>
              <a:gd name="connsiteY3" fmla="*/ 1169344 h 1169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53410" h="1169344">
                <a:moveTo>
                  <a:pt x="0" y="0"/>
                </a:moveTo>
                <a:lnTo>
                  <a:pt x="2253410" y="0"/>
                </a:lnTo>
                <a:lnTo>
                  <a:pt x="2253410" y="1169344"/>
                </a:lnTo>
                <a:lnTo>
                  <a:pt x="0" y="116934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en-US" sz="1800" dirty="0">
                <a:solidFill>
                  <a:schemeClr val="bg2"/>
                </a:solidFill>
                <a:latin typeface="+mj-lt"/>
              </a:defRPr>
            </a:lvl1pPr>
          </a:lstStyle>
          <a:p>
            <a:pPr marL="0" lvl="0" algn="ctr"/>
            <a:r>
              <a:rPr lang="en-US"/>
              <a:t>.</a:t>
            </a:r>
          </a:p>
        </p:txBody>
      </p:sp>
      <p:sp>
        <p:nvSpPr>
          <p:cNvPr id="146" name="Text Placeholder 145">
            <a:extLst>
              <a:ext uri="{FF2B5EF4-FFF2-40B4-BE49-F238E27FC236}">
                <a16:creationId xmlns:a16="http://schemas.microsoft.com/office/drawing/2014/main" id="{992491B3-9A94-4FF4-A837-F7C7001B57CD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6315008" y="5440660"/>
            <a:ext cx="2938400" cy="481726"/>
          </a:xfrm>
          <a:custGeom>
            <a:avLst/>
            <a:gdLst>
              <a:gd name="connsiteX0" fmla="*/ 240863 w 2938400"/>
              <a:gd name="connsiteY0" fmla="*/ 0 h 481726"/>
              <a:gd name="connsiteX1" fmla="*/ 2697537 w 2938400"/>
              <a:gd name="connsiteY1" fmla="*/ 0 h 481726"/>
              <a:gd name="connsiteX2" fmla="*/ 2938400 w 2938400"/>
              <a:gd name="connsiteY2" fmla="*/ 240863 h 481726"/>
              <a:gd name="connsiteX3" fmla="*/ 2697537 w 2938400"/>
              <a:gd name="connsiteY3" fmla="*/ 481726 h 481726"/>
              <a:gd name="connsiteX4" fmla="*/ 240863 w 2938400"/>
              <a:gd name="connsiteY4" fmla="*/ 481726 h 481726"/>
              <a:gd name="connsiteX5" fmla="*/ 0 w 2938400"/>
              <a:gd name="connsiteY5" fmla="*/ 240863 h 481726"/>
              <a:gd name="connsiteX6" fmla="*/ 240863 w 2938400"/>
              <a:gd name="connsiteY6" fmla="*/ 0 h 481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38400" h="481726">
                <a:moveTo>
                  <a:pt x="240863" y="0"/>
                </a:moveTo>
                <a:lnTo>
                  <a:pt x="2697537" y="0"/>
                </a:lnTo>
                <a:cubicBezTo>
                  <a:pt x="2830562" y="0"/>
                  <a:pt x="2938400" y="107838"/>
                  <a:pt x="2938400" y="240863"/>
                </a:cubicBezTo>
                <a:cubicBezTo>
                  <a:pt x="2938400" y="373888"/>
                  <a:pt x="2830562" y="481726"/>
                  <a:pt x="2697537" y="481726"/>
                </a:cubicBezTo>
                <a:lnTo>
                  <a:pt x="240863" y="481726"/>
                </a:lnTo>
                <a:cubicBezTo>
                  <a:pt x="107838" y="481726"/>
                  <a:pt x="0" y="373888"/>
                  <a:pt x="0" y="240863"/>
                </a:cubicBezTo>
                <a:cubicBezTo>
                  <a:pt x="0" y="107838"/>
                  <a:pt x="107838" y="0"/>
                  <a:pt x="240863" y="0"/>
                </a:cubicBezTo>
                <a:close/>
              </a:path>
            </a:pathLst>
          </a:custGeom>
          <a:solidFill>
            <a:srgbClr val="94B6D2"/>
          </a:solidFill>
          <a:ln>
            <a:noFill/>
          </a:ln>
          <a:effectLst>
            <a:outerShdw blurRad="63500" sx="102000" sy="102000" algn="ctr" rotWithShape="0">
              <a:srgbClr val="94B6D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None/>
              <a:defRPr lang="en-US" sz="100" dirty="0">
                <a:latin typeface="+mj-lt"/>
              </a:defRPr>
            </a:lvl1pPr>
          </a:lstStyle>
          <a:p>
            <a:pPr marL="0" lvl="0"/>
            <a:r>
              <a:rPr lang="en-US"/>
              <a:t>.</a:t>
            </a:r>
          </a:p>
        </p:txBody>
      </p:sp>
      <p:sp>
        <p:nvSpPr>
          <p:cNvPr id="147" name="Text Placeholder 146">
            <a:extLst>
              <a:ext uri="{FF2B5EF4-FFF2-40B4-BE49-F238E27FC236}">
                <a16:creationId xmlns:a16="http://schemas.microsoft.com/office/drawing/2014/main" id="{4A8A296F-E957-4CE6-AEBA-BC08711D2B7B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3002497" y="5440660"/>
            <a:ext cx="2938400" cy="481726"/>
          </a:xfrm>
          <a:custGeom>
            <a:avLst/>
            <a:gdLst>
              <a:gd name="connsiteX0" fmla="*/ 240863 w 2938400"/>
              <a:gd name="connsiteY0" fmla="*/ 0 h 481726"/>
              <a:gd name="connsiteX1" fmla="*/ 2697537 w 2938400"/>
              <a:gd name="connsiteY1" fmla="*/ 0 h 481726"/>
              <a:gd name="connsiteX2" fmla="*/ 2938400 w 2938400"/>
              <a:gd name="connsiteY2" fmla="*/ 240863 h 481726"/>
              <a:gd name="connsiteX3" fmla="*/ 2697537 w 2938400"/>
              <a:gd name="connsiteY3" fmla="*/ 481726 h 481726"/>
              <a:gd name="connsiteX4" fmla="*/ 240863 w 2938400"/>
              <a:gd name="connsiteY4" fmla="*/ 481726 h 481726"/>
              <a:gd name="connsiteX5" fmla="*/ 0 w 2938400"/>
              <a:gd name="connsiteY5" fmla="*/ 240863 h 481726"/>
              <a:gd name="connsiteX6" fmla="*/ 240863 w 2938400"/>
              <a:gd name="connsiteY6" fmla="*/ 0 h 481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38400" h="481726">
                <a:moveTo>
                  <a:pt x="240863" y="0"/>
                </a:moveTo>
                <a:lnTo>
                  <a:pt x="2697537" y="0"/>
                </a:lnTo>
                <a:cubicBezTo>
                  <a:pt x="2830562" y="0"/>
                  <a:pt x="2938400" y="107838"/>
                  <a:pt x="2938400" y="240863"/>
                </a:cubicBezTo>
                <a:cubicBezTo>
                  <a:pt x="2938400" y="373888"/>
                  <a:pt x="2830562" y="481726"/>
                  <a:pt x="2697537" y="481726"/>
                </a:cubicBezTo>
                <a:lnTo>
                  <a:pt x="240863" y="481726"/>
                </a:lnTo>
                <a:cubicBezTo>
                  <a:pt x="107838" y="481726"/>
                  <a:pt x="0" y="373888"/>
                  <a:pt x="0" y="240863"/>
                </a:cubicBezTo>
                <a:cubicBezTo>
                  <a:pt x="0" y="107838"/>
                  <a:pt x="107838" y="0"/>
                  <a:pt x="240863" y="0"/>
                </a:cubicBezTo>
                <a:close/>
              </a:path>
            </a:pathLst>
          </a:custGeom>
          <a:solidFill>
            <a:srgbClr val="94B6D2"/>
          </a:solidFill>
          <a:ln>
            <a:noFill/>
          </a:ln>
          <a:effectLst>
            <a:outerShdw blurRad="63500" sx="102000" sy="102000" algn="ctr" rotWithShape="0">
              <a:srgbClr val="94B6D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None/>
              <a:defRPr lang="en-US" sz="100" dirty="0">
                <a:latin typeface="+mj-lt"/>
              </a:defRPr>
            </a:lvl1pPr>
          </a:lstStyle>
          <a:p>
            <a:pPr marL="0" lvl="0"/>
            <a:r>
              <a:rPr lang="en-US"/>
              <a:t>.</a:t>
            </a:r>
          </a:p>
        </p:txBody>
      </p:sp>
      <p:sp>
        <p:nvSpPr>
          <p:cNvPr id="145" name="Text Placeholder 144">
            <a:extLst>
              <a:ext uri="{FF2B5EF4-FFF2-40B4-BE49-F238E27FC236}">
                <a16:creationId xmlns:a16="http://schemas.microsoft.com/office/drawing/2014/main" id="{D2BF6953-34F3-4224-8ADF-F0DB2E45A75E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6277893" y="3573809"/>
            <a:ext cx="2938400" cy="481726"/>
          </a:xfrm>
          <a:custGeom>
            <a:avLst/>
            <a:gdLst>
              <a:gd name="connsiteX0" fmla="*/ 240863 w 2938400"/>
              <a:gd name="connsiteY0" fmla="*/ 0 h 481726"/>
              <a:gd name="connsiteX1" fmla="*/ 2697537 w 2938400"/>
              <a:gd name="connsiteY1" fmla="*/ 0 h 481726"/>
              <a:gd name="connsiteX2" fmla="*/ 2938400 w 2938400"/>
              <a:gd name="connsiteY2" fmla="*/ 240863 h 481726"/>
              <a:gd name="connsiteX3" fmla="*/ 2697537 w 2938400"/>
              <a:gd name="connsiteY3" fmla="*/ 481726 h 481726"/>
              <a:gd name="connsiteX4" fmla="*/ 240863 w 2938400"/>
              <a:gd name="connsiteY4" fmla="*/ 481726 h 481726"/>
              <a:gd name="connsiteX5" fmla="*/ 0 w 2938400"/>
              <a:gd name="connsiteY5" fmla="*/ 240863 h 481726"/>
              <a:gd name="connsiteX6" fmla="*/ 240863 w 2938400"/>
              <a:gd name="connsiteY6" fmla="*/ 0 h 481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38400" h="481726">
                <a:moveTo>
                  <a:pt x="240863" y="0"/>
                </a:moveTo>
                <a:lnTo>
                  <a:pt x="2697537" y="0"/>
                </a:lnTo>
                <a:cubicBezTo>
                  <a:pt x="2830562" y="0"/>
                  <a:pt x="2938400" y="107838"/>
                  <a:pt x="2938400" y="240863"/>
                </a:cubicBezTo>
                <a:cubicBezTo>
                  <a:pt x="2938400" y="373888"/>
                  <a:pt x="2830562" y="481726"/>
                  <a:pt x="2697537" y="481726"/>
                </a:cubicBezTo>
                <a:lnTo>
                  <a:pt x="240863" y="481726"/>
                </a:lnTo>
                <a:cubicBezTo>
                  <a:pt x="107838" y="481726"/>
                  <a:pt x="0" y="373888"/>
                  <a:pt x="0" y="240863"/>
                </a:cubicBezTo>
                <a:cubicBezTo>
                  <a:pt x="0" y="107838"/>
                  <a:pt x="107838" y="0"/>
                  <a:pt x="240863" y="0"/>
                </a:cubicBezTo>
                <a:close/>
              </a:path>
            </a:pathLst>
          </a:custGeom>
          <a:solidFill>
            <a:srgbClr val="94B6D2"/>
          </a:solidFill>
          <a:ln>
            <a:noFill/>
          </a:ln>
          <a:effectLst>
            <a:outerShdw blurRad="63500" sx="102000" sy="102000" algn="ctr" rotWithShape="0">
              <a:srgbClr val="94B6D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None/>
              <a:defRPr lang="en-US" sz="100" dirty="0">
                <a:latin typeface="+mj-lt"/>
              </a:defRPr>
            </a:lvl1pPr>
          </a:lstStyle>
          <a:p>
            <a:pPr marL="0" lvl="0"/>
            <a:r>
              <a:rPr lang="en-US"/>
              <a:t>.</a:t>
            </a:r>
          </a:p>
        </p:txBody>
      </p:sp>
      <p:sp>
        <p:nvSpPr>
          <p:cNvPr id="144" name="Text Placeholder 143">
            <a:extLst>
              <a:ext uri="{FF2B5EF4-FFF2-40B4-BE49-F238E27FC236}">
                <a16:creationId xmlns:a16="http://schemas.microsoft.com/office/drawing/2014/main" id="{0881555F-0B4A-4CFC-8C93-F8E1F919F030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2965382" y="3573809"/>
            <a:ext cx="2938400" cy="481726"/>
          </a:xfrm>
          <a:custGeom>
            <a:avLst/>
            <a:gdLst>
              <a:gd name="connsiteX0" fmla="*/ 240863 w 2938400"/>
              <a:gd name="connsiteY0" fmla="*/ 0 h 481726"/>
              <a:gd name="connsiteX1" fmla="*/ 2697537 w 2938400"/>
              <a:gd name="connsiteY1" fmla="*/ 0 h 481726"/>
              <a:gd name="connsiteX2" fmla="*/ 2938400 w 2938400"/>
              <a:gd name="connsiteY2" fmla="*/ 240863 h 481726"/>
              <a:gd name="connsiteX3" fmla="*/ 2697537 w 2938400"/>
              <a:gd name="connsiteY3" fmla="*/ 481726 h 481726"/>
              <a:gd name="connsiteX4" fmla="*/ 240863 w 2938400"/>
              <a:gd name="connsiteY4" fmla="*/ 481726 h 481726"/>
              <a:gd name="connsiteX5" fmla="*/ 0 w 2938400"/>
              <a:gd name="connsiteY5" fmla="*/ 240863 h 481726"/>
              <a:gd name="connsiteX6" fmla="*/ 240863 w 2938400"/>
              <a:gd name="connsiteY6" fmla="*/ 0 h 481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38400" h="481726">
                <a:moveTo>
                  <a:pt x="240863" y="0"/>
                </a:moveTo>
                <a:lnTo>
                  <a:pt x="2697537" y="0"/>
                </a:lnTo>
                <a:cubicBezTo>
                  <a:pt x="2830562" y="0"/>
                  <a:pt x="2938400" y="107838"/>
                  <a:pt x="2938400" y="240863"/>
                </a:cubicBezTo>
                <a:cubicBezTo>
                  <a:pt x="2938400" y="373888"/>
                  <a:pt x="2830562" y="481726"/>
                  <a:pt x="2697537" y="481726"/>
                </a:cubicBezTo>
                <a:lnTo>
                  <a:pt x="240863" y="481726"/>
                </a:lnTo>
                <a:cubicBezTo>
                  <a:pt x="107838" y="481726"/>
                  <a:pt x="0" y="373888"/>
                  <a:pt x="0" y="240863"/>
                </a:cubicBezTo>
                <a:cubicBezTo>
                  <a:pt x="0" y="107838"/>
                  <a:pt x="107838" y="0"/>
                  <a:pt x="240863" y="0"/>
                </a:cubicBezTo>
                <a:close/>
              </a:path>
            </a:pathLst>
          </a:custGeom>
          <a:solidFill>
            <a:srgbClr val="94B6D2"/>
          </a:solidFill>
          <a:ln>
            <a:noFill/>
          </a:ln>
          <a:effectLst>
            <a:outerShdw blurRad="63500" sx="102000" sy="102000" algn="ctr" rotWithShape="0">
              <a:srgbClr val="94B6D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None/>
              <a:defRPr lang="en-US" sz="100" dirty="0">
                <a:latin typeface="+mj-lt"/>
              </a:defRPr>
            </a:lvl1pPr>
          </a:lstStyle>
          <a:p>
            <a:pPr marL="0" lvl="0"/>
            <a:r>
              <a:rPr lang="en-US"/>
              <a:t>.</a:t>
            </a:r>
          </a:p>
        </p:txBody>
      </p:sp>
      <p:sp>
        <p:nvSpPr>
          <p:cNvPr id="138" name="Text Placeholder 2">
            <a:extLst>
              <a:ext uri="{FF2B5EF4-FFF2-40B4-BE49-F238E27FC236}">
                <a16:creationId xmlns:a16="http://schemas.microsoft.com/office/drawing/2014/main" id="{AF3DB8A6-27D3-4249-8102-B496EADCF7F2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3671249" y="3165538"/>
            <a:ext cx="4964970" cy="37414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8" name="Text Placeholder 2">
            <a:extLst>
              <a:ext uri="{FF2B5EF4-FFF2-40B4-BE49-F238E27FC236}">
                <a16:creationId xmlns:a16="http://schemas.microsoft.com/office/drawing/2014/main" id="{96358E16-72B8-42C6-A390-2549AA8AE25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24026" y="3690928"/>
            <a:ext cx="1198102" cy="29863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99" name="Text Placeholder 2">
            <a:extLst>
              <a:ext uri="{FF2B5EF4-FFF2-40B4-BE49-F238E27FC236}">
                <a16:creationId xmlns:a16="http://schemas.microsoft.com/office/drawing/2014/main" id="{E959CEC9-30F7-4821-84AF-70BD322257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24026" y="3198323"/>
            <a:ext cx="1198102" cy="45271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00" name="Text Placeholder 2">
            <a:extLst>
              <a:ext uri="{FF2B5EF4-FFF2-40B4-BE49-F238E27FC236}">
                <a16:creationId xmlns:a16="http://schemas.microsoft.com/office/drawing/2014/main" id="{4221BBEC-4FF4-43F8-9D6E-DFD4F41D231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24026" y="3920289"/>
            <a:ext cx="1198102" cy="29863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01" name="Text Placeholder 2">
            <a:extLst>
              <a:ext uri="{FF2B5EF4-FFF2-40B4-BE49-F238E27FC236}">
                <a16:creationId xmlns:a16="http://schemas.microsoft.com/office/drawing/2014/main" id="{282C1D44-54EE-4C1F-A818-AF538456317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24026" y="4149650"/>
            <a:ext cx="1198102" cy="29863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02" name="Text Placeholder 2">
            <a:extLst>
              <a:ext uri="{FF2B5EF4-FFF2-40B4-BE49-F238E27FC236}">
                <a16:creationId xmlns:a16="http://schemas.microsoft.com/office/drawing/2014/main" id="{3377D053-C197-47FC-B20B-90A9E31D83D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24026" y="4379011"/>
            <a:ext cx="1198102" cy="29863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03" name="Text Placeholder 2">
            <a:extLst>
              <a:ext uri="{FF2B5EF4-FFF2-40B4-BE49-F238E27FC236}">
                <a16:creationId xmlns:a16="http://schemas.microsoft.com/office/drawing/2014/main" id="{5B2D4189-362B-4301-98E1-69EDE009226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24026" y="4608372"/>
            <a:ext cx="1198102" cy="29863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04" name="Text Placeholder 2">
            <a:extLst>
              <a:ext uri="{FF2B5EF4-FFF2-40B4-BE49-F238E27FC236}">
                <a16:creationId xmlns:a16="http://schemas.microsoft.com/office/drawing/2014/main" id="{3C735D39-E189-4FDD-90EF-AC222771456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24026" y="4837733"/>
            <a:ext cx="1198102" cy="29863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05" name="Text Placeholder 2">
            <a:extLst>
              <a:ext uri="{FF2B5EF4-FFF2-40B4-BE49-F238E27FC236}">
                <a16:creationId xmlns:a16="http://schemas.microsoft.com/office/drawing/2014/main" id="{ABE1686E-9585-42E5-AFCF-11BE6690E97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24026" y="5067094"/>
            <a:ext cx="1198102" cy="29863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06" name="Text Placeholder 2">
            <a:extLst>
              <a:ext uri="{FF2B5EF4-FFF2-40B4-BE49-F238E27FC236}">
                <a16:creationId xmlns:a16="http://schemas.microsoft.com/office/drawing/2014/main" id="{7F1C9E8D-F3DD-4C4E-A9CC-93E9D3A52B8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24026" y="5296455"/>
            <a:ext cx="1198102" cy="29863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07" name="Text Placeholder 2">
            <a:extLst>
              <a:ext uri="{FF2B5EF4-FFF2-40B4-BE49-F238E27FC236}">
                <a16:creationId xmlns:a16="http://schemas.microsoft.com/office/drawing/2014/main" id="{9E6D02A5-B8F1-4A3F-8B89-76DD3475434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24026" y="5525815"/>
            <a:ext cx="1198102" cy="29863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97" name="Text Placeholder 96">
            <a:extLst>
              <a:ext uri="{FF2B5EF4-FFF2-40B4-BE49-F238E27FC236}">
                <a16:creationId xmlns:a16="http://schemas.microsoft.com/office/drawing/2014/main" id="{3E256AA9-D751-405C-A45A-DD260D1E865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3701" y="2893654"/>
            <a:ext cx="1218752" cy="3028731"/>
          </a:xfrm>
          <a:custGeom>
            <a:avLst/>
            <a:gdLst>
              <a:gd name="connsiteX0" fmla="*/ 0 w 1218752"/>
              <a:gd name="connsiteY0" fmla="*/ 0 h 3028731"/>
              <a:gd name="connsiteX1" fmla="*/ 1218752 w 1218752"/>
              <a:gd name="connsiteY1" fmla="*/ 0 h 3028731"/>
              <a:gd name="connsiteX2" fmla="*/ 1218752 w 1218752"/>
              <a:gd name="connsiteY2" fmla="*/ 3028731 h 3028731"/>
              <a:gd name="connsiteX3" fmla="*/ 0 w 1218752"/>
              <a:gd name="connsiteY3" fmla="*/ 3028731 h 3028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752" h="3028731">
                <a:moveTo>
                  <a:pt x="0" y="0"/>
                </a:moveTo>
                <a:lnTo>
                  <a:pt x="1218752" y="0"/>
                </a:lnTo>
                <a:lnTo>
                  <a:pt x="1218752" y="3028731"/>
                </a:lnTo>
                <a:lnTo>
                  <a:pt x="0" y="3028731"/>
                </a:lnTo>
                <a:close/>
              </a:path>
            </a:pathLst>
          </a:custGeom>
          <a:noFill/>
          <a:ln>
            <a:solidFill>
              <a:srgbClr val="F082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en-US" sz="1800" dirty="0">
                <a:solidFill>
                  <a:schemeClr val="bg1"/>
                </a:solidFill>
                <a:latin typeface="+mj-lt"/>
              </a:defRPr>
            </a:lvl1pPr>
          </a:lstStyle>
          <a:p>
            <a:pPr marL="0" lvl="0" algn="ctr"/>
            <a:r>
              <a:rPr lang="en-US"/>
              <a:t>.</a:t>
            </a:r>
          </a:p>
        </p:txBody>
      </p:sp>
      <p:sp>
        <p:nvSpPr>
          <p:cNvPr id="95" name="Text Placeholder 94">
            <a:extLst>
              <a:ext uri="{FF2B5EF4-FFF2-40B4-BE49-F238E27FC236}">
                <a16:creationId xmlns:a16="http://schemas.microsoft.com/office/drawing/2014/main" id="{497516CB-2BB5-47EE-A58F-2364D0B4E767}"/>
              </a:ext>
            </a:extLst>
          </p:cNvPr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1763583" y="1357138"/>
            <a:ext cx="8726550" cy="1528336"/>
          </a:xfrm>
          <a:custGeom>
            <a:avLst/>
            <a:gdLst>
              <a:gd name="connsiteX0" fmla="*/ 0 w 8726550"/>
              <a:gd name="connsiteY0" fmla="*/ 0 h 1528336"/>
              <a:gd name="connsiteX1" fmla="*/ 8726550 w 8726550"/>
              <a:gd name="connsiteY1" fmla="*/ 0 h 1528336"/>
              <a:gd name="connsiteX2" fmla="*/ 8726550 w 8726550"/>
              <a:gd name="connsiteY2" fmla="*/ 1528336 h 1528336"/>
              <a:gd name="connsiteX3" fmla="*/ 0 w 8726550"/>
              <a:gd name="connsiteY3" fmla="*/ 1528336 h 1528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26550" h="1528336">
                <a:moveTo>
                  <a:pt x="0" y="0"/>
                </a:moveTo>
                <a:lnTo>
                  <a:pt x="8726550" y="0"/>
                </a:lnTo>
                <a:lnTo>
                  <a:pt x="8726550" y="1528336"/>
                </a:lnTo>
                <a:lnTo>
                  <a:pt x="0" y="152833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en-US" sz="1800" dirty="0">
                <a:solidFill>
                  <a:schemeClr val="bg2"/>
                </a:solidFill>
                <a:latin typeface="+mj-lt"/>
              </a:defRPr>
            </a:lvl1pPr>
          </a:lstStyle>
          <a:p>
            <a:pPr marL="0" lvl="0" algn="ctr"/>
            <a:r>
              <a:rPr lang="en-US"/>
              <a:t>.</a:t>
            </a:r>
          </a:p>
        </p:txBody>
      </p:sp>
      <p:pic>
        <p:nvPicPr>
          <p:cNvPr id="7" name="Bild 10">
            <a:extLst>
              <a:ext uri="{FF2B5EF4-FFF2-40B4-BE49-F238E27FC236}">
                <a16:creationId xmlns:a16="http://schemas.microsoft.com/office/drawing/2014/main" id="{E2AABC96-8504-1E4D-8D3B-09F372A74C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98767" y="366592"/>
            <a:ext cx="2158722" cy="42074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12641EB-C1DC-8942-846B-176ADC76B378}"/>
              </a:ext>
            </a:extLst>
          </p:cNvPr>
          <p:cNvSpPr txBox="1">
            <a:spLocks/>
          </p:cNvSpPr>
          <p:nvPr userDrawn="1"/>
        </p:nvSpPr>
        <p:spPr>
          <a:xfrm>
            <a:off x="503660" y="6415802"/>
            <a:ext cx="1175322" cy="24622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1000" dirty="0" err="1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strictly</a:t>
            </a:r>
            <a:r>
              <a:rPr lang="de-DE" sz="10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de-DE" sz="1000" dirty="0" err="1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confidential</a:t>
            </a:r>
            <a:endParaRPr lang="de-DE" sz="1000" dirty="0">
              <a:solidFill>
                <a:schemeClr val="bg1">
                  <a:lumMod val="6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5E06917-8617-6442-A926-74C4E0D2436B}"/>
              </a:ext>
            </a:extLst>
          </p:cNvPr>
          <p:cNvSpPr txBox="1">
            <a:spLocks/>
          </p:cNvSpPr>
          <p:nvPr userDrawn="1"/>
        </p:nvSpPr>
        <p:spPr>
          <a:xfrm>
            <a:off x="11293286" y="6415802"/>
            <a:ext cx="364203" cy="24622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96CFC63-A147-BE40-8754-0D0125E46BD0}" type="slidenum">
              <a:rPr lang="de-DE" sz="1000" smtClean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pPr/>
              <a:t>‹Nº›</a:t>
            </a:fld>
            <a:r>
              <a:rPr lang="de-DE" sz="100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56009B23-0046-8447-93A6-5A3B54ACD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545" y="204622"/>
            <a:ext cx="8901598" cy="7125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640B3D66-8D83-42CE-81C5-F62BE754308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506987" y="3720060"/>
            <a:ext cx="1198102" cy="29863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F2D1D598-76AD-437D-859A-FCA11DE7967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506987" y="3227455"/>
            <a:ext cx="1198102" cy="45271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10" name="Text Placeholder 2">
            <a:extLst>
              <a:ext uri="{FF2B5EF4-FFF2-40B4-BE49-F238E27FC236}">
                <a16:creationId xmlns:a16="http://schemas.microsoft.com/office/drawing/2014/main" id="{148FA4B7-C6FF-4A7D-811E-7720AD6A3A3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0506987" y="3949421"/>
            <a:ext cx="1198102" cy="29863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11" name="Text Placeholder 2">
            <a:extLst>
              <a:ext uri="{FF2B5EF4-FFF2-40B4-BE49-F238E27FC236}">
                <a16:creationId xmlns:a16="http://schemas.microsoft.com/office/drawing/2014/main" id="{83F70655-26EB-4F10-8F68-3BF719FF02D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0506987" y="4178782"/>
            <a:ext cx="1198102" cy="29863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12" name="Text Placeholder 2">
            <a:extLst>
              <a:ext uri="{FF2B5EF4-FFF2-40B4-BE49-F238E27FC236}">
                <a16:creationId xmlns:a16="http://schemas.microsoft.com/office/drawing/2014/main" id="{E86A88C0-6347-45E2-B21A-BCD47478DF7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506987" y="4408143"/>
            <a:ext cx="1198102" cy="29863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13" name="Text Placeholder 2">
            <a:extLst>
              <a:ext uri="{FF2B5EF4-FFF2-40B4-BE49-F238E27FC236}">
                <a16:creationId xmlns:a16="http://schemas.microsoft.com/office/drawing/2014/main" id="{17C9DD92-3063-4E0C-94BA-FB5C7EB8DE3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0506987" y="4637504"/>
            <a:ext cx="1198102" cy="29863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14" name="Text Placeholder 2">
            <a:extLst>
              <a:ext uri="{FF2B5EF4-FFF2-40B4-BE49-F238E27FC236}">
                <a16:creationId xmlns:a16="http://schemas.microsoft.com/office/drawing/2014/main" id="{5F9EDBE0-DC42-4218-AFC7-53DC2E771E2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506987" y="4866865"/>
            <a:ext cx="1198102" cy="29863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15" name="Text Placeholder 2">
            <a:extLst>
              <a:ext uri="{FF2B5EF4-FFF2-40B4-BE49-F238E27FC236}">
                <a16:creationId xmlns:a16="http://schemas.microsoft.com/office/drawing/2014/main" id="{1DAF959E-4F5C-4955-8C1D-CFB623FC0F6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0506987" y="5096226"/>
            <a:ext cx="1198102" cy="29863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16" name="Text Placeholder 2">
            <a:extLst>
              <a:ext uri="{FF2B5EF4-FFF2-40B4-BE49-F238E27FC236}">
                <a16:creationId xmlns:a16="http://schemas.microsoft.com/office/drawing/2014/main" id="{7DD50E11-85FD-4395-97BA-CDC2F4FF1A9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0506987" y="5325587"/>
            <a:ext cx="1198102" cy="29863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17" name="Text Placeholder 2">
            <a:extLst>
              <a:ext uri="{FF2B5EF4-FFF2-40B4-BE49-F238E27FC236}">
                <a16:creationId xmlns:a16="http://schemas.microsoft.com/office/drawing/2014/main" id="{BBEC6BD5-D45A-4618-A976-A9A873F1E48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0506987" y="5554947"/>
            <a:ext cx="1198102" cy="29863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18" name="Text Placeholder 117">
            <a:extLst>
              <a:ext uri="{FF2B5EF4-FFF2-40B4-BE49-F238E27FC236}">
                <a16:creationId xmlns:a16="http://schemas.microsoft.com/office/drawing/2014/main" id="{0144EEBF-D14F-482A-BBB2-7E5E2688EF8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0496662" y="2922786"/>
            <a:ext cx="1218752" cy="3028731"/>
          </a:xfrm>
          <a:custGeom>
            <a:avLst/>
            <a:gdLst>
              <a:gd name="connsiteX0" fmla="*/ 0 w 1218752"/>
              <a:gd name="connsiteY0" fmla="*/ 0 h 3028731"/>
              <a:gd name="connsiteX1" fmla="*/ 1218752 w 1218752"/>
              <a:gd name="connsiteY1" fmla="*/ 0 h 3028731"/>
              <a:gd name="connsiteX2" fmla="*/ 1218752 w 1218752"/>
              <a:gd name="connsiteY2" fmla="*/ 3028731 h 3028731"/>
              <a:gd name="connsiteX3" fmla="*/ 0 w 1218752"/>
              <a:gd name="connsiteY3" fmla="*/ 3028731 h 3028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8752" h="3028731">
                <a:moveTo>
                  <a:pt x="0" y="0"/>
                </a:moveTo>
                <a:lnTo>
                  <a:pt x="1218752" y="0"/>
                </a:lnTo>
                <a:lnTo>
                  <a:pt x="1218752" y="3028731"/>
                </a:lnTo>
                <a:lnTo>
                  <a:pt x="0" y="3028731"/>
                </a:lnTo>
                <a:close/>
              </a:path>
            </a:pathLst>
          </a:custGeom>
          <a:noFill/>
          <a:ln>
            <a:solidFill>
              <a:srgbClr val="F082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>
              <a:defRPr lang="en-US" sz="1800" dirty="0">
                <a:solidFill>
                  <a:schemeClr val="bg1"/>
                </a:solidFill>
                <a:latin typeface="+mj-lt"/>
              </a:defRPr>
            </a:lvl1pPr>
          </a:lstStyle>
          <a:p>
            <a:pPr marL="0" lvl="0" algn="ctr"/>
            <a:r>
              <a:rPr lang="en-US"/>
              <a:t>.</a:t>
            </a:r>
          </a:p>
        </p:txBody>
      </p:sp>
      <p:sp>
        <p:nvSpPr>
          <p:cNvPr id="119" name="Text Placeholder 2">
            <a:extLst>
              <a:ext uri="{FF2B5EF4-FFF2-40B4-BE49-F238E27FC236}">
                <a16:creationId xmlns:a16="http://schemas.microsoft.com/office/drawing/2014/main" id="{E1BEFA90-F9F4-4EFB-80E4-06F3BC4B7B3F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817911" y="2294106"/>
            <a:ext cx="792084" cy="521090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20" name="Text Placeholder 2">
            <a:extLst>
              <a:ext uri="{FF2B5EF4-FFF2-40B4-BE49-F238E27FC236}">
                <a16:creationId xmlns:a16="http://schemas.microsoft.com/office/drawing/2014/main" id="{DEE12345-051D-471B-BDA8-3AC591B3C968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789410" y="2294106"/>
            <a:ext cx="792084" cy="521090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21" name="Text Placeholder 2">
            <a:extLst>
              <a:ext uri="{FF2B5EF4-FFF2-40B4-BE49-F238E27FC236}">
                <a16:creationId xmlns:a16="http://schemas.microsoft.com/office/drawing/2014/main" id="{6901CEBA-FE77-4174-A3B1-059A1DA6CE54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760909" y="2294106"/>
            <a:ext cx="792084" cy="521090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22" name="Text Placeholder 2">
            <a:extLst>
              <a:ext uri="{FF2B5EF4-FFF2-40B4-BE49-F238E27FC236}">
                <a16:creationId xmlns:a16="http://schemas.microsoft.com/office/drawing/2014/main" id="{51011A86-CA3D-4622-ABFC-22375EF1B26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4732408" y="2294106"/>
            <a:ext cx="792084" cy="521090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23" name="Text Placeholder 2">
            <a:extLst>
              <a:ext uri="{FF2B5EF4-FFF2-40B4-BE49-F238E27FC236}">
                <a16:creationId xmlns:a16="http://schemas.microsoft.com/office/drawing/2014/main" id="{95DA323F-A4F4-49A6-9BE4-0394504CA538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703907" y="2294106"/>
            <a:ext cx="792084" cy="521090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24" name="Text Placeholder 2">
            <a:extLst>
              <a:ext uri="{FF2B5EF4-FFF2-40B4-BE49-F238E27FC236}">
                <a16:creationId xmlns:a16="http://schemas.microsoft.com/office/drawing/2014/main" id="{8E1E4C28-14DA-443B-B659-7E10335BBB85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675406" y="2294106"/>
            <a:ext cx="792084" cy="521090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25" name="Text Placeholder 2">
            <a:extLst>
              <a:ext uri="{FF2B5EF4-FFF2-40B4-BE49-F238E27FC236}">
                <a16:creationId xmlns:a16="http://schemas.microsoft.com/office/drawing/2014/main" id="{C306CA32-BC9A-43DB-BC8A-508D7E7258E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7646905" y="2294106"/>
            <a:ext cx="792084" cy="521090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26" name="Text Placeholder 2">
            <a:extLst>
              <a:ext uri="{FF2B5EF4-FFF2-40B4-BE49-F238E27FC236}">
                <a16:creationId xmlns:a16="http://schemas.microsoft.com/office/drawing/2014/main" id="{EA27CDE3-E1C3-4B4E-BF3C-7479359396CE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8618404" y="2294106"/>
            <a:ext cx="792084" cy="521090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27" name="Text Placeholder 2">
            <a:extLst>
              <a:ext uri="{FF2B5EF4-FFF2-40B4-BE49-F238E27FC236}">
                <a16:creationId xmlns:a16="http://schemas.microsoft.com/office/drawing/2014/main" id="{5B9682C3-3310-4017-8A5B-498C0466EFDA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9589901" y="2294106"/>
            <a:ext cx="792084" cy="521090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28" name="Picture Placeholder 37">
            <a:extLst>
              <a:ext uri="{FF2B5EF4-FFF2-40B4-BE49-F238E27FC236}">
                <a16:creationId xmlns:a16="http://schemas.microsoft.com/office/drawing/2014/main" id="{9651C601-56BF-43C3-B68E-7DE7D759D95B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2029935" y="1920956"/>
            <a:ext cx="316864" cy="302259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endParaRPr lang="en-US"/>
          </a:p>
        </p:txBody>
      </p:sp>
      <p:sp>
        <p:nvSpPr>
          <p:cNvPr id="129" name="Picture Placeholder 37">
            <a:extLst>
              <a:ext uri="{FF2B5EF4-FFF2-40B4-BE49-F238E27FC236}">
                <a16:creationId xmlns:a16="http://schemas.microsoft.com/office/drawing/2014/main" id="{45F2CC92-BA57-4E9F-98DD-A4AE8147D70F}"/>
              </a:ext>
            </a:extLst>
          </p:cNvPr>
          <p:cNvSpPr>
            <a:spLocks noGrp="1"/>
          </p:cNvSpPr>
          <p:nvPr>
            <p:ph type="pic" sz="quarter" idx="67"/>
          </p:nvPr>
        </p:nvSpPr>
        <p:spPr>
          <a:xfrm>
            <a:off x="3006190" y="1920956"/>
            <a:ext cx="316864" cy="302259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endParaRPr lang="en-US"/>
          </a:p>
        </p:txBody>
      </p:sp>
      <p:sp>
        <p:nvSpPr>
          <p:cNvPr id="130" name="Picture Placeholder 37">
            <a:extLst>
              <a:ext uri="{FF2B5EF4-FFF2-40B4-BE49-F238E27FC236}">
                <a16:creationId xmlns:a16="http://schemas.microsoft.com/office/drawing/2014/main" id="{0578E393-986F-4DC4-88C7-BC0E01A13766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3982445" y="1920956"/>
            <a:ext cx="316864" cy="302259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endParaRPr lang="en-US"/>
          </a:p>
        </p:txBody>
      </p:sp>
      <p:sp>
        <p:nvSpPr>
          <p:cNvPr id="131" name="Picture Placeholder 37">
            <a:extLst>
              <a:ext uri="{FF2B5EF4-FFF2-40B4-BE49-F238E27FC236}">
                <a16:creationId xmlns:a16="http://schemas.microsoft.com/office/drawing/2014/main" id="{061A84BE-AE5B-4DB1-B93E-822DA0346547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4958700" y="1920956"/>
            <a:ext cx="316864" cy="302259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endParaRPr lang="en-US"/>
          </a:p>
        </p:txBody>
      </p:sp>
      <p:sp>
        <p:nvSpPr>
          <p:cNvPr id="132" name="Picture Placeholder 37">
            <a:extLst>
              <a:ext uri="{FF2B5EF4-FFF2-40B4-BE49-F238E27FC236}">
                <a16:creationId xmlns:a16="http://schemas.microsoft.com/office/drawing/2014/main" id="{CBC9FAEE-6C93-4EAC-AA2F-61578F4B1E73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5934955" y="1920956"/>
            <a:ext cx="316864" cy="302259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endParaRPr lang="en-US"/>
          </a:p>
        </p:txBody>
      </p:sp>
      <p:sp>
        <p:nvSpPr>
          <p:cNvPr id="133" name="Picture Placeholder 37">
            <a:extLst>
              <a:ext uri="{FF2B5EF4-FFF2-40B4-BE49-F238E27FC236}">
                <a16:creationId xmlns:a16="http://schemas.microsoft.com/office/drawing/2014/main" id="{CC469694-7F8F-4B36-BC9C-5133FC0FB0B7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6911210" y="1920956"/>
            <a:ext cx="316864" cy="302259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endParaRPr lang="en-US"/>
          </a:p>
        </p:txBody>
      </p:sp>
      <p:sp>
        <p:nvSpPr>
          <p:cNvPr id="134" name="Picture Placeholder 37">
            <a:extLst>
              <a:ext uri="{FF2B5EF4-FFF2-40B4-BE49-F238E27FC236}">
                <a16:creationId xmlns:a16="http://schemas.microsoft.com/office/drawing/2014/main" id="{AB3346C4-9687-41C5-9D07-EB0ECA864A47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7887465" y="1920956"/>
            <a:ext cx="316864" cy="302259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endParaRPr lang="en-US"/>
          </a:p>
        </p:txBody>
      </p:sp>
      <p:sp>
        <p:nvSpPr>
          <p:cNvPr id="135" name="Picture Placeholder 37">
            <a:extLst>
              <a:ext uri="{FF2B5EF4-FFF2-40B4-BE49-F238E27FC236}">
                <a16:creationId xmlns:a16="http://schemas.microsoft.com/office/drawing/2014/main" id="{BDA6A9F9-2123-45D6-8120-DC33D229E8C0}"/>
              </a:ext>
            </a:extLst>
          </p:cNvPr>
          <p:cNvSpPr>
            <a:spLocks noGrp="1"/>
          </p:cNvSpPr>
          <p:nvPr>
            <p:ph type="pic" sz="quarter" idx="73"/>
          </p:nvPr>
        </p:nvSpPr>
        <p:spPr>
          <a:xfrm>
            <a:off x="8863720" y="1920956"/>
            <a:ext cx="316864" cy="302259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endParaRPr lang="en-US"/>
          </a:p>
        </p:txBody>
      </p:sp>
      <p:sp>
        <p:nvSpPr>
          <p:cNvPr id="136" name="Picture Placeholder 37">
            <a:extLst>
              <a:ext uri="{FF2B5EF4-FFF2-40B4-BE49-F238E27FC236}">
                <a16:creationId xmlns:a16="http://schemas.microsoft.com/office/drawing/2014/main" id="{22459607-734A-46EF-B774-AA30B0234427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9839973" y="1920956"/>
            <a:ext cx="316864" cy="302259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endParaRPr lang="en-US"/>
          </a:p>
        </p:txBody>
      </p:sp>
      <p:sp>
        <p:nvSpPr>
          <p:cNvPr id="137" name="Text Placeholder 2">
            <a:extLst>
              <a:ext uri="{FF2B5EF4-FFF2-40B4-BE49-F238E27FC236}">
                <a16:creationId xmlns:a16="http://schemas.microsoft.com/office/drawing/2014/main" id="{29BCDBB3-0DF7-4FFC-996E-225864B3F077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3644373" y="1447683"/>
            <a:ext cx="4964970" cy="37414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b="1">
                <a:solidFill>
                  <a:srgbClr val="F0826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9" name="Text Placeholder 2">
            <a:extLst>
              <a:ext uri="{FF2B5EF4-FFF2-40B4-BE49-F238E27FC236}">
                <a16:creationId xmlns:a16="http://schemas.microsoft.com/office/drawing/2014/main" id="{E35C2E1B-EFCB-4979-B06E-0DD3F3B7E4A4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2288130" y="3034338"/>
            <a:ext cx="1025444" cy="539471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rgbClr val="A6A6A6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40" name="Text Placeholder 2">
            <a:extLst>
              <a:ext uri="{FF2B5EF4-FFF2-40B4-BE49-F238E27FC236}">
                <a16:creationId xmlns:a16="http://schemas.microsoft.com/office/drawing/2014/main" id="{46DC9B0C-DED4-425E-B34F-692214C40CDF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8878426" y="3034338"/>
            <a:ext cx="1025444" cy="539471"/>
          </a:xfrm>
        </p:spPr>
        <p:txBody>
          <a:bodyPr anchor="t">
            <a:normAutofit/>
          </a:bodyPr>
          <a:lstStyle>
            <a:lvl1pPr marL="0" indent="0" algn="l">
              <a:buNone/>
              <a:defRPr sz="1200">
                <a:solidFill>
                  <a:srgbClr val="A6A6A6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41" name="Text Placeholder 2">
            <a:extLst>
              <a:ext uri="{FF2B5EF4-FFF2-40B4-BE49-F238E27FC236}">
                <a16:creationId xmlns:a16="http://schemas.microsoft.com/office/drawing/2014/main" id="{7AC8BDC2-5016-4DA9-AC5D-F0F1E347B0F8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3562377" y="3100832"/>
            <a:ext cx="565716" cy="28160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rgbClr val="A6A6A6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42" name="Text Placeholder 2">
            <a:extLst>
              <a:ext uri="{FF2B5EF4-FFF2-40B4-BE49-F238E27FC236}">
                <a16:creationId xmlns:a16="http://schemas.microsoft.com/office/drawing/2014/main" id="{6CB4D0BE-0090-4048-8210-35487BFA72D5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122003" y="3100832"/>
            <a:ext cx="565716" cy="28160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rgbClr val="A6A6A6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48" name="Text Placeholder 2">
            <a:extLst>
              <a:ext uri="{FF2B5EF4-FFF2-40B4-BE49-F238E27FC236}">
                <a16:creationId xmlns:a16="http://schemas.microsoft.com/office/drawing/2014/main" id="{9D51F252-DBF1-452B-ACA3-A8CF619A87FB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3708123" y="3673870"/>
            <a:ext cx="1887889" cy="281604"/>
          </a:xfrm>
        </p:spPr>
        <p:txBody>
          <a:bodyPr anchor="ctr">
            <a:no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49" name="Text Placeholder 2">
            <a:extLst>
              <a:ext uri="{FF2B5EF4-FFF2-40B4-BE49-F238E27FC236}">
                <a16:creationId xmlns:a16="http://schemas.microsoft.com/office/drawing/2014/main" id="{63926F03-2E0C-4539-832B-5978E21437BB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3708123" y="5540721"/>
            <a:ext cx="1887889" cy="281604"/>
          </a:xfrm>
        </p:spPr>
        <p:txBody>
          <a:bodyPr anchor="ctr">
            <a:no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50" name="Text Placeholder 2">
            <a:extLst>
              <a:ext uri="{FF2B5EF4-FFF2-40B4-BE49-F238E27FC236}">
                <a16:creationId xmlns:a16="http://schemas.microsoft.com/office/drawing/2014/main" id="{8C8DC110-3080-408B-BE01-6A61FCEDC0BC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7099133" y="3673870"/>
            <a:ext cx="1887889" cy="281604"/>
          </a:xfrm>
        </p:spPr>
        <p:txBody>
          <a:bodyPr anchor="ctr">
            <a:no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51" name="Text Placeholder 2">
            <a:extLst>
              <a:ext uri="{FF2B5EF4-FFF2-40B4-BE49-F238E27FC236}">
                <a16:creationId xmlns:a16="http://schemas.microsoft.com/office/drawing/2014/main" id="{E6E6C379-2708-435D-8E2A-6D10DA243F24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7099133" y="5540721"/>
            <a:ext cx="1887889" cy="281604"/>
          </a:xfrm>
        </p:spPr>
        <p:txBody>
          <a:bodyPr anchor="ctr">
            <a:no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52" name="Picture Placeholder 37">
            <a:extLst>
              <a:ext uri="{FF2B5EF4-FFF2-40B4-BE49-F238E27FC236}">
                <a16:creationId xmlns:a16="http://schemas.microsoft.com/office/drawing/2014/main" id="{4A177F84-DE0F-4689-B381-8DA850A547E0}"/>
              </a:ext>
            </a:extLst>
          </p:cNvPr>
          <p:cNvSpPr>
            <a:spLocks noGrp="1"/>
          </p:cNvSpPr>
          <p:nvPr>
            <p:ph type="pic" sz="quarter" idx="89"/>
          </p:nvPr>
        </p:nvSpPr>
        <p:spPr>
          <a:xfrm>
            <a:off x="3253295" y="3663543"/>
            <a:ext cx="316864" cy="302259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53" name="Picture Placeholder 37">
            <a:extLst>
              <a:ext uri="{FF2B5EF4-FFF2-40B4-BE49-F238E27FC236}">
                <a16:creationId xmlns:a16="http://schemas.microsoft.com/office/drawing/2014/main" id="{D7E8DBED-3381-46E2-A241-4E732093B09B}"/>
              </a:ext>
            </a:extLst>
          </p:cNvPr>
          <p:cNvSpPr>
            <a:spLocks noGrp="1"/>
          </p:cNvSpPr>
          <p:nvPr>
            <p:ph type="pic" sz="quarter" idx="90"/>
          </p:nvPr>
        </p:nvSpPr>
        <p:spPr>
          <a:xfrm>
            <a:off x="6644305" y="3663543"/>
            <a:ext cx="316864" cy="302259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54" name="Picture Placeholder 37">
            <a:extLst>
              <a:ext uri="{FF2B5EF4-FFF2-40B4-BE49-F238E27FC236}">
                <a16:creationId xmlns:a16="http://schemas.microsoft.com/office/drawing/2014/main" id="{84884EE0-9220-483E-95DD-8D2AA59F18BB}"/>
              </a:ext>
            </a:extLst>
          </p:cNvPr>
          <p:cNvSpPr>
            <a:spLocks noGrp="1"/>
          </p:cNvSpPr>
          <p:nvPr>
            <p:ph type="pic" sz="quarter" idx="91"/>
          </p:nvPr>
        </p:nvSpPr>
        <p:spPr>
          <a:xfrm>
            <a:off x="6644305" y="5530394"/>
            <a:ext cx="316864" cy="302259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55" name="Picture Placeholder 37">
            <a:extLst>
              <a:ext uri="{FF2B5EF4-FFF2-40B4-BE49-F238E27FC236}">
                <a16:creationId xmlns:a16="http://schemas.microsoft.com/office/drawing/2014/main" id="{83016AC2-7483-4569-A5A4-4AC1CD895F9F}"/>
              </a:ext>
            </a:extLst>
          </p:cNvPr>
          <p:cNvSpPr>
            <a:spLocks noGrp="1"/>
          </p:cNvSpPr>
          <p:nvPr>
            <p:ph type="pic" sz="quarter" idx="92"/>
          </p:nvPr>
        </p:nvSpPr>
        <p:spPr>
          <a:xfrm>
            <a:off x="3253295" y="5530394"/>
            <a:ext cx="316864" cy="302259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60" name="Text Placeholder 2">
            <a:extLst>
              <a:ext uri="{FF2B5EF4-FFF2-40B4-BE49-F238E27FC236}">
                <a16:creationId xmlns:a16="http://schemas.microsoft.com/office/drawing/2014/main" id="{C84C453A-4362-48C6-B0F0-8910121CF8C3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3356496" y="4615723"/>
            <a:ext cx="1625624" cy="456564"/>
          </a:xfrm>
        </p:spPr>
        <p:txBody>
          <a:bodyPr anchor="ctr">
            <a:normAutofit/>
          </a:bodyPr>
          <a:lstStyle>
            <a:lvl1pPr marL="0" indent="0" algn="l">
              <a:buNone/>
              <a:defRPr sz="1200">
                <a:solidFill>
                  <a:srgbClr val="A6A6A6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61" name="Text Placeholder 2">
            <a:extLst>
              <a:ext uri="{FF2B5EF4-FFF2-40B4-BE49-F238E27FC236}">
                <a16:creationId xmlns:a16="http://schemas.microsoft.com/office/drawing/2014/main" id="{105677FD-C66F-4412-AE21-3ACD281894FE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3356496" y="4399753"/>
            <a:ext cx="1625624" cy="281604"/>
          </a:xfrm>
        </p:spPr>
        <p:txBody>
          <a:bodyPr anchor="ctr">
            <a:normAutofit/>
          </a:bodyPr>
          <a:lstStyle>
            <a:lvl1pPr marL="0" indent="0" algn="l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62" name="Text Placeholder 2">
            <a:extLst>
              <a:ext uri="{FF2B5EF4-FFF2-40B4-BE49-F238E27FC236}">
                <a16:creationId xmlns:a16="http://schemas.microsoft.com/office/drawing/2014/main" id="{7262C55C-FB8C-41A6-98A7-405CEF574490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5673105" y="4602832"/>
            <a:ext cx="1625624" cy="456564"/>
          </a:xfrm>
        </p:spPr>
        <p:txBody>
          <a:bodyPr anchor="ctr">
            <a:normAutofit/>
          </a:bodyPr>
          <a:lstStyle>
            <a:lvl1pPr marL="0" indent="0" algn="l">
              <a:buNone/>
              <a:defRPr sz="1200">
                <a:solidFill>
                  <a:srgbClr val="A6A6A6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63" name="Text Placeholder 2">
            <a:extLst>
              <a:ext uri="{FF2B5EF4-FFF2-40B4-BE49-F238E27FC236}">
                <a16:creationId xmlns:a16="http://schemas.microsoft.com/office/drawing/2014/main" id="{83027651-CA2E-448B-AF4C-79ECA9C2A640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5673105" y="4399753"/>
            <a:ext cx="1625624" cy="281604"/>
          </a:xfrm>
        </p:spPr>
        <p:txBody>
          <a:bodyPr anchor="ctr">
            <a:normAutofit/>
          </a:bodyPr>
          <a:lstStyle>
            <a:lvl1pPr marL="0" indent="0" algn="l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64" name="Text Placeholder 2">
            <a:extLst>
              <a:ext uri="{FF2B5EF4-FFF2-40B4-BE49-F238E27FC236}">
                <a16:creationId xmlns:a16="http://schemas.microsoft.com/office/drawing/2014/main" id="{0A7DF0BD-9CDC-43C7-864C-63950262E463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8008798" y="4599354"/>
            <a:ext cx="1625624" cy="456564"/>
          </a:xfrm>
        </p:spPr>
        <p:txBody>
          <a:bodyPr anchor="ctr">
            <a:normAutofit/>
          </a:bodyPr>
          <a:lstStyle>
            <a:lvl1pPr marL="0" indent="0" algn="l">
              <a:buNone/>
              <a:defRPr sz="1200">
                <a:solidFill>
                  <a:srgbClr val="A6A6A6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65" name="Text Placeholder 2">
            <a:extLst>
              <a:ext uri="{FF2B5EF4-FFF2-40B4-BE49-F238E27FC236}">
                <a16:creationId xmlns:a16="http://schemas.microsoft.com/office/drawing/2014/main" id="{1C958240-2E6C-464F-B3C2-4635E22865ED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8008798" y="4399753"/>
            <a:ext cx="1625624" cy="281604"/>
          </a:xfrm>
        </p:spPr>
        <p:txBody>
          <a:bodyPr anchor="ctr">
            <a:normAutofit/>
          </a:bodyPr>
          <a:lstStyle>
            <a:lvl1pPr marL="0" indent="0" algn="l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66" name="Picture Placeholder 37">
            <a:extLst>
              <a:ext uri="{FF2B5EF4-FFF2-40B4-BE49-F238E27FC236}">
                <a16:creationId xmlns:a16="http://schemas.microsoft.com/office/drawing/2014/main" id="{C6E87A52-7D30-42AC-9E08-5D39A059AC75}"/>
              </a:ext>
            </a:extLst>
          </p:cNvPr>
          <p:cNvSpPr>
            <a:spLocks noGrp="1"/>
          </p:cNvSpPr>
          <p:nvPr>
            <p:ph type="pic" sz="quarter" idx="102"/>
          </p:nvPr>
        </p:nvSpPr>
        <p:spPr>
          <a:xfrm>
            <a:off x="2945905" y="4441042"/>
            <a:ext cx="321492" cy="306674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67" name="Picture Placeholder 37">
            <a:extLst>
              <a:ext uri="{FF2B5EF4-FFF2-40B4-BE49-F238E27FC236}">
                <a16:creationId xmlns:a16="http://schemas.microsoft.com/office/drawing/2014/main" id="{6C7A7CDC-32A0-4D45-9071-55B31D609844}"/>
              </a:ext>
            </a:extLst>
          </p:cNvPr>
          <p:cNvSpPr>
            <a:spLocks noGrp="1"/>
          </p:cNvSpPr>
          <p:nvPr>
            <p:ph type="pic" sz="quarter" idx="103"/>
          </p:nvPr>
        </p:nvSpPr>
        <p:spPr>
          <a:xfrm>
            <a:off x="5252614" y="4441042"/>
            <a:ext cx="321492" cy="306674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68" name="Picture Placeholder 37">
            <a:extLst>
              <a:ext uri="{FF2B5EF4-FFF2-40B4-BE49-F238E27FC236}">
                <a16:creationId xmlns:a16="http://schemas.microsoft.com/office/drawing/2014/main" id="{6E6D920F-6542-46C1-8598-45240499C1D4}"/>
              </a:ext>
            </a:extLst>
          </p:cNvPr>
          <p:cNvSpPr>
            <a:spLocks noGrp="1"/>
          </p:cNvSpPr>
          <p:nvPr>
            <p:ph type="pic" sz="quarter" idx="104"/>
          </p:nvPr>
        </p:nvSpPr>
        <p:spPr>
          <a:xfrm>
            <a:off x="7589971" y="4441042"/>
            <a:ext cx="321492" cy="306674"/>
          </a:xfrm>
          <a:noFill/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69" name="Text Placeholder 2">
            <a:extLst>
              <a:ext uri="{FF2B5EF4-FFF2-40B4-BE49-F238E27FC236}">
                <a16:creationId xmlns:a16="http://schemas.microsoft.com/office/drawing/2014/main" id="{A1D6DA0A-D57C-45A8-B2C3-EFC797A80A81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1561561" y="5467833"/>
            <a:ext cx="1025444" cy="619367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rgbClr val="A6A6A6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70" name="Text Placeholder 2">
            <a:extLst>
              <a:ext uri="{FF2B5EF4-FFF2-40B4-BE49-F238E27FC236}">
                <a16:creationId xmlns:a16="http://schemas.microsoft.com/office/drawing/2014/main" id="{7389505C-C597-4125-9549-E2BEB812C7A6}"/>
              </a:ext>
            </a:extLst>
          </p:cNvPr>
          <p:cNvSpPr>
            <a:spLocks noGrp="1"/>
          </p:cNvSpPr>
          <p:nvPr>
            <p:ph type="body" sz="quarter" idx="106" hasCustomPrompt="1"/>
          </p:nvPr>
        </p:nvSpPr>
        <p:spPr>
          <a:xfrm>
            <a:off x="9589767" y="5467833"/>
            <a:ext cx="1025444" cy="619367"/>
          </a:xfrm>
        </p:spPr>
        <p:txBody>
          <a:bodyPr anchor="t">
            <a:normAutofit/>
          </a:bodyPr>
          <a:lstStyle>
            <a:lvl1pPr marL="0" indent="0" algn="l">
              <a:buNone/>
              <a:defRPr sz="1200">
                <a:solidFill>
                  <a:srgbClr val="A6A6A6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71" name="Text Placeholder 2">
            <a:extLst>
              <a:ext uri="{FF2B5EF4-FFF2-40B4-BE49-F238E27FC236}">
                <a16:creationId xmlns:a16="http://schemas.microsoft.com/office/drawing/2014/main" id="{B0D139BC-0043-4994-B125-F6E38CECE478}"/>
              </a:ext>
            </a:extLst>
          </p:cNvPr>
          <p:cNvSpPr>
            <a:spLocks noGrp="1"/>
          </p:cNvSpPr>
          <p:nvPr>
            <p:ph type="body" sz="quarter" idx="107" hasCustomPrompt="1"/>
          </p:nvPr>
        </p:nvSpPr>
        <p:spPr>
          <a:xfrm>
            <a:off x="1899439" y="4463572"/>
            <a:ext cx="565716" cy="28160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rgbClr val="A6A6A6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  <p:sp>
        <p:nvSpPr>
          <p:cNvPr id="172" name="Text Placeholder 2">
            <a:extLst>
              <a:ext uri="{FF2B5EF4-FFF2-40B4-BE49-F238E27FC236}">
                <a16:creationId xmlns:a16="http://schemas.microsoft.com/office/drawing/2014/main" id="{FE2A8B88-8047-4250-8520-A1807BD991E7}"/>
              </a:ext>
            </a:extLst>
          </p:cNvPr>
          <p:cNvSpPr>
            <a:spLocks noGrp="1"/>
          </p:cNvSpPr>
          <p:nvPr>
            <p:ph type="body" sz="quarter" idx="108" hasCustomPrompt="1"/>
          </p:nvPr>
        </p:nvSpPr>
        <p:spPr>
          <a:xfrm>
            <a:off x="9745260" y="4271681"/>
            <a:ext cx="565716" cy="49887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rgbClr val="A6A6A6"/>
                </a:solidFill>
              </a:defRPr>
            </a:lvl1pPr>
          </a:lstStyle>
          <a:p>
            <a:pPr lvl="0"/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0995062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 10">
            <a:extLst>
              <a:ext uri="{FF2B5EF4-FFF2-40B4-BE49-F238E27FC236}">
                <a16:creationId xmlns:a16="http://schemas.microsoft.com/office/drawing/2014/main" id="{E2AABC96-8504-1E4D-8D3B-09F372A74C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98767" y="366592"/>
            <a:ext cx="2158722" cy="42074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12641EB-C1DC-8942-846B-176ADC76B378}"/>
              </a:ext>
            </a:extLst>
          </p:cNvPr>
          <p:cNvSpPr txBox="1">
            <a:spLocks/>
          </p:cNvSpPr>
          <p:nvPr userDrawn="1"/>
        </p:nvSpPr>
        <p:spPr>
          <a:xfrm>
            <a:off x="503660" y="6415802"/>
            <a:ext cx="1175322" cy="24622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100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strictly confidential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5E06917-8617-6442-A926-74C4E0D2436B}"/>
              </a:ext>
            </a:extLst>
          </p:cNvPr>
          <p:cNvSpPr txBox="1">
            <a:spLocks/>
          </p:cNvSpPr>
          <p:nvPr userDrawn="1"/>
        </p:nvSpPr>
        <p:spPr>
          <a:xfrm>
            <a:off x="11293286" y="6415802"/>
            <a:ext cx="364203" cy="24622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96CFC63-A147-BE40-8754-0D0125E46BD0}" type="slidenum">
              <a:rPr lang="de-DE" sz="1000" smtClean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pPr/>
              <a:t>‹Nº›</a:t>
            </a:fld>
            <a:r>
              <a:rPr lang="de-DE" sz="100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56009B23-0046-8447-93A6-5A3B54ACD7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7545" y="204622"/>
            <a:ext cx="8901598" cy="7125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51" name="Bild 10">
            <a:extLst>
              <a:ext uri="{FF2B5EF4-FFF2-40B4-BE49-F238E27FC236}">
                <a16:creationId xmlns:a16="http://schemas.microsoft.com/office/drawing/2014/main" id="{A900660D-81C3-495F-AE06-E7B2A353DA9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98767" y="366592"/>
            <a:ext cx="2158722" cy="42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9366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line Sub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6A8D1EE-8B64-3A08-6DFE-D4A6E6BEED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4034" y="958530"/>
            <a:ext cx="11305844" cy="3348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0"/>
            </a:lvl1pPr>
          </a:lstStyle>
          <a:p>
            <a:pPr lvl="0"/>
            <a:r>
              <a:rPr lang="en-US"/>
              <a:t>Subline Roboto regular 14 pt.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</p:txBody>
      </p:sp>
      <p:sp>
        <p:nvSpPr>
          <p:cNvPr id="2" name="Textplatzhalter 3">
            <a:extLst>
              <a:ext uri="{FF2B5EF4-FFF2-40B4-BE49-F238E27FC236}">
                <a16:creationId xmlns:a16="http://schemas.microsoft.com/office/drawing/2014/main" id="{C30ED082-DE7F-7811-0272-1FC63C121A4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4025" y="434643"/>
            <a:ext cx="11306175" cy="461665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>
                <a:latin typeface="+mj-lt"/>
              </a:defRPr>
            </a:lvl1pPr>
            <a:lvl2pPr>
              <a:lnSpc>
                <a:spcPct val="100000"/>
              </a:lnSpc>
              <a:defRPr sz="2400">
                <a:latin typeface="+mj-lt"/>
              </a:defRPr>
            </a:lvl2pPr>
            <a:lvl3pPr>
              <a:lnSpc>
                <a:spcPct val="100000"/>
              </a:lnSpc>
              <a:defRPr sz="2400">
                <a:latin typeface="+mj-lt"/>
              </a:defRPr>
            </a:lvl3pPr>
            <a:lvl4pPr>
              <a:lnSpc>
                <a:spcPct val="100000"/>
              </a:lnSpc>
              <a:defRPr sz="2400">
                <a:latin typeface="+mj-lt"/>
              </a:defRPr>
            </a:lvl4pPr>
            <a:lvl5pPr>
              <a:lnSpc>
                <a:spcPct val="100000"/>
              </a:lnSpc>
              <a:defRPr sz="2400">
                <a:latin typeface="+mj-lt"/>
              </a:defRPr>
            </a:lvl5pPr>
          </a:lstStyle>
          <a:p>
            <a:pPr lvl="0"/>
            <a:r>
              <a:rPr lang="de-DE"/>
              <a:t>Headline – </a:t>
            </a:r>
            <a:r>
              <a:rPr lang="de-DE" err="1"/>
              <a:t>Roboto</a:t>
            </a:r>
            <a:r>
              <a:rPr lang="de-DE"/>
              <a:t> </a:t>
            </a:r>
            <a:r>
              <a:rPr lang="de-DE" err="1"/>
              <a:t>Bold</a:t>
            </a:r>
            <a:r>
              <a:rPr lang="de-DE"/>
              <a:t> 24 </a:t>
            </a:r>
            <a:r>
              <a:rPr lang="de-DE" err="1"/>
              <a:t>pt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2373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E0DB2E-9FC8-48DC-9321-1E2C40FED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5B6FA-32F5-42E9-9E87-C0CA2E5F3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C26A5-47EB-4E6F-8BF8-4D3557D63D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53B83-5D3F-4EB6-850C-93154251D0F5}" type="datetimeFigureOut">
              <a:rPr lang="en-GB" smtClean="0"/>
              <a:t>05/03/2026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C7512-5722-42EA-9849-F4B5DCF97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1DB60-5093-45C3-A0A4-909163906D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CC4F3B-5378-4851-AEDB-2B374490DC20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2747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7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82" r:id="rId16"/>
    <p:sldLayoutId id="2147483683" r:id="rId17"/>
    <p:sldLayoutId id="2147483684" r:id="rId18"/>
    <p:sldLayoutId id="2147483685" r:id="rId19"/>
    <p:sldLayoutId id="2147483686" r:id="rId20"/>
    <p:sldLayoutId id="2147483687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ü"/>
        <a:defRPr sz="20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8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6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v"/>
        <a:defRPr sz="16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userDrawn="1">
          <p15:clr>
            <a:srgbClr val="F26B43"/>
          </p15:clr>
        </p15:guide>
        <p15:guide id="4" userDrawn="1">
          <p15:clr>
            <a:srgbClr val="F26B43"/>
          </p15:clr>
        </p15:guide>
        <p15:guide id="5" pos="7680" userDrawn="1">
          <p15:clr>
            <a:srgbClr val="F26B43"/>
          </p15:clr>
        </p15:guide>
        <p15:guide id="6" orient="horz" pos="43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5.png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jpeg"/><Relationship Id="rId15" Type="http://schemas.openxmlformats.org/officeDocument/2006/relationships/image" Target="../media/image28.svg"/><Relationship Id="rId10" Type="http://schemas.openxmlformats.org/officeDocument/2006/relationships/image" Target="../media/image23.png"/><Relationship Id="rId4" Type="http://schemas.openxmlformats.org/officeDocument/2006/relationships/image" Target="../media/image17.jpe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3.svg"/><Relationship Id="rId5" Type="http://schemas.openxmlformats.org/officeDocument/2006/relationships/image" Target="../media/image32.svg"/><Relationship Id="rId4" Type="http://schemas.openxmlformats.org/officeDocument/2006/relationships/image" Target="../media/image31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38.pn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37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3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5.png"/><Relationship Id="rId18" Type="http://schemas.openxmlformats.org/officeDocument/2006/relationships/image" Target="../media/image49.emf"/><Relationship Id="rId3" Type="http://schemas.openxmlformats.org/officeDocument/2006/relationships/hyperlink" Target="https://www.intersport.de/club/" TargetMode="External"/><Relationship Id="rId21" Type="http://schemas.openxmlformats.org/officeDocument/2006/relationships/image" Target="../media/image52.png"/><Relationship Id="rId7" Type="http://schemas.openxmlformats.org/officeDocument/2006/relationships/image" Target="../media/image41.png"/><Relationship Id="rId12" Type="http://schemas.openxmlformats.org/officeDocument/2006/relationships/image" Target="../media/image44.png"/><Relationship Id="rId17" Type="http://schemas.openxmlformats.org/officeDocument/2006/relationships/image" Target="../media/image48.png"/><Relationship Id="rId2" Type="http://schemas.openxmlformats.org/officeDocument/2006/relationships/notesSlide" Target="../notesSlides/notesSlide4.xml"/><Relationship Id="rId16" Type="http://schemas.openxmlformats.org/officeDocument/2006/relationships/hyperlink" Target="https://www.oekobonus.de/app/" TargetMode="External"/><Relationship Id="rId20" Type="http://schemas.openxmlformats.org/officeDocument/2006/relationships/image" Target="../media/image51.emf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0.png"/><Relationship Id="rId11" Type="http://schemas.openxmlformats.org/officeDocument/2006/relationships/image" Target="../media/image43.png"/><Relationship Id="rId5" Type="http://schemas.openxmlformats.org/officeDocument/2006/relationships/image" Target="../media/image39.png"/><Relationship Id="rId15" Type="http://schemas.openxmlformats.org/officeDocument/2006/relationships/image" Target="../media/image47.png"/><Relationship Id="rId10" Type="http://schemas.openxmlformats.org/officeDocument/2006/relationships/hyperlink" Target="https://www.h-hotels.com/de/hotmiles" TargetMode="External"/><Relationship Id="rId19" Type="http://schemas.openxmlformats.org/officeDocument/2006/relationships/image" Target="../media/image50.emf"/><Relationship Id="rId4" Type="http://schemas.openxmlformats.org/officeDocument/2006/relationships/hyperlink" Target="https://www.newyorker.de/get-more-club/#/dashboard" TargetMode="External"/><Relationship Id="rId9" Type="http://schemas.openxmlformats.org/officeDocument/2006/relationships/hyperlink" Target="https://www.youtube.com/watch?v=epaXNcuDv-Y" TargetMode="External"/><Relationship Id="rId14" Type="http://schemas.openxmlformats.org/officeDocument/2006/relationships/image" Target="../media/image46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3" Type="http://schemas.openxmlformats.org/officeDocument/2006/relationships/image" Target="../media/image53.jpe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jpeg"/><Relationship Id="rId15" Type="http://schemas.openxmlformats.org/officeDocument/2006/relationships/image" Target="../media/image65.sv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42.png"/><Relationship Id="rId3" Type="http://schemas.openxmlformats.org/officeDocument/2006/relationships/image" Target="../media/image66.jpg"/><Relationship Id="rId7" Type="http://schemas.openxmlformats.org/officeDocument/2006/relationships/image" Target="../media/image60.png"/><Relationship Id="rId12" Type="http://schemas.openxmlformats.org/officeDocument/2006/relationships/image" Target="../media/image7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9.png"/><Relationship Id="rId11" Type="http://schemas.openxmlformats.org/officeDocument/2006/relationships/image" Target="../media/image69.png"/><Relationship Id="rId5" Type="http://schemas.openxmlformats.org/officeDocument/2006/relationships/image" Target="../media/image58.png"/><Relationship Id="rId15" Type="http://schemas.openxmlformats.org/officeDocument/2006/relationships/image" Target="../media/image72.png"/><Relationship Id="rId10" Type="http://schemas.openxmlformats.org/officeDocument/2006/relationships/image" Target="../media/image65.svg"/><Relationship Id="rId4" Type="http://schemas.openxmlformats.org/officeDocument/2006/relationships/image" Target="../media/image67.png"/><Relationship Id="rId9" Type="http://schemas.openxmlformats.org/officeDocument/2006/relationships/image" Target="../media/image62.png"/><Relationship Id="rId14" Type="http://schemas.openxmlformats.org/officeDocument/2006/relationships/image" Target="../media/image7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76.svg"/><Relationship Id="rId5" Type="http://schemas.openxmlformats.org/officeDocument/2006/relationships/image" Target="../media/image75.svg"/><Relationship Id="rId4" Type="http://schemas.openxmlformats.org/officeDocument/2006/relationships/image" Target="../media/image7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svg"/><Relationship Id="rId3" Type="http://schemas.openxmlformats.org/officeDocument/2006/relationships/image" Target="../media/image77.svg"/><Relationship Id="rId7" Type="http://schemas.openxmlformats.org/officeDocument/2006/relationships/image" Target="../media/image8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80.svg"/><Relationship Id="rId5" Type="http://schemas.openxmlformats.org/officeDocument/2006/relationships/image" Target="../media/image79.svg"/><Relationship Id="rId4" Type="http://schemas.openxmlformats.org/officeDocument/2006/relationships/image" Target="../media/image7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9.png"/><Relationship Id="rId4" Type="http://schemas.openxmlformats.org/officeDocument/2006/relationships/image" Target="../media/image8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26" Type="http://schemas.openxmlformats.org/officeDocument/2006/relationships/image" Target="../media/image109.gif"/><Relationship Id="rId39" Type="http://schemas.openxmlformats.org/officeDocument/2006/relationships/image" Target="../media/image122.png"/><Relationship Id="rId21" Type="http://schemas.openxmlformats.org/officeDocument/2006/relationships/image" Target="../media/image104.png"/><Relationship Id="rId34" Type="http://schemas.openxmlformats.org/officeDocument/2006/relationships/image" Target="../media/image117.png"/><Relationship Id="rId42" Type="http://schemas.openxmlformats.org/officeDocument/2006/relationships/image" Target="../media/image125.png"/><Relationship Id="rId47" Type="http://schemas.openxmlformats.org/officeDocument/2006/relationships/image" Target="../media/image130.png"/><Relationship Id="rId50" Type="http://schemas.openxmlformats.org/officeDocument/2006/relationships/image" Target="../media/image133.png"/><Relationship Id="rId7" Type="http://schemas.openxmlformats.org/officeDocument/2006/relationships/image" Target="../media/image90.png"/><Relationship Id="rId2" Type="http://schemas.openxmlformats.org/officeDocument/2006/relationships/image" Target="../media/image85.png"/><Relationship Id="rId16" Type="http://schemas.openxmlformats.org/officeDocument/2006/relationships/image" Target="../media/image99.png"/><Relationship Id="rId29" Type="http://schemas.openxmlformats.org/officeDocument/2006/relationships/image" Target="../media/image112.png"/><Relationship Id="rId11" Type="http://schemas.openxmlformats.org/officeDocument/2006/relationships/image" Target="../media/image94.png"/><Relationship Id="rId24" Type="http://schemas.openxmlformats.org/officeDocument/2006/relationships/image" Target="../media/image107.png"/><Relationship Id="rId32" Type="http://schemas.openxmlformats.org/officeDocument/2006/relationships/image" Target="../media/image115.png"/><Relationship Id="rId37" Type="http://schemas.openxmlformats.org/officeDocument/2006/relationships/image" Target="../media/image120.png"/><Relationship Id="rId40" Type="http://schemas.openxmlformats.org/officeDocument/2006/relationships/image" Target="../media/image123.png"/><Relationship Id="rId45" Type="http://schemas.openxmlformats.org/officeDocument/2006/relationships/image" Target="../media/image128.png"/><Relationship Id="rId53" Type="http://schemas.openxmlformats.org/officeDocument/2006/relationships/image" Target="../media/image136.svg"/><Relationship Id="rId5" Type="http://schemas.openxmlformats.org/officeDocument/2006/relationships/image" Target="../media/image88.png"/><Relationship Id="rId10" Type="http://schemas.openxmlformats.org/officeDocument/2006/relationships/image" Target="../media/image93.png"/><Relationship Id="rId19" Type="http://schemas.openxmlformats.org/officeDocument/2006/relationships/image" Target="../media/image102.png"/><Relationship Id="rId31" Type="http://schemas.openxmlformats.org/officeDocument/2006/relationships/image" Target="../media/image114.png"/><Relationship Id="rId44" Type="http://schemas.openxmlformats.org/officeDocument/2006/relationships/image" Target="../media/image127.png"/><Relationship Id="rId52" Type="http://schemas.openxmlformats.org/officeDocument/2006/relationships/image" Target="../media/image135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Relationship Id="rId22" Type="http://schemas.openxmlformats.org/officeDocument/2006/relationships/image" Target="../media/image105.png"/><Relationship Id="rId27" Type="http://schemas.openxmlformats.org/officeDocument/2006/relationships/image" Target="../media/image110.png"/><Relationship Id="rId30" Type="http://schemas.openxmlformats.org/officeDocument/2006/relationships/image" Target="../media/image113.png"/><Relationship Id="rId35" Type="http://schemas.openxmlformats.org/officeDocument/2006/relationships/image" Target="../media/image118.png"/><Relationship Id="rId43" Type="http://schemas.openxmlformats.org/officeDocument/2006/relationships/image" Target="../media/image126.png"/><Relationship Id="rId48" Type="http://schemas.openxmlformats.org/officeDocument/2006/relationships/image" Target="../media/image131.png"/><Relationship Id="rId8" Type="http://schemas.openxmlformats.org/officeDocument/2006/relationships/image" Target="../media/image91.png"/><Relationship Id="rId51" Type="http://schemas.openxmlformats.org/officeDocument/2006/relationships/image" Target="../media/image134.png"/><Relationship Id="rId3" Type="http://schemas.openxmlformats.org/officeDocument/2006/relationships/image" Target="../media/image86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5" Type="http://schemas.openxmlformats.org/officeDocument/2006/relationships/image" Target="../media/image108.png"/><Relationship Id="rId33" Type="http://schemas.openxmlformats.org/officeDocument/2006/relationships/image" Target="../media/image116.png"/><Relationship Id="rId38" Type="http://schemas.openxmlformats.org/officeDocument/2006/relationships/image" Target="../media/image121.png"/><Relationship Id="rId46" Type="http://schemas.openxmlformats.org/officeDocument/2006/relationships/image" Target="../media/image129.png"/><Relationship Id="rId20" Type="http://schemas.openxmlformats.org/officeDocument/2006/relationships/image" Target="../media/image103.png"/><Relationship Id="rId41" Type="http://schemas.openxmlformats.org/officeDocument/2006/relationships/image" Target="../media/image124.png"/><Relationship Id="rId54" Type="http://schemas.openxmlformats.org/officeDocument/2006/relationships/image" Target="../media/image137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89.png"/><Relationship Id="rId15" Type="http://schemas.openxmlformats.org/officeDocument/2006/relationships/image" Target="../media/image98.png"/><Relationship Id="rId23" Type="http://schemas.openxmlformats.org/officeDocument/2006/relationships/image" Target="../media/image106.png"/><Relationship Id="rId28" Type="http://schemas.openxmlformats.org/officeDocument/2006/relationships/image" Target="../media/image111.png"/><Relationship Id="rId36" Type="http://schemas.openxmlformats.org/officeDocument/2006/relationships/image" Target="../media/image119.png"/><Relationship Id="rId49" Type="http://schemas.openxmlformats.org/officeDocument/2006/relationships/image" Target="../media/image13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3" Type="http://schemas.openxmlformats.org/officeDocument/2006/relationships/image" Target="../media/image139.png"/><Relationship Id="rId7" Type="http://schemas.openxmlformats.org/officeDocument/2006/relationships/image" Target="../media/image143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42.png"/><Relationship Id="rId11" Type="http://schemas.openxmlformats.org/officeDocument/2006/relationships/image" Target="../media/image147.png"/><Relationship Id="rId5" Type="http://schemas.openxmlformats.org/officeDocument/2006/relationships/image" Target="../media/image141.jpeg"/><Relationship Id="rId10" Type="http://schemas.openxmlformats.org/officeDocument/2006/relationships/image" Target="../media/image146.png"/><Relationship Id="rId4" Type="http://schemas.openxmlformats.org/officeDocument/2006/relationships/image" Target="../media/image140.png"/><Relationship Id="rId9" Type="http://schemas.openxmlformats.org/officeDocument/2006/relationships/image" Target="../media/image14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50.png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52.png"/><Relationship Id="rId7" Type="http://schemas.openxmlformats.org/officeDocument/2006/relationships/image" Target="../media/image156.png"/><Relationship Id="rId2" Type="http://schemas.openxmlformats.org/officeDocument/2006/relationships/image" Target="../media/image15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5.svg"/><Relationship Id="rId5" Type="http://schemas.openxmlformats.org/officeDocument/2006/relationships/image" Target="../media/image154.svg"/><Relationship Id="rId4" Type="http://schemas.openxmlformats.org/officeDocument/2006/relationships/image" Target="../media/image15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7.jpeg"/><Relationship Id="rId2" Type="http://schemas.openxmlformats.org/officeDocument/2006/relationships/image" Target="../media/image15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5.svg"/><Relationship Id="rId5" Type="http://schemas.openxmlformats.org/officeDocument/2006/relationships/image" Target="../media/image154.svg"/><Relationship Id="rId4" Type="http://schemas.openxmlformats.org/officeDocument/2006/relationships/image" Target="../media/image153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6C2AE7D0-1209-5642-B6DE-E3B70523309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7999"/>
          </a:xfr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4BC9912-C44B-314A-878F-2A25CEF45029}"/>
              </a:ext>
            </a:extLst>
          </p:cNvPr>
          <p:cNvSpPr/>
          <p:nvPr/>
        </p:nvSpPr>
        <p:spPr>
          <a:xfrm>
            <a:off x="-25052" y="1"/>
            <a:ext cx="12192000" cy="6857999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>
                  <a:alpha val="3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  <a:p>
            <a:pPr algn="ctr"/>
            <a:endParaRPr lang="en-US"/>
          </a:p>
        </p:txBody>
      </p:sp>
      <p:grpSp>
        <p:nvGrpSpPr>
          <p:cNvPr id="9" name="Graphic 14">
            <a:extLst>
              <a:ext uri="{FF2B5EF4-FFF2-40B4-BE49-F238E27FC236}">
                <a16:creationId xmlns:a16="http://schemas.microsoft.com/office/drawing/2014/main" id="{7E91684E-36EA-E749-AB8D-D88C627B4950}"/>
              </a:ext>
            </a:extLst>
          </p:cNvPr>
          <p:cNvGrpSpPr/>
          <p:nvPr/>
        </p:nvGrpSpPr>
        <p:grpSpPr>
          <a:xfrm rot="1204646">
            <a:off x="6717018" y="1125362"/>
            <a:ext cx="6282134" cy="6297489"/>
            <a:chOff x="5786241" y="1256050"/>
            <a:chExt cx="7311062" cy="7328941"/>
          </a:xfrm>
          <a:solidFill>
            <a:schemeClr val="accent1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E3967131-B950-D845-9BFF-2EB3B4D963E6}"/>
                </a:ext>
              </a:extLst>
            </p:cNvPr>
            <p:cNvSpPr/>
            <p:nvPr/>
          </p:nvSpPr>
          <p:spPr>
            <a:xfrm>
              <a:off x="7769608" y="6381246"/>
              <a:ext cx="1101871" cy="446705"/>
            </a:xfrm>
            <a:custGeom>
              <a:avLst/>
              <a:gdLst>
                <a:gd name="connsiteX0" fmla="*/ 0 w 1101872"/>
                <a:gd name="connsiteY0" fmla="*/ 0 h 446705"/>
                <a:gd name="connsiteX1" fmla="*/ 1122719 w 1101872"/>
                <a:gd name="connsiteY1" fmla="*/ 446705 h 446705"/>
                <a:gd name="connsiteX2" fmla="*/ 1119741 w 1101872"/>
                <a:gd name="connsiteY2" fmla="*/ 449683 h 446705"/>
                <a:gd name="connsiteX3" fmla="*/ 0 w 1101872"/>
                <a:gd name="connsiteY3" fmla="*/ 2978 h 446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01872" h="446705">
                  <a:moveTo>
                    <a:pt x="0" y="0"/>
                  </a:moveTo>
                  <a:lnTo>
                    <a:pt x="1122719" y="446705"/>
                  </a:lnTo>
                  <a:lnTo>
                    <a:pt x="1119741" y="449683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DEC6828-327A-774B-B83A-FB8E276D1212}"/>
                </a:ext>
              </a:extLst>
            </p:cNvPr>
            <p:cNvSpPr/>
            <p:nvPr/>
          </p:nvSpPr>
          <p:spPr>
            <a:xfrm>
              <a:off x="8728533" y="4415743"/>
              <a:ext cx="148902" cy="2412207"/>
            </a:xfrm>
            <a:custGeom>
              <a:avLst/>
              <a:gdLst>
                <a:gd name="connsiteX0" fmla="*/ 0 w 148901"/>
                <a:gd name="connsiteY0" fmla="*/ 0 h 2412207"/>
                <a:gd name="connsiteX1" fmla="*/ 2978 w 148901"/>
                <a:gd name="connsiteY1" fmla="*/ 0 h 2412207"/>
                <a:gd name="connsiteX2" fmla="*/ 163792 w 148901"/>
                <a:gd name="connsiteY2" fmla="*/ 2415185 h 2412207"/>
                <a:gd name="connsiteX3" fmla="*/ 160814 w 148901"/>
                <a:gd name="connsiteY3" fmla="*/ 2415185 h 2412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901" h="2412207">
                  <a:moveTo>
                    <a:pt x="0" y="0"/>
                  </a:moveTo>
                  <a:lnTo>
                    <a:pt x="2978" y="0"/>
                  </a:lnTo>
                  <a:lnTo>
                    <a:pt x="163792" y="2415185"/>
                  </a:lnTo>
                  <a:lnTo>
                    <a:pt x="160814" y="2415185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66272EA-6A00-5B41-96D1-FBAEA55947A5}"/>
                </a:ext>
              </a:extLst>
            </p:cNvPr>
            <p:cNvSpPr/>
            <p:nvPr/>
          </p:nvSpPr>
          <p:spPr>
            <a:xfrm>
              <a:off x="7766630" y="4415743"/>
              <a:ext cx="952970" cy="1965501"/>
            </a:xfrm>
            <a:custGeom>
              <a:avLst/>
              <a:gdLst>
                <a:gd name="connsiteX0" fmla="*/ 961905 w 952970"/>
                <a:gd name="connsiteY0" fmla="*/ 0 h 1965502"/>
                <a:gd name="connsiteX1" fmla="*/ 964883 w 952970"/>
                <a:gd name="connsiteY1" fmla="*/ 2978 h 1965502"/>
                <a:gd name="connsiteX2" fmla="*/ 5956 w 952970"/>
                <a:gd name="connsiteY2" fmla="*/ 1968480 h 1965502"/>
                <a:gd name="connsiteX3" fmla="*/ 0 w 952970"/>
                <a:gd name="connsiteY3" fmla="*/ 1965502 h 1965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970" h="1965502">
                  <a:moveTo>
                    <a:pt x="961905" y="0"/>
                  </a:moveTo>
                  <a:lnTo>
                    <a:pt x="964883" y="2978"/>
                  </a:lnTo>
                  <a:lnTo>
                    <a:pt x="5956" y="1968480"/>
                  </a:lnTo>
                  <a:lnTo>
                    <a:pt x="0" y="1965502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316267EE-C53C-EE42-85E6-0488BBAED579}"/>
                </a:ext>
              </a:extLst>
            </p:cNvPr>
            <p:cNvSpPr/>
            <p:nvPr/>
          </p:nvSpPr>
          <p:spPr>
            <a:xfrm>
              <a:off x="8728534" y="4415743"/>
              <a:ext cx="1012529" cy="1101872"/>
            </a:xfrm>
            <a:custGeom>
              <a:avLst/>
              <a:gdLst>
                <a:gd name="connsiteX0" fmla="*/ 2978 w 1012531"/>
                <a:gd name="connsiteY0" fmla="*/ 0 h 1101872"/>
                <a:gd name="connsiteX1" fmla="*/ 1039333 w 1012531"/>
                <a:gd name="connsiteY1" fmla="*/ 1119741 h 1101872"/>
                <a:gd name="connsiteX2" fmla="*/ 1036356 w 1012531"/>
                <a:gd name="connsiteY2" fmla="*/ 1122719 h 1101872"/>
                <a:gd name="connsiteX3" fmla="*/ 0 w 1012531"/>
                <a:gd name="connsiteY3" fmla="*/ 2978 h 1101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2531" h="1101872">
                  <a:moveTo>
                    <a:pt x="2978" y="0"/>
                  </a:moveTo>
                  <a:lnTo>
                    <a:pt x="1039333" y="1119741"/>
                  </a:lnTo>
                  <a:lnTo>
                    <a:pt x="1036356" y="1122719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BAE2FF7E-D9F1-414B-BF96-92777D0EFD0B}"/>
                </a:ext>
              </a:extLst>
            </p:cNvPr>
            <p:cNvSpPr/>
            <p:nvPr/>
          </p:nvSpPr>
          <p:spPr>
            <a:xfrm>
              <a:off x="8728534" y="2622968"/>
              <a:ext cx="416924" cy="1786820"/>
            </a:xfrm>
            <a:custGeom>
              <a:avLst/>
              <a:gdLst>
                <a:gd name="connsiteX0" fmla="*/ 416925 w 416924"/>
                <a:gd name="connsiteY0" fmla="*/ 0 h 1786820"/>
                <a:gd name="connsiteX1" fmla="*/ 422881 w 416924"/>
                <a:gd name="connsiteY1" fmla="*/ 0 h 1786820"/>
                <a:gd name="connsiteX2" fmla="*/ 2978 w 416924"/>
                <a:gd name="connsiteY2" fmla="*/ 1792776 h 1786820"/>
                <a:gd name="connsiteX3" fmla="*/ 0 w 416924"/>
                <a:gd name="connsiteY3" fmla="*/ 1792776 h 1786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924" h="1786820">
                  <a:moveTo>
                    <a:pt x="416925" y="0"/>
                  </a:moveTo>
                  <a:lnTo>
                    <a:pt x="422881" y="0"/>
                  </a:lnTo>
                  <a:lnTo>
                    <a:pt x="2978" y="1792776"/>
                  </a:lnTo>
                  <a:lnTo>
                    <a:pt x="0" y="1792776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567C1A2C-7D5F-7045-BAAE-E1E2D0F7C699}"/>
                </a:ext>
              </a:extLst>
            </p:cNvPr>
            <p:cNvSpPr/>
            <p:nvPr/>
          </p:nvSpPr>
          <p:spPr>
            <a:xfrm>
              <a:off x="8728533" y="3281113"/>
              <a:ext cx="1310333" cy="1131653"/>
            </a:xfrm>
            <a:custGeom>
              <a:avLst/>
              <a:gdLst>
                <a:gd name="connsiteX0" fmla="*/ 1316291 w 1310334"/>
                <a:gd name="connsiteY0" fmla="*/ 0 h 1131652"/>
                <a:gd name="connsiteX1" fmla="*/ 1319269 w 1310334"/>
                <a:gd name="connsiteY1" fmla="*/ 2978 h 1131652"/>
                <a:gd name="connsiteX2" fmla="*/ 2978 w 1310334"/>
                <a:gd name="connsiteY2" fmla="*/ 1137609 h 1131652"/>
                <a:gd name="connsiteX3" fmla="*/ 0 w 1310334"/>
                <a:gd name="connsiteY3" fmla="*/ 1134631 h 113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10334" h="1131652">
                  <a:moveTo>
                    <a:pt x="1316291" y="0"/>
                  </a:moveTo>
                  <a:lnTo>
                    <a:pt x="1319269" y="2978"/>
                  </a:lnTo>
                  <a:lnTo>
                    <a:pt x="2978" y="1137609"/>
                  </a:lnTo>
                  <a:lnTo>
                    <a:pt x="0" y="1134631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E0A6B70B-7D58-914B-A061-73881672745F}"/>
                </a:ext>
              </a:extLst>
            </p:cNvPr>
            <p:cNvSpPr/>
            <p:nvPr/>
          </p:nvSpPr>
          <p:spPr>
            <a:xfrm>
              <a:off x="5786241" y="1256050"/>
              <a:ext cx="29780" cy="29780"/>
            </a:xfrm>
            <a:custGeom>
              <a:avLst/>
              <a:gdLst/>
              <a:ahLst/>
              <a:cxnLst/>
              <a:rect l="l" t="t" r="r" b="b"/>
              <a:pathLst>
                <a:path/>
              </a:pathLst>
            </a:custGeom>
            <a:grpFill/>
            <a:ln w="7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B4DCE6F2-17EA-094C-A049-C0BE9440CFC0}"/>
                </a:ext>
              </a:extLst>
            </p:cNvPr>
            <p:cNvSpPr/>
            <p:nvPr/>
          </p:nvSpPr>
          <p:spPr>
            <a:xfrm>
              <a:off x="9148436" y="2619989"/>
              <a:ext cx="893409" cy="655167"/>
            </a:xfrm>
            <a:custGeom>
              <a:avLst/>
              <a:gdLst>
                <a:gd name="connsiteX0" fmla="*/ 2978 w 893410"/>
                <a:gd name="connsiteY0" fmla="*/ 0 h 655167"/>
                <a:gd name="connsiteX1" fmla="*/ 896388 w 893410"/>
                <a:gd name="connsiteY1" fmla="*/ 661123 h 655167"/>
                <a:gd name="connsiteX2" fmla="*/ 896388 w 893410"/>
                <a:gd name="connsiteY2" fmla="*/ 664101 h 655167"/>
                <a:gd name="connsiteX3" fmla="*/ 0 w 893410"/>
                <a:gd name="connsiteY3" fmla="*/ 2978 h 655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3410" h="655167">
                  <a:moveTo>
                    <a:pt x="2978" y="0"/>
                  </a:moveTo>
                  <a:lnTo>
                    <a:pt x="896388" y="661123"/>
                  </a:lnTo>
                  <a:lnTo>
                    <a:pt x="896388" y="664101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3923D7C-CC00-4748-9C75-08AD3A0642CF}"/>
                </a:ext>
              </a:extLst>
            </p:cNvPr>
            <p:cNvSpPr/>
            <p:nvPr/>
          </p:nvSpPr>
          <p:spPr>
            <a:xfrm>
              <a:off x="9148436" y="2542560"/>
              <a:ext cx="2114401" cy="59561"/>
            </a:xfrm>
            <a:custGeom>
              <a:avLst/>
              <a:gdLst>
                <a:gd name="connsiteX0" fmla="*/ 0 w 2114403"/>
                <a:gd name="connsiteY0" fmla="*/ 77429 h 59560"/>
                <a:gd name="connsiteX1" fmla="*/ 2135250 w 2114403"/>
                <a:gd name="connsiteY1" fmla="*/ 0 h 59560"/>
                <a:gd name="connsiteX2" fmla="*/ 2135250 w 2114403"/>
                <a:gd name="connsiteY2" fmla="*/ 5956 h 59560"/>
                <a:gd name="connsiteX3" fmla="*/ 0 w 2114403"/>
                <a:gd name="connsiteY3" fmla="*/ 83385 h 59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4403" h="59560">
                  <a:moveTo>
                    <a:pt x="0" y="77429"/>
                  </a:moveTo>
                  <a:lnTo>
                    <a:pt x="2135250" y="0"/>
                  </a:lnTo>
                  <a:lnTo>
                    <a:pt x="2135250" y="5956"/>
                  </a:lnTo>
                  <a:lnTo>
                    <a:pt x="0" y="83385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A7004BF5-5128-F64C-8CEA-7886E8FD0C68}"/>
                </a:ext>
              </a:extLst>
            </p:cNvPr>
            <p:cNvSpPr/>
            <p:nvPr/>
          </p:nvSpPr>
          <p:spPr>
            <a:xfrm>
              <a:off x="10043793" y="2543665"/>
              <a:ext cx="1220992" cy="714727"/>
            </a:xfrm>
            <a:custGeom>
              <a:avLst/>
              <a:gdLst>
                <a:gd name="connsiteX0" fmla="*/ 0 w 1220993"/>
                <a:gd name="connsiteY0" fmla="*/ 736683 h 714728"/>
                <a:gd name="connsiteX1" fmla="*/ 1238856 w 1220993"/>
                <a:gd name="connsiteY1" fmla="*/ 0 h 714728"/>
                <a:gd name="connsiteX2" fmla="*/ 1240378 w 1220993"/>
                <a:gd name="connsiteY2" fmla="*/ 2560 h 714728"/>
                <a:gd name="connsiteX3" fmla="*/ 1522 w 1220993"/>
                <a:gd name="connsiteY3" fmla="*/ 739243 h 71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0993" h="714728">
                  <a:moveTo>
                    <a:pt x="0" y="736683"/>
                  </a:moveTo>
                  <a:lnTo>
                    <a:pt x="1238856" y="0"/>
                  </a:lnTo>
                  <a:lnTo>
                    <a:pt x="1240378" y="2560"/>
                  </a:lnTo>
                  <a:lnTo>
                    <a:pt x="1522" y="739243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4BED3B2-30CF-404D-BFF6-66D2954FF90D}"/>
                </a:ext>
              </a:extLst>
            </p:cNvPr>
            <p:cNvSpPr/>
            <p:nvPr/>
          </p:nvSpPr>
          <p:spPr>
            <a:xfrm>
              <a:off x="10044823" y="3281113"/>
              <a:ext cx="1072090" cy="952971"/>
            </a:xfrm>
            <a:custGeom>
              <a:avLst/>
              <a:gdLst>
                <a:gd name="connsiteX0" fmla="*/ 2978 w 1072092"/>
                <a:gd name="connsiteY0" fmla="*/ 0 h 952970"/>
                <a:gd name="connsiteX1" fmla="*/ 1075070 w 1072092"/>
                <a:gd name="connsiteY1" fmla="*/ 973817 h 952970"/>
                <a:gd name="connsiteX2" fmla="*/ 1072092 w 1072092"/>
                <a:gd name="connsiteY2" fmla="*/ 976795 h 952970"/>
                <a:gd name="connsiteX3" fmla="*/ 0 w 1072092"/>
                <a:gd name="connsiteY3" fmla="*/ 2978 h 952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2092" h="952970">
                  <a:moveTo>
                    <a:pt x="2978" y="0"/>
                  </a:moveTo>
                  <a:lnTo>
                    <a:pt x="1075070" y="973817"/>
                  </a:lnTo>
                  <a:lnTo>
                    <a:pt x="1072092" y="976795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66113AA8-C8A0-EA4B-A8D8-A87E65C143C9}"/>
                </a:ext>
              </a:extLst>
            </p:cNvPr>
            <p:cNvSpPr/>
            <p:nvPr/>
          </p:nvSpPr>
          <p:spPr>
            <a:xfrm>
              <a:off x="10041843" y="3281113"/>
              <a:ext cx="714727" cy="1786820"/>
            </a:xfrm>
            <a:custGeom>
              <a:avLst/>
              <a:gdLst>
                <a:gd name="connsiteX0" fmla="*/ 5956 w 714728"/>
                <a:gd name="connsiteY0" fmla="*/ 0 h 1786820"/>
                <a:gd name="connsiteX1" fmla="*/ 732596 w 714728"/>
                <a:gd name="connsiteY1" fmla="*/ 1807666 h 1786820"/>
                <a:gd name="connsiteX2" fmla="*/ 726640 w 714728"/>
                <a:gd name="connsiteY2" fmla="*/ 1810644 h 1786820"/>
                <a:gd name="connsiteX3" fmla="*/ 0 w 714728"/>
                <a:gd name="connsiteY3" fmla="*/ 0 h 1786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4728" h="1786820">
                  <a:moveTo>
                    <a:pt x="5956" y="0"/>
                  </a:moveTo>
                  <a:lnTo>
                    <a:pt x="732596" y="1807666"/>
                  </a:lnTo>
                  <a:lnTo>
                    <a:pt x="726640" y="181064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D9EFA284-EC3C-414B-BA7D-CD0D13A077C0}"/>
                </a:ext>
              </a:extLst>
            </p:cNvPr>
            <p:cNvSpPr/>
            <p:nvPr/>
          </p:nvSpPr>
          <p:spPr>
            <a:xfrm>
              <a:off x="9764887" y="3281113"/>
              <a:ext cx="268022" cy="2233525"/>
            </a:xfrm>
            <a:custGeom>
              <a:avLst/>
              <a:gdLst>
                <a:gd name="connsiteX0" fmla="*/ 276957 w 268023"/>
                <a:gd name="connsiteY0" fmla="*/ 0 h 2233525"/>
                <a:gd name="connsiteX1" fmla="*/ 282913 w 268023"/>
                <a:gd name="connsiteY1" fmla="*/ 0 h 2233525"/>
                <a:gd name="connsiteX2" fmla="*/ 2978 w 268023"/>
                <a:gd name="connsiteY2" fmla="*/ 2257349 h 2233525"/>
                <a:gd name="connsiteX3" fmla="*/ 0 w 268023"/>
                <a:gd name="connsiteY3" fmla="*/ 2254371 h 2233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023" h="2233525">
                  <a:moveTo>
                    <a:pt x="276957" y="0"/>
                  </a:moveTo>
                  <a:lnTo>
                    <a:pt x="282913" y="0"/>
                  </a:lnTo>
                  <a:lnTo>
                    <a:pt x="2978" y="2257349"/>
                  </a:lnTo>
                  <a:lnTo>
                    <a:pt x="0" y="2254371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40C1CE86-90FB-7D49-BBA2-BDF234C913EC}"/>
                </a:ext>
              </a:extLst>
            </p:cNvPr>
            <p:cNvSpPr/>
            <p:nvPr/>
          </p:nvSpPr>
          <p:spPr>
            <a:xfrm>
              <a:off x="8728533" y="4415744"/>
              <a:ext cx="2025060" cy="655167"/>
            </a:xfrm>
            <a:custGeom>
              <a:avLst/>
              <a:gdLst>
                <a:gd name="connsiteX0" fmla="*/ 2978 w 2025062"/>
                <a:gd name="connsiteY0" fmla="*/ 0 h 655167"/>
                <a:gd name="connsiteX1" fmla="*/ 2042931 w 2025062"/>
                <a:gd name="connsiteY1" fmla="*/ 673036 h 655167"/>
                <a:gd name="connsiteX2" fmla="*/ 2042931 w 2025062"/>
                <a:gd name="connsiteY2" fmla="*/ 676014 h 655167"/>
                <a:gd name="connsiteX3" fmla="*/ 0 w 2025062"/>
                <a:gd name="connsiteY3" fmla="*/ 2978 h 655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5062" h="655167">
                  <a:moveTo>
                    <a:pt x="2978" y="0"/>
                  </a:moveTo>
                  <a:lnTo>
                    <a:pt x="2042931" y="673036"/>
                  </a:lnTo>
                  <a:lnTo>
                    <a:pt x="2042931" y="676014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165AB47C-3974-684D-B61F-FCEC16B33309}"/>
                </a:ext>
              </a:extLst>
            </p:cNvPr>
            <p:cNvSpPr/>
            <p:nvPr/>
          </p:nvSpPr>
          <p:spPr>
            <a:xfrm>
              <a:off x="8731512" y="4254929"/>
              <a:ext cx="2382423" cy="148902"/>
            </a:xfrm>
            <a:custGeom>
              <a:avLst/>
              <a:gdLst>
                <a:gd name="connsiteX0" fmla="*/ 0 w 2382426"/>
                <a:gd name="connsiteY0" fmla="*/ 160814 h 148901"/>
                <a:gd name="connsiteX1" fmla="*/ 2385405 w 2382426"/>
                <a:gd name="connsiteY1" fmla="*/ 0 h 148901"/>
                <a:gd name="connsiteX2" fmla="*/ 2385405 w 2382426"/>
                <a:gd name="connsiteY2" fmla="*/ 5956 h 148901"/>
                <a:gd name="connsiteX3" fmla="*/ 0 w 2382426"/>
                <a:gd name="connsiteY3" fmla="*/ 163792 h 148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2426" h="148901">
                  <a:moveTo>
                    <a:pt x="0" y="160814"/>
                  </a:moveTo>
                  <a:lnTo>
                    <a:pt x="2385405" y="0"/>
                  </a:lnTo>
                  <a:lnTo>
                    <a:pt x="2385405" y="5956"/>
                  </a:lnTo>
                  <a:lnTo>
                    <a:pt x="0" y="163792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7528FBA-CF28-764C-8B4B-55567924CBAF}"/>
                </a:ext>
              </a:extLst>
            </p:cNvPr>
            <p:cNvSpPr/>
            <p:nvPr/>
          </p:nvSpPr>
          <p:spPr>
            <a:xfrm>
              <a:off x="10771461" y="4257908"/>
              <a:ext cx="327584" cy="833849"/>
            </a:xfrm>
            <a:custGeom>
              <a:avLst/>
              <a:gdLst>
                <a:gd name="connsiteX0" fmla="*/ 345452 w 327583"/>
                <a:gd name="connsiteY0" fmla="*/ 0 h 833849"/>
                <a:gd name="connsiteX1" fmla="*/ 348430 w 327583"/>
                <a:gd name="connsiteY1" fmla="*/ 0 h 833849"/>
                <a:gd name="connsiteX2" fmla="*/ 2978 w 327583"/>
                <a:gd name="connsiteY2" fmla="*/ 851717 h 833849"/>
                <a:gd name="connsiteX3" fmla="*/ 0 w 327583"/>
                <a:gd name="connsiteY3" fmla="*/ 848740 h 833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7583" h="833849">
                  <a:moveTo>
                    <a:pt x="345452" y="0"/>
                  </a:moveTo>
                  <a:lnTo>
                    <a:pt x="348430" y="0"/>
                  </a:lnTo>
                  <a:lnTo>
                    <a:pt x="2978" y="851717"/>
                  </a:lnTo>
                  <a:lnTo>
                    <a:pt x="0" y="84874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C4F885EA-CD82-1E48-9E74-8CA3C95AF8DE}"/>
                </a:ext>
              </a:extLst>
            </p:cNvPr>
            <p:cNvSpPr/>
            <p:nvPr/>
          </p:nvSpPr>
          <p:spPr>
            <a:xfrm>
              <a:off x="8890096" y="6828807"/>
              <a:ext cx="714727" cy="1489016"/>
            </a:xfrm>
            <a:custGeom>
              <a:avLst/>
              <a:gdLst>
                <a:gd name="connsiteX0" fmla="*/ 0 w 714728"/>
                <a:gd name="connsiteY0" fmla="*/ 1286 h 1489016"/>
                <a:gd name="connsiteX1" fmla="*/ 2686 w 714728"/>
                <a:gd name="connsiteY1" fmla="*/ 0 h 1489016"/>
                <a:gd name="connsiteX2" fmla="*/ 721845 w 714728"/>
                <a:gd name="connsiteY2" fmla="*/ 1501411 h 1489016"/>
                <a:gd name="connsiteX3" fmla="*/ 719159 w 714728"/>
                <a:gd name="connsiteY3" fmla="*/ 1502698 h 1489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4728" h="1489016">
                  <a:moveTo>
                    <a:pt x="0" y="1286"/>
                  </a:moveTo>
                  <a:lnTo>
                    <a:pt x="2686" y="0"/>
                  </a:lnTo>
                  <a:lnTo>
                    <a:pt x="721845" y="1501411"/>
                  </a:lnTo>
                  <a:lnTo>
                    <a:pt x="719159" y="150269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71B3333E-2315-2E48-8FA4-77C15CF50E45}"/>
                </a:ext>
              </a:extLst>
            </p:cNvPr>
            <p:cNvSpPr/>
            <p:nvPr/>
          </p:nvSpPr>
          <p:spPr>
            <a:xfrm>
              <a:off x="8892326" y="6345509"/>
              <a:ext cx="1995279" cy="476485"/>
            </a:xfrm>
            <a:custGeom>
              <a:avLst/>
              <a:gdLst>
                <a:gd name="connsiteX0" fmla="*/ 1992304 w 1995282"/>
                <a:gd name="connsiteY0" fmla="*/ 0 h 476485"/>
                <a:gd name="connsiteX1" fmla="*/ 1995282 w 1995282"/>
                <a:gd name="connsiteY1" fmla="*/ 2978 h 476485"/>
                <a:gd name="connsiteX2" fmla="*/ 0 w 1995282"/>
                <a:gd name="connsiteY2" fmla="*/ 485420 h 476485"/>
                <a:gd name="connsiteX3" fmla="*/ 0 w 1995282"/>
                <a:gd name="connsiteY3" fmla="*/ 482442 h 476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95282" h="476485">
                  <a:moveTo>
                    <a:pt x="1992304" y="0"/>
                  </a:moveTo>
                  <a:lnTo>
                    <a:pt x="1995282" y="2978"/>
                  </a:lnTo>
                  <a:lnTo>
                    <a:pt x="0" y="485420"/>
                  </a:lnTo>
                  <a:lnTo>
                    <a:pt x="0" y="482442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72AFC3B2-A1CB-4349-9B15-D8A8D5DDE9BA}"/>
                </a:ext>
              </a:extLst>
            </p:cNvPr>
            <p:cNvSpPr/>
            <p:nvPr/>
          </p:nvSpPr>
          <p:spPr>
            <a:xfrm>
              <a:off x="8889347" y="5535484"/>
              <a:ext cx="863628" cy="1280554"/>
            </a:xfrm>
            <a:custGeom>
              <a:avLst/>
              <a:gdLst>
                <a:gd name="connsiteX0" fmla="*/ 875542 w 863629"/>
                <a:gd name="connsiteY0" fmla="*/ 0 h 1280554"/>
                <a:gd name="connsiteX1" fmla="*/ 878520 w 863629"/>
                <a:gd name="connsiteY1" fmla="*/ 2978 h 1280554"/>
                <a:gd name="connsiteX2" fmla="*/ 2978 w 863629"/>
                <a:gd name="connsiteY2" fmla="*/ 1295445 h 1280554"/>
                <a:gd name="connsiteX3" fmla="*/ 0 w 863629"/>
                <a:gd name="connsiteY3" fmla="*/ 1292467 h 1280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3629" h="1280554">
                  <a:moveTo>
                    <a:pt x="875542" y="0"/>
                  </a:moveTo>
                  <a:lnTo>
                    <a:pt x="878520" y="2978"/>
                  </a:lnTo>
                  <a:lnTo>
                    <a:pt x="2978" y="1295445"/>
                  </a:lnTo>
                  <a:lnTo>
                    <a:pt x="0" y="1292467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E7E12873-00F6-B54B-8334-99EDB67568BF}"/>
                </a:ext>
              </a:extLst>
            </p:cNvPr>
            <p:cNvSpPr/>
            <p:nvPr/>
          </p:nvSpPr>
          <p:spPr>
            <a:xfrm>
              <a:off x="9764887" y="5535484"/>
              <a:ext cx="1101871" cy="804069"/>
            </a:xfrm>
            <a:custGeom>
              <a:avLst/>
              <a:gdLst>
                <a:gd name="connsiteX0" fmla="*/ 2978 w 1101872"/>
                <a:gd name="connsiteY0" fmla="*/ 0 h 804069"/>
                <a:gd name="connsiteX1" fmla="*/ 1122719 w 1101872"/>
                <a:gd name="connsiteY1" fmla="*/ 810025 h 804069"/>
                <a:gd name="connsiteX2" fmla="*/ 1119740 w 1101872"/>
                <a:gd name="connsiteY2" fmla="*/ 813003 h 804069"/>
                <a:gd name="connsiteX3" fmla="*/ 0 w 1101872"/>
                <a:gd name="connsiteY3" fmla="*/ 2978 h 804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01872" h="804069">
                  <a:moveTo>
                    <a:pt x="2978" y="0"/>
                  </a:moveTo>
                  <a:lnTo>
                    <a:pt x="1122719" y="810025"/>
                  </a:lnTo>
                  <a:lnTo>
                    <a:pt x="1119740" y="813003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051096B-42E7-C345-8252-1E02AB8E1041}"/>
                </a:ext>
              </a:extLst>
            </p:cNvPr>
            <p:cNvSpPr/>
            <p:nvPr/>
          </p:nvSpPr>
          <p:spPr>
            <a:xfrm>
              <a:off x="9764888" y="5088780"/>
              <a:ext cx="982749" cy="446705"/>
            </a:xfrm>
            <a:custGeom>
              <a:avLst/>
              <a:gdLst>
                <a:gd name="connsiteX0" fmla="*/ 1006575 w 982751"/>
                <a:gd name="connsiteY0" fmla="*/ 0 h 446705"/>
                <a:gd name="connsiteX1" fmla="*/ 1006575 w 982751"/>
                <a:gd name="connsiteY1" fmla="*/ 2978 h 446705"/>
                <a:gd name="connsiteX2" fmla="*/ 2978 w 982751"/>
                <a:gd name="connsiteY2" fmla="*/ 449683 h 446705"/>
                <a:gd name="connsiteX3" fmla="*/ 0 w 982751"/>
                <a:gd name="connsiteY3" fmla="*/ 446705 h 446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2751" h="446705">
                  <a:moveTo>
                    <a:pt x="1006575" y="0"/>
                  </a:moveTo>
                  <a:lnTo>
                    <a:pt x="1006575" y="2978"/>
                  </a:lnTo>
                  <a:lnTo>
                    <a:pt x="2978" y="449683"/>
                  </a:lnTo>
                  <a:lnTo>
                    <a:pt x="0" y="446705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DEF51E69-1FF8-8C4D-B881-7D95B7A93EDE}"/>
                </a:ext>
              </a:extLst>
            </p:cNvPr>
            <p:cNvSpPr/>
            <p:nvPr/>
          </p:nvSpPr>
          <p:spPr>
            <a:xfrm>
              <a:off x="9767865" y="5535484"/>
              <a:ext cx="1905938" cy="29780"/>
            </a:xfrm>
            <a:custGeom>
              <a:avLst/>
              <a:gdLst>
                <a:gd name="connsiteX0" fmla="*/ 0 w 1905941"/>
                <a:gd name="connsiteY0" fmla="*/ 0 h 29780"/>
                <a:gd name="connsiteX1" fmla="*/ 1911897 w 1905941"/>
                <a:gd name="connsiteY1" fmla="*/ 47649 h 29780"/>
                <a:gd name="connsiteX2" fmla="*/ 1911897 w 1905941"/>
                <a:gd name="connsiteY2" fmla="*/ 50626 h 29780"/>
                <a:gd name="connsiteX3" fmla="*/ 0 w 1905941"/>
                <a:gd name="connsiteY3" fmla="*/ 2978 h 2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941" h="29780">
                  <a:moveTo>
                    <a:pt x="0" y="0"/>
                  </a:moveTo>
                  <a:lnTo>
                    <a:pt x="1911897" y="47649"/>
                  </a:lnTo>
                  <a:lnTo>
                    <a:pt x="1911897" y="50626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5B490C75-EE1B-CB44-92F6-08FF2E6CDBE4}"/>
                </a:ext>
              </a:extLst>
            </p:cNvPr>
            <p:cNvSpPr/>
            <p:nvPr/>
          </p:nvSpPr>
          <p:spPr>
            <a:xfrm>
              <a:off x="10771462" y="5088779"/>
              <a:ext cx="893409" cy="476485"/>
            </a:xfrm>
            <a:custGeom>
              <a:avLst/>
              <a:gdLst>
                <a:gd name="connsiteX0" fmla="*/ 0 w 893410"/>
                <a:gd name="connsiteY0" fmla="*/ 0 h 476485"/>
                <a:gd name="connsiteX1" fmla="*/ 908300 w 893410"/>
                <a:gd name="connsiteY1" fmla="*/ 494354 h 476485"/>
                <a:gd name="connsiteX2" fmla="*/ 905322 w 893410"/>
                <a:gd name="connsiteY2" fmla="*/ 497331 h 476485"/>
                <a:gd name="connsiteX3" fmla="*/ 0 w 893410"/>
                <a:gd name="connsiteY3" fmla="*/ 2978 h 476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3410" h="476485">
                  <a:moveTo>
                    <a:pt x="0" y="0"/>
                  </a:moveTo>
                  <a:lnTo>
                    <a:pt x="908300" y="494354"/>
                  </a:lnTo>
                  <a:lnTo>
                    <a:pt x="905322" y="497331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B8DAC7C6-9B10-6143-A69E-A0933D294E4F}"/>
                </a:ext>
              </a:extLst>
            </p:cNvPr>
            <p:cNvSpPr/>
            <p:nvPr/>
          </p:nvSpPr>
          <p:spPr>
            <a:xfrm>
              <a:off x="10768483" y="5088779"/>
              <a:ext cx="119121" cy="1250774"/>
            </a:xfrm>
            <a:custGeom>
              <a:avLst/>
              <a:gdLst>
                <a:gd name="connsiteX0" fmla="*/ 0 w 119121"/>
                <a:gd name="connsiteY0" fmla="*/ 0 h 1250774"/>
                <a:gd name="connsiteX1" fmla="*/ 5956 w 119121"/>
                <a:gd name="connsiteY1" fmla="*/ 0 h 1250774"/>
                <a:gd name="connsiteX2" fmla="*/ 119121 w 119121"/>
                <a:gd name="connsiteY2" fmla="*/ 1259708 h 1250774"/>
                <a:gd name="connsiteX3" fmla="*/ 116143 w 119121"/>
                <a:gd name="connsiteY3" fmla="*/ 1259708 h 1250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121" h="1250774">
                  <a:moveTo>
                    <a:pt x="0" y="0"/>
                  </a:moveTo>
                  <a:lnTo>
                    <a:pt x="5956" y="0"/>
                  </a:lnTo>
                  <a:lnTo>
                    <a:pt x="119121" y="1259708"/>
                  </a:lnTo>
                  <a:lnTo>
                    <a:pt x="116143" y="125970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E454AE4E-1319-8F49-A096-69077D81C4D8}"/>
                </a:ext>
              </a:extLst>
            </p:cNvPr>
            <p:cNvSpPr/>
            <p:nvPr/>
          </p:nvSpPr>
          <p:spPr>
            <a:xfrm>
              <a:off x="5786241" y="1256050"/>
              <a:ext cx="29780" cy="29780"/>
            </a:xfrm>
            <a:custGeom>
              <a:avLst/>
              <a:gdLst/>
              <a:ahLst/>
              <a:cxnLst/>
              <a:rect l="l" t="t" r="r" b="b"/>
              <a:pathLst>
                <a:path/>
              </a:pathLst>
            </a:custGeom>
            <a:grpFill/>
            <a:ln w="7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09F484C7-8FC7-1849-9DF8-B3E7254E22C3}"/>
                </a:ext>
              </a:extLst>
            </p:cNvPr>
            <p:cNvSpPr/>
            <p:nvPr/>
          </p:nvSpPr>
          <p:spPr>
            <a:xfrm>
              <a:off x="10884626" y="6348487"/>
              <a:ext cx="29780" cy="1042312"/>
            </a:xfrm>
            <a:custGeom>
              <a:avLst/>
              <a:gdLst>
                <a:gd name="connsiteX0" fmla="*/ 0 w 29780"/>
                <a:gd name="connsiteY0" fmla="*/ 0 h 1042311"/>
                <a:gd name="connsiteX1" fmla="*/ 2978 w 29780"/>
                <a:gd name="connsiteY1" fmla="*/ 0 h 1042311"/>
                <a:gd name="connsiteX2" fmla="*/ 38715 w 29780"/>
                <a:gd name="connsiteY2" fmla="*/ 1045290 h 1042311"/>
                <a:gd name="connsiteX3" fmla="*/ 35736 w 29780"/>
                <a:gd name="connsiteY3" fmla="*/ 1045290 h 1042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780" h="1042311">
                  <a:moveTo>
                    <a:pt x="0" y="0"/>
                  </a:moveTo>
                  <a:lnTo>
                    <a:pt x="2978" y="0"/>
                  </a:lnTo>
                  <a:lnTo>
                    <a:pt x="38715" y="1045290"/>
                  </a:lnTo>
                  <a:lnTo>
                    <a:pt x="35736" y="104529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853CE91B-B1A1-D742-B214-0DD5D7DCEF5D}"/>
                </a:ext>
              </a:extLst>
            </p:cNvPr>
            <p:cNvSpPr/>
            <p:nvPr/>
          </p:nvSpPr>
          <p:spPr>
            <a:xfrm>
              <a:off x="9607052" y="6345509"/>
              <a:ext cx="1280553" cy="1965502"/>
            </a:xfrm>
            <a:custGeom>
              <a:avLst/>
              <a:gdLst>
                <a:gd name="connsiteX0" fmla="*/ 1277576 w 1280554"/>
                <a:gd name="connsiteY0" fmla="*/ 0 h 1965502"/>
                <a:gd name="connsiteX1" fmla="*/ 1280554 w 1280554"/>
                <a:gd name="connsiteY1" fmla="*/ 2978 h 1965502"/>
                <a:gd name="connsiteX2" fmla="*/ 5956 w 1280554"/>
                <a:gd name="connsiteY2" fmla="*/ 1986349 h 1965502"/>
                <a:gd name="connsiteX3" fmla="*/ 0 w 1280554"/>
                <a:gd name="connsiteY3" fmla="*/ 1983370 h 1965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0554" h="1965502">
                  <a:moveTo>
                    <a:pt x="1277576" y="0"/>
                  </a:moveTo>
                  <a:lnTo>
                    <a:pt x="1280554" y="2978"/>
                  </a:lnTo>
                  <a:lnTo>
                    <a:pt x="5956" y="1986349"/>
                  </a:lnTo>
                  <a:lnTo>
                    <a:pt x="0" y="198337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CF11F17B-BD3F-DB4F-A280-2B3EB715FB49}"/>
                </a:ext>
              </a:extLst>
            </p:cNvPr>
            <p:cNvSpPr/>
            <p:nvPr/>
          </p:nvSpPr>
          <p:spPr>
            <a:xfrm>
              <a:off x="9610030" y="7390800"/>
              <a:ext cx="1310333" cy="923190"/>
            </a:xfrm>
            <a:custGeom>
              <a:avLst/>
              <a:gdLst>
                <a:gd name="connsiteX0" fmla="*/ 1310335 w 1310334"/>
                <a:gd name="connsiteY0" fmla="*/ 0 h 923190"/>
                <a:gd name="connsiteX1" fmla="*/ 1313313 w 1310334"/>
                <a:gd name="connsiteY1" fmla="*/ 2978 h 923190"/>
                <a:gd name="connsiteX2" fmla="*/ 0 w 1310334"/>
                <a:gd name="connsiteY2" fmla="*/ 941059 h 923190"/>
                <a:gd name="connsiteX3" fmla="*/ 0 w 1310334"/>
                <a:gd name="connsiteY3" fmla="*/ 938081 h 923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10334" h="923190">
                  <a:moveTo>
                    <a:pt x="1310335" y="0"/>
                  </a:moveTo>
                  <a:lnTo>
                    <a:pt x="1313313" y="2978"/>
                  </a:lnTo>
                  <a:lnTo>
                    <a:pt x="0" y="941059"/>
                  </a:lnTo>
                  <a:lnTo>
                    <a:pt x="0" y="938081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C1B67FBB-3149-0A43-9F36-90701D64F902}"/>
                </a:ext>
              </a:extLst>
            </p:cNvPr>
            <p:cNvSpPr/>
            <p:nvPr/>
          </p:nvSpPr>
          <p:spPr>
            <a:xfrm>
              <a:off x="10920362" y="6220432"/>
              <a:ext cx="684946" cy="1161434"/>
            </a:xfrm>
            <a:custGeom>
              <a:avLst/>
              <a:gdLst>
                <a:gd name="connsiteX0" fmla="*/ 696860 w 684947"/>
                <a:gd name="connsiteY0" fmla="*/ 0 h 1161433"/>
                <a:gd name="connsiteX1" fmla="*/ 699838 w 684947"/>
                <a:gd name="connsiteY1" fmla="*/ 2978 h 1161433"/>
                <a:gd name="connsiteX2" fmla="*/ 2978 w 684947"/>
                <a:gd name="connsiteY2" fmla="*/ 1173345 h 1161433"/>
                <a:gd name="connsiteX3" fmla="*/ 0 w 684947"/>
                <a:gd name="connsiteY3" fmla="*/ 1170367 h 1161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947" h="1161433">
                  <a:moveTo>
                    <a:pt x="696860" y="0"/>
                  </a:moveTo>
                  <a:lnTo>
                    <a:pt x="699838" y="2978"/>
                  </a:lnTo>
                  <a:lnTo>
                    <a:pt x="2978" y="1173345"/>
                  </a:lnTo>
                  <a:lnTo>
                    <a:pt x="0" y="1170367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96085435-73E6-864B-B24E-9DD2C70D4C2A}"/>
                </a:ext>
              </a:extLst>
            </p:cNvPr>
            <p:cNvSpPr/>
            <p:nvPr/>
          </p:nvSpPr>
          <p:spPr>
            <a:xfrm>
              <a:off x="10920362" y="7390800"/>
              <a:ext cx="774288" cy="1101872"/>
            </a:xfrm>
            <a:custGeom>
              <a:avLst/>
              <a:gdLst>
                <a:gd name="connsiteX0" fmla="*/ 2978 w 774288"/>
                <a:gd name="connsiteY0" fmla="*/ 0 h 1101872"/>
                <a:gd name="connsiteX1" fmla="*/ 789179 w 774288"/>
                <a:gd name="connsiteY1" fmla="*/ 1107828 h 1101872"/>
                <a:gd name="connsiteX2" fmla="*/ 786201 w 774288"/>
                <a:gd name="connsiteY2" fmla="*/ 1110807 h 1101872"/>
                <a:gd name="connsiteX3" fmla="*/ 0 w 774288"/>
                <a:gd name="connsiteY3" fmla="*/ 2978 h 1101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4288" h="1101872">
                  <a:moveTo>
                    <a:pt x="2978" y="0"/>
                  </a:moveTo>
                  <a:lnTo>
                    <a:pt x="789179" y="1107828"/>
                  </a:lnTo>
                  <a:lnTo>
                    <a:pt x="786201" y="1110807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2ADAE410-377A-FB46-A59B-60F6220BFBBC}"/>
                </a:ext>
              </a:extLst>
            </p:cNvPr>
            <p:cNvSpPr/>
            <p:nvPr/>
          </p:nvSpPr>
          <p:spPr>
            <a:xfrm>
              <a:off x="10884626" y="6220431"/>
              <a:ext cx="714727" cy="119121"/>
            </a:xfrm>
            <a:custGeom>
              <a:avLst/>
              <a:gdLst>
                <a:gd name="connsiteX0" fmla="*/ 732596 w 714728"/>
                <a:gd name="connsiteY0" fmla="*/ 0 h 119121"/>
                <a:gd name="connsiteX1" fmla="*/ 735574 w 714728"/>
                <a:gd name="connsiteY1" fmla="*/ 2978 h 119121"/>
                <a:gd name="connsiteX2" fmla="*/ 2978 w 714728"/>
                <a:gd name="connsiteY2" fmla="*/ 128056 h 119121"/>
                <a:gd name="connsiteX3" fmla="*/ 0 w 714728"/>
                <a:gd name="connsiteY3" fmla="*/ 125077 h 119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4728" h="119121">
                  <a:moveTo>
                    <a:pt x="732596" y="0"/>
                  </a:moveTo>
                  <a:lnTo>
                    <a:pt x="735574" y="2978"/>
                  </a:lnTo>
                  <a:lnTo>
                    <a:pt x="2978" y="128056"/>
                  </a:lnTo>
                  <a:lnTo>
                    <a:pt x="0" y="125077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2E0ADE7A-9408-E64C-9251-2049BDCE5C6E}"/>
                </a:ext>
              </a:extLst>
            </p:cNvPr>
            <p:cNvSpPr/>
            <p:nvPr/>
          </p:nvSpPr>
          <p:spPr>
            <a:xfrm>
              <a:off x="11616267" y="5584664"/>
              <a:ext cx="59561" cy="625387"/>
            </a:xfrm>
            <a:custGeom>
              <a:avLst/>
              <a:gdLst>
                <a:gd name="connsiteX0" fmla="*/ 0 w 59560"/>
                <a:gd name="connsiteY0" fmla="*/ 637332 h 625387"/>
                <a:gd name="connsiteX1" fmla="*/ 61585 w 59560"/>
                <a:gd name="connsiteY1" fmla="*/ 0 h 625387"/>
                <a:gd name="connsiteX2" fmla="*/ 64550 w 59560"/>
                <a:gd name="connsiteY2" fmla="*/ 286 h 625387"/>
                <a:gd name="connsiteX3" fmla="*/ 2965 w 59560"/>
                <a:gd name="connsiteY3" fmla="*/ 637618 h 625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560" h="625387">
                  <a:moveTo>
                    <a:pt x="0" y="637332"/>
                  </a:moveTo>
                  <a:lnTo>
                    <a:pt x="61585" y="0"/>
                  </a:lnTo>
                  <a:lnTo>
                    <a:pt x="64550" y="286"/>
                  </a:lnTo>
                  <a:lnTo>
                    <a:pt x="2965" y="63761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723D79B0-1925-0C45-B838-161D9E0E469B}"/>
                </a:ext>
              </a:extLst>
            </p:cNvPr>
            <p:cNvSpPr/>
            <p:nvPr/>
          </p:nvSpPr>
          <p:spPr>
            <a:xfrm>
              <a:off x="11676782" y="5288307"/>
              <a:ext cx="774288" cy="297803"/>
            </a:xfrm>
            <a:custGeom>
              <a:avLst/>
              <a:gdLst>
                <a:gd name="connsiteX0" fmla="*/ 798113 w 774288"/>
                <a:gd name="connsiteY0" fmla="*/ 0 h 297803"/>
                <a:gd name="connsiteX1" fmla="*/ 798113 w 774288"/>
                <a:gd name="connsiteY1" fmla="*/ 2978 h 297803"/>
                <a:gd name="connsiteX2" fmla="*/ 2978 w 774288"/>
                <a:gd name="connsiteY2" fmla="*/ 297803 h 297803"/>
                <a:gd name="connsiteX3" fmla="*/ 0 w 774288"/>
                <a:gd name="connsiteY3" fmla="*/ 294826 h 297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4288" h="297803">
                  <a:moveTo>
                    <a:pt x="798113" y="0"/>
                  </a:moveTo>
                  <a:lnTo>
                    <a:pt x="798113" y="2978"/>
                  </a:lnTo>
                  <a:lnTo>
                    <a:pt x="2978" y="297803"/>
                  </a:lnTo>
                  <a:lnTo>
                    <a:pt x="0" y="294826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88F30E5B-37F7-804F-95A4-D03B66CF3B19}"/>
                </a:ext>
              </a:extLst>
            </p:cNvPr>
            <p:cNvSpPr/>
            <p:nvPr/>
          </p:nvSpPr>
          <p:spPr>
            <a:xfrm>
              <a:off x="11676782" y="5583134"/>
              <a:ext cx="446704" cy="1161434"/>
            </a:xfrm>
            <a:custGeom>
              <a:avLst/>
              <a:gdLst>
                <a:gd name="connsiteX0" fmla="*/ 2978 w 446705"/>
                <a:gd name="connsiteY0" fmla="*/ 0 h 1161433"/>
                <a:gd name="connsiteX1" fmla="*/ 461595 w 446705"/>
                <a:gd name="connsiteY1" fmla="*/ 1173345 h 1161433"/>
                <a:gd name="connsiteX2" fmla="*/ 455639 w 446705"/>
                <a:gd name="connsiteY2" fmla="*/ 1176323 h 1161433"/>
                <a:gd name="connsiteX3" fmla="*/ 0 w 446705"/>
                <a:gd name="connsiteY3" fmla="*/ 2978 h 1161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6705" h="1161433">
                  <a:moveTo>
                    <a:pt x="2978" y="0"/>
                  </a:moveTo>
                  <a:lnTo>
                    <a:pt x="461595" y="1173345"/>
                  </a:lnTo>
                  <a:lnTo>
                    <a:pt x="455639" y="1176323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0ADA15D9-2CF1-1F44-BDE8-81AA4F4B7BFD}"/>
                </a:ext>
              </a:extLst>
            </p:cNvPr>
            <p:cNvSpPr/>
            <p:nvPr/>
          </p:nvSpPr>
          <p:spPr>
            <a:xfrm>
              <a:off x="11617221" y="6220432"/>
              <a:ext cx="387143" cy="1697479"/>
            </a:xfrm>
            <a:custGeom>
              <a:avLst/>
              <a:gdLst>
                <a:gd name="connsiteX0" fmla="*/ 2978 w 387144"/>
                <a:gd name="connsiteY0" fmla="*/ 0 h 1697479"/>
                <a:gd name="connsiteX1" fmla="*/ 393100 w 387144"/>
                <a:gd name="connsiteY1" fmla="*/ 1709391 h 1697479"/>
                <a:gd name="connsiteX2" fmla="*/ 390122 w 387144"/>
                <a:gd name="connsiteY2" fmla="*/ 1712369 h 1697479"/>
                <a:gd name="connsiteX3" fmla="*/ 0 w 387144"/>
                <a:gd name="connsiteY3" fmla="*/ 2978 h 1697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144" h="1697479">
                  <a:moveTo>
                    <a:pt x="2978" y="0"/>
                  </a:moveTo>
                  <a:lnTo>
                    <a:pt x="393100" y="1709391"/>
                  </a:lnTo>
                  <a:lnTo>
                    <a:pt x="390122" y="1712369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12149B69-F4AB-CA48-AAB6-EC1894C46A8A}"/>
                </a:ext>
              </a:extLst>
            </p:cNvPr>
            <p:cNvSpPr/>
            <p:nvPr/>
          </p:nvSpPr>
          <p:spPr>
            <a:xfrm>
              <a:off x="11617221" y="6220432"/>
              <a:ext cx="506266" cy="536047"/>
            </a:xfrm>
            <a:custGeom>
              <a:avLst/>
              <a:gdLst>
                <a:gd name="connsiteX0" fmla="*/ 2978 w 506265"/>
                <a:gd name="connsiteY0" fmla="*/ 0 h 536046"/>
                <a:gd name="connsiteX1" fmla="*/ 518178 w 506265"/>
                <a:gd name="connsiteY1" fmla="*/ 536046 h 536046"/>
                <a:gd name="connsiteX2" fmla="*/ 515200 w 506265"/>
                <a:gd name="connsiteY2" fmla="*/ 539024 h 536046"/>
                <a:gd name="connsiteX3" fmla="*/ 0 w 506265"/>
                <a:gd name="connsiteY3" fmla="*/ 2978 h 536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6265" h="536046">
                  <a:moveTo>
                    <a:pt x="2978" y="0"/>
                  </a:moveTo>
                  <a:lnTo>
                    <a:pt x="518178" y="536046"/>
                  </a:lnTo>
                  <a:lnTo>
                    <a:pt x="515200" y="539024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6543A454-734C-3A49-8137-01A761CC65A3}"/>
                </a:ext>
              </a:extLst>
            </p:cNvPr>
            <p:cNvSpPr/>
            <p:nvPr/>
          </p:nvSpPr>
          <p:spPr>
            <a:xfrm>
              <a:off x="11617221" y="6220432"/>
              <a:ext cx="1459233" cy="2352646"/>
            </a:xfrm>
            <a:custGeom>
              <a:avLst/>
              <a:gdLst>
                <a:gd name="connsiteX0" fmla="*/ 2978 w 1459236"/>
                <a:gd name="connsiteY0" fmla="*/ 0 h 2352646"/>
                <a:gd name="connsiteX1" fmla="*/ 1480083 w 1459236"/>
                <a:gd name="connsiteY1" fmla="*/ 2364559 h 2352646"/>
                <a:gd name="connsiteX2" fmla="*/ 1474127 w 1459236"/>
                <a:gd name="connsiteY2" fmla="*/ 2367537 h 2352646"/>
                <a:gd name="connsiteX3" fmla="*/ 0 w 1459236"/>
                <a:gd name="connsiteY3" fmla="*/ 2978 h 2352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9236" h="2352646">
                  <a:moveTo>
                    <a:pt x="2978" y="0"/>
                  </a:moveTo>
                  <a:lnTo>
                    <a:pt x="1480083" y="2364559"/>
                  </a:lnTo>
                  <a:lnTo>
                    <a:pt x="1474127" y="2367537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C9849C56-BF27-F34E-8667-458CE1953578}"/>
                </a:ext>
              </a:extLst>
            </p:cNvPr>
            <p:cNvSpPr/>
            <p:nvPr/>
          </p:nvSpPr>
          <p:spPr>
            <a:xfrm>
              <a:off x="11706562" y="7929823"/>
              <a:ext cx="297802" cy="565826"/>
            </a:xfrm>
            <a:custGeom>
              <a:avLst/>
              <a:gdLst>
                <a:gd name="connsiteX0" fmla="*/ 300781 w 297803"/>
                <a:gd name="connsiteY0" fmla="*/ 0 h 565826"/>
                <a:gd name="connsiteX1" fmla="*/ 303759 w 297803"/>
                <a:gd name="connsiteY1" fmla="*/ 2978 h 565826"/>
                <a:gd name="connsiteX2" fmla="*/ 2978 w 297803"/>
                <a:gd name="connsiteY2" fmla="*/ 571782 h 565826"/>
                <a:gd name="connsiteX3" fmla="*/ 0 w 297803"/>
                <a:gd name="connsiteY3" fmla="*/ 568804 h 565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7803" h="565826">
                  <a:moveTo>
                    <a:pt x="300781" y="0"/>
                  </a:moveTo>
                  <a:lnTo>
                    <a:pt x="303759" y="2978"/>
                  </a:lnTo>
                  <a:lnTo>
                    <a:pt x="2978" y="571782"/>
                  </a:lnTo>
                  <a:lnTo>
                    <a:pt x="0" y="568804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154602B0-B409-A64E-9312-59BC9A0372FC}"/>
                </a:ext>
              </a:extLst>
            </p:cNvPr>
            <p:cNvSpPr/>
            <p:nvPr/>
          </p:nvSpPr>
          <p:spPr>
            <a:xfrm>
              <a:off x="12007343" y="7929824"/>
              <a:ext cx="1072090" cy="655167"/>
            </a:xfrm>
            <a:custGeom>
              <a:avLst/>
              <a:gdLst>
                <a:gd name="connsiteX0" fmla="*/ 2978 w 1072092"/>
                <a:gd name="connsiteY0" fmla="*/ 0 h 655167"/>
                <a:gd name="connsiteX1" fmla="*/ 1086982 w 1072092"/>
                <a:gd name="connsiteY1" fmla="*/ 655167 h 655167"/>
                <a:gd name="connsiteX2" fmla="*/ 1086982 w 1072092"/>
                <a:gd name="connsiteY2" fmla="*/ 658145 h 655167"/>
                <a:gd name="connsiteX3" fmla="*/ 0 w 1072092"/>
                <a:gd name="connsiteY3" fmla="*/ 2978 h 655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2092" h="655167">
                  <a:moveTo>
                    <a:pt x="2978" y="0"/>
                  </a:moveTo>
                  <a:lnTo>
                    <a:pt x="1086982" y="655167"/>
                  </a:lnTo>
                  <a:lnTo>
                    <a:pt x="1086982" y="658145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D1F92FCE-6EF9-4442-BB5C-19A3EF476791}"/>
                </a:ext>
              </a:extLst>
            </p:cNvPr>
            <p:cNvSpPr/>
            <p:nvPr/>
          </p:nvSpPr>
          <p:spPr>
            <a:xfrm>
              <a:off x="12016402" y="6970179"/>
              <a:ext cx="238242" cy="952971"/>
            </a:xfrm>
            <a:custGeom>
              <a:avLst/>
              <a:gdLst>
                <a:gd name="connsiteX0" fmla="*/ 0 w 238242"/>
                <a:gd name="connsiteY0" fmla="*/ 960943 h 952970"/>
                <a:gd name="connsiteX1" fmla="*/ 245045 w 238242"/>
                <a:gd name="connsiteY1" fmla="*/ 0 h 952970"/>
                <a:gd name="connsiteX2" fmla="*/ 247931 w 238242"/>
                <a:gd name="connsiteY2" fmla="*/ 736 h 952970"/>
                <a:gd name="connsiteX3" fmla="*/ 2886 w 238242"/>
                <a:gd name="connsiteY3" fmla="*/ 961679 h 952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242" h="952970">
                  <a:moveTo>
                    <a:pt x="0" y="960943"/>
                  </a:moveTo>
                  <a:lnTo>
                    <a:pt x="245045" y="0"/>
                  </a:lnTo>
                  <a:lnTo>
                    <a:pt x="247931" y="736"/>
                  </a:lnTo>
                  <a:lnTo>
                    <a:pt x="2886" y="961679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E7CB36AB-DD42-9F41-9DB2-70386EEF1712}"/>
                </a:ext>
              </a:extLst>
            </p:cNvPr>
            <p:cNvSpPr/>
            <p:nvPr/>
          </p:nvSpPr>
          <p:spPr>
            <a:xfrm>
              <a:off x="12132420" y="6756477"/>
              <a:ext cx="119121" cy="208462"/>
            </a:xfrm>
            <a:custGeom>
              <a:avLst/>
              <a:gdLst>
                <a:gd name="connsiteX0" fmla="*/ 2978 w 119121"/>
                <a:gd name="connsiteY0" fmla="*/ 0 h 208462"/>
                <a:gd name="connsiteX1" fmla="*/ 142945 w 119121"/>
                <a:gd name="connsiteY1" fmla="*/ 217397 h 208462"/>
                <a:gd name="connsiteX2" fmla="*/ 136989 w 119121"/>
                <a:gd name="connsiteY2" fmla="*/ 220375 h 208462"/>
                <a:gd name="connsiteX3" fmla="*/ 0 w 119121"/>
                <a:gd name="connsiteY3" fmla="*/ 2978 h 208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121" h="208462">
                  <a:moveTo>
                    <a:pt x="2978" y="0"/>
                  </a:moveTo>
                  <a:lnTo>
                    <a:pt x="142945" y="217397"/>
                  </a:lnTo>
                  <a:lnTo>
                    <a:pt x="136989" y="220375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6D9EDB72-3E21-F94A-8433-DDE207B33FE4}"/>
                </a:ext>
              </a:extLst>
            </p:cNvPr>
            <p:cNvSpPr/>
            <p:nvPr/>
          </p:nvSpPr>
          <p:spPr>
            <a:xfrm>
              <a:off x="12272389" y="6973874"/>
              <a:ext cx="595606" cy="29780"/>
            </a:xfrm>
            <a:custGeom>
              <a:avLst/>
              <a:gdLst>
                <a:gd name="connsiteX0" fmla="*/ 0 w 595606"/>
                <a:gd name="connsiteY0" fmla="*/ 0 h 29780"/>
                <a:gd name="connsiteX1" fmla="*/ 619431 w 595606"/>
                <a:gd name="connsiteY1" fmla="*/ 38715 h 29780"/>
                <a:gd name="connsiteX2" fmla="*/ 619431 w 595606"/>
                <a:gd name="connsiteY2" fmla="*/ 41692 h 29780"/>
                <a:gd name="connsiteX3" fmla="*/ 0 w 595606"/>
                <a:gd name="connsiteY3" fmla="*/ 2978 h 2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5606" h="29780">
                  <a:moveTo>
                    <a:pt x="0" y="0"/>
                  </a:moveTo>
                  <a:lnTo>
                    <a:pt x="619431" y="38715"/>
                  </a:lnTo>
                  <a:lnTo>
                    <a:pt x="619431" y="41692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ED987A3C-9C1D-3A4A-90B3-390DB8FCE4A7}"/>
                </a:ext>
              </a:extLst>
            </p:cNvPr>
            <p:cNvSpPr/>
            <p:nvPr/>
          </p:nvSpPr>
          <p:spPr>
            <a:xfrm>
              <a:off x="12269410" y="6973874"/>
              <a:ext cx="804068" cy="1608138"/>
            </a:xfrm>
            <a:custGeom>
              <a:avLst/>
              <a:gdLst>
                <a:gd name="connsiteX0" fmla="*/ 5956 w 804069"/>
                <a:gd name="connsiteY0" fmla="*/ 0 h 1608138"/>
                <a:gd name="connsiteX1" fmla="*/ 827893 w 804069"/>
                <a:gd name="connsiteY1" fmla="*/ 1611116 h 1608138"/>
                <a:gd name="connsiteX2" fmla="*/ 821937 w 804069"/>
                <a:gd name="connsiteY2" fmla="*/ 1614094 h 1608138"/>
                <a:gd name="connsiteX3" fmla="*/ 0 w 804069"/>
                <a:gd name="connsiteY3" fmla="*/ 2978 h 1608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069" h="1608138">
                  <a:moveTo>
                    <a:pt x="5956" y="0"/>
                  </a:moveTo>
                  <a:lnTo>
                    <a:pt x="827893" y="1611116"/>
                  </a:lnTo>
                  <a:lnTo>
                    <a:pt x="821937" y="1614094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1A635C6A-19E5-6F4F-8459-1FDBDA4B2E7E}"/>
                </a:ext>
              </a:extLst>
            </p:cNvPr>
            <p:cNvSpPr/>
            <p:nvPr/>
          </p:nvSpPr>
          <p:spPr>
            <a:xfrm>
              <a:off x="12888840" y="5702253"/>
              <a:ext cx="29780" cy="1310336"/>
            </a:xfrm>
            <a:custGeom>
              <a:avLst/>
              <a:gdLst>
                <a:gd name="connsiteX0" fmla="*/ 0 w 0"/>
                <a:gd name="connsiteY0" fmla="*/ 0 h 1310334"/>
                <a:gd name="connsiteX1" fmla="*/ 2978 w 0"/>
                <a:gd name="connsiteY1" fmla="*/ 0 h 1310334"/>
                <a:gd name="connsiteX2" fmla="*/ 5956 w 0"/>
                <a:gd name="connsiteY2" fmla="*/ 1313312 h 1310334"/>
                <a:gd name="connsiteX3" fmla="*/ 0 w 0"/>
                <a:gd name="connsiteY3" fmla="*/ 1313312 h 1310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h="1310334">
                  <a:moveTo>
                    <a:pt x="0" y="0"/>
                  </a:moveTo>
                  <a:lnTo>
                    <a:pt x="2978" y="0"/>
                  </a:lnTo>
                  <a:lnTo>
                    <a:pt x="5956" y="1313312"/>
                  </a:lnTo>
                  <a:lnTo>
                    <a:pt x="0" y="1313312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69C4A2F3-3BF9-B24D-BCE6-EC5502B25AFB}"/>
                </a:ext>
              </a:extLst>
            </p:cNvPr>
            <p:cNvSpPr/>
            <p:nvPr/>
          </p:nvSpPr>
          <p:spPr>
            <a:xfrm>
              <a:off x="12888841" y="7015566"/>
              <a:ext cx="208462" cy="1548577"/>
            </a:xfrm>
            <a:custGeom>
              <a:avLst/>
              <a:gdLst>
                <a:gd name="connsiteX0" fmla="*/ 5956 w 208462"/>
                <a:gd name="connsiteY0" fmla="*/ 0 h 1548577"/>
                <a:gd name="connsiteX1" fmla="*/ 208462 w 208462"/>
                <a:gd name="connsiteY1" fmla="*/ 1569424 h 1548577"/>
                <a:gd name="connsiteX2" fmla="*/ 202506 w 208462"/>
                <a:gd name="connsiteY2" fmla="*/ 1572402 h 1548577"/>
                <a:gd name="connsiteX3" fmla="*/ 0 w 208462"/>
                <a:gd name="connsiteY3" fmla="*/ 0 h 1548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8462" h="1548577">
                  <a:moveTo>
                    <a:pt x="5956" y="0"/>
                  </a:moveTo>
                  <a:lnTo>
                    <a:pt x="208462" y="1569424"/>
                  </a:lnTo>
                  <a:lnTo>
                    <a:pt x="202506" y="157240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DFAE8AD3-C226-D44F-8B21-38EB2679B7D6}"/>
                </a:ext>
              </a:extLst>
            </p:cNvPr>
            <p:cNvSpPr/>
            <p:nvPr/>
          </p:nvSpPr>
          <p:spPr>
            <a:xfrm>
              <a:off x="12471917" y="5288307"/>
              <a:ext cx="416924" cy="1727259"/>
            </a:xfrm>
            <a:custGeom>
              <a:avLst/>
              <a:gdLst>
                <a:gd name="connsiteX0" fmla="*/ 2978 w 416924"/>
                <a:gd name="connsiteY0" fmla="*/ 0 h 1727259"/>
                <a:gd name="connsiteX1" fmla="*/ 422881 w 416924"/>
                <a:gd name="connsiteY1" fmla="*/ 1724282 h 1727259"/>
                <a:gd name="connsiteX2" fmla="*/ 416925 w 416924"/>
                <a:gd name="connsiteY2" fmla="*/ 1727259 h 1727259"/>
                <a:gd name="connsiteX3" fmla="*/ 0 w 416924"/>
                <a:gd name="connsiteY3" fmla="*/ 2978 h 1727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924" h="1727259">
                  <a:moveTo>
                    <a:pt x="2978" y="0"/>
                  </a:moveTo>
                  <a:lnTo>
                    <a:pt x="422881" y="1724282"/>
                  </a:lnTo>
                  <a:lnTo>
                    <a:pt x="416925" y="1727259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0462CA63-0647-3A4D-A566-926586EEB10C}"/>
                </a:ext>
              </a:extLst>
            </p:cNvPr>
            <p:cNvSpPr/>
            <p:nvPr/>
          </p:nvSpPr>
          <p:spPr>
            <a:xfrm>
              <a:off x="12471917" y="5288307"/>
              <a:ext cx="416924" cy="416925"/>
            </a:xfrm>
            <a:custGeom>
              <a:avLst/>
              <a:gdLst>
                <a:gd name="connsiteX0" fmla="*/ 2978 w 416924"/>
                <a:gd name="connsiteY0" fmla="*/ 0 h 416924"/>
                <a:gd name="connsiteX1" fmla="*/ 419903 w 416924"/>
                <a:gd name="connsiteY1" fmla="*/ 413947 h 416924"/>
                <a:gd name="connsiteX2" fmla="*/ 416925 w 416924"/>
                <a:gd name="connsiteY2" fmla="*/ 416925 h 416924"/>
                <a:gd name="connsiteX3" fmla="*/ 0 w 416924"/>
                <a:gd name="connsiteY3" fmla="*/ 2978 h 416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924" h="416924">
                  <a:moveTo>
                    <a:pt x="2978" y="0"/>
                  </a:moveTo>
                  <a:lnTo>
                    <a:pt x="419903" y="413947"/>
                  </a:lnTo>
                  <a:lnTo>
                    <a:pt x="416925" y="416925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F5764874-0B88-3144-9C80-70D15F9033D1}"/>
                </a:ext>
              </a:extLst>
            </p:cNvPr>
            <p:cNvSpPr/>
            <p:nvPr/>
          </p:nvSpPr>
          <p:spPr>
            <a:xfrm>
              <a:off x="12888841" y="4409787"/>
              <a:ext cx="59561" cy="1280554"/>
            </a:xfrm>
            <a:custGeom>
              <a:avLst/>
              <a:gdLst>
                <a:gd name="connsiteX0" fmla="*/ 77429 w 59560"/>
                <a:gd name="connsiteY0" fmla="*/ 0 h 1280554"/>
                <a:gd name="connsiteX1" fmla="*/ 80407 w 59560"/>
                <a:gd name="connsiteY1" fmla="*/ 0 h 1280554"/>
                <a:gd name="connsiteX2" fmla="*/ 2978 w 59560"/>
                <a:gd name="connsiteY2" fmla="*/ 1292467 h 1280554"/>
                <a:gd name="connsiteX3" fmla="*/ 0 w 59560"/>
                <a:gd name="connsiteY3" fmla="*/ 1292467 h 1280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560" h="1280554">
                  <a:moveTo>
                    <a:pt x="77429" y="0"/>
                  </a:moveTo>
                  <a:lnTo>
                    <a:pt x="80407" y="0"/>
                  </a:lnTo>
                  <a:lnTo>
                    <a:pt x="2978" y="1292467"/>
                  </a:lnTo>
                  <a:lnTo>
                    <a:pt x="0" y="1292467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BF1CAA70-D4EA-104F-8D5C-6F7CBEB93C13}"/>
                </a:ext>
              </a:extLst>
            </p:cNvPr>
            <p:cNvSpPr/>
            <p:nvPr/>
          </p:nvSpPr>
          <p:spPr>
            <a:xfrm>
              <a:off x="12495740" y="2697418"/>
              <a:ext cx="387143" cy="2978033"/>
            </a:xfrm>
            <a:custGeom>
              <a:avLst/>
              <a:gdLst>
                <a:gd name="connsiteX0" fmla="*/ 5956 w 387144"/>
                <a:gd name="connsiteY0" fmla="*/ 0 h 2978033"/>
                <a:gd name="connsiteX1" fmla="*/ 396079 w 387144"/>
                <a:gd name="connsiteY1" fmla="*/ 3004836 h 2978033"/>
                <a:gd name="connsiteX2" fmla="*/ 393100 w 387144"/>
                <a:gd name="connsiteY2" fmla="*/ 3004836 h 2978033"/>
                <a:gd name="connsiteX3" fmla="*/ 0 w 387144"/>
                <a:gd name="connsiteY3" fmla="*/ 0 h 2978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144" h="2978033">
                  <a:moveTo>
                    <a:pt x="5956" y="0"/>
                  </a:moveTo>
                  <a:lnTo>
                    <a:pt x="396079" y="3004836"/>
                  </a:lnTo>
                  <a:lnTo>
                    <a:pt x="393100" y="300483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A792A50A-5228-0D43-B978-CA7ECE0B8DC0}"/>
                </a:ext>
              </a:extLst>
            </p:cNvPr>
            <p:cNvSpPr/>
            <p:nvPr/>
          </p:nvSpPr>
          <p:spPr>
            <a:xfrm>
              <a:off x="12739940" y="1920150"/>
              <a:ext cx="208462" cy="2471768"/>
            </a:xfrm>
            <a:custGeom>
              <a:avLst/>
              <a:gdLst>
                <a:gd name="connsiteX0" fmla="*/ 0 w 208462"/>
                <a:gd name="connsiteY0" fmla="*/ 0 h 2471767"/>
                <a:gd name="connsiteX1" fmla="*/ 2978 w 208462"/>
                <a:gd name="connsiteY1" fmla="*/ 0 h 2471767"/>
                <a:gd name="connsiteX2" fmla="*/ 229308 w 208462"/>
                <a:gd name="connsiteY2" fmla="*/ 2489636 h 2471767"/>
                <a:gd name="connsiteX3" fmla="*/ 226331 w 208462"/>
                <a:gd name="connsiteY3" fmla="*/ 2489636 h 2471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8462" h="2471767">
                  <a:moveTo>
                    <a:pt x="0" y="0"/>
                  </a:moveTo>
                  <a:lnTo>
                    <a:pt x="2978" y="0"/>
                  </a:lnTo>
                  <a:lnTo>
                    <a:pt x="229308" y="2489636"/>
                  </a:lnTo>
                  <a:lnTo>
                    <a:pt x="226331" y="2489636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989823DE-06AD-BF47-855A-69C32F79AD90}"/>
                </a:ext>
              </a:extLst>
            </p:cNvPr>
            <p:cNvSpPr/>
            <p:nvPr/>
          </p:nvSpPr>
          <p:spPr>
            <a:xfrm>
              <a:off x="12174114" y="3715904"/>
              <a:ext cx="774288" cy="684949"/>
            </a:xfrm>
            <a:custGeom>
              <a:avLst/>
              <a:gdLst>
                <a:gd name="connsiteX0" fmla="*/ 2978 w 774288"/>
                <a:gd name="connsiteY0" fmla="*/ 0 h 684947"/>
                <a:gd name="connsiteX1" fmla="*/ 795135 w 774288"/>
                <a:gd name="connsiteY1" fmla="*/ 690904 h 684947"/>
                <a:gd name="connsiteX2" fmla="*/ 792157 w 774288"/>
                <a:gd name="connsiteY2" fmla="*/ 693882 h 684947"/>
                <a:gd name="connsiteX3" fmla="*/ 0 w 774288"/>
                <a:gd name="connsiteY3" fmla="*/ 2978 h 684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4288" h="684947">
                  <a:moveTo>
                    <a:pt x="2978" y="0"/>
                  </a:moveTo>
                  <a:lnTo>
                    <a:pt x="795135" y="690904"/>
                  </a:lnTo>
                  <a:lnTo>
                    <a:pt x="792157" y="693882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AD12FB8F-D541-7943-AC18-5587BCFE8FEC}"/>
                </a:ext>
              </a:extLst>
            </p:cNvPr>
            <p:cNvSpPr/>
            <p:nvPr/>
          </p:nvSpPr>
          <p:spPr>
            <a:xfrm>
              <a:off x="11920983" y="2241778"/>
              <a:ext cx="1042310" cy="2144184"/>
            </a:xfrm>
            <a:custGeom>
              <a:avLst/>
              <a:gdLst>
                <a:gd name="connsiteX0" fmla="*/ 2978 w 1042311"/>
                <a:gd name="connsiteY0" fmla="*/ 0 h 2144184"/>
                <a:gd name="connsiteX1" fmla="*/ 1048268 w 1042311"/>
                <a:gd name="connsiteY1" fmla="*/ 2165030 h 2144184"/>
                <a:gd name="connsiteX2" fmla="*/ 1045290 w 1042311"/>
                <a:gd name="connsiteY2" fmla="*/ 2168008 h 2144184"/>
                <a:gd name="connsiteX3" fmla="*/ 0 w 1042311"/>
                <a:gd name="connsiteY3" fmla="*/ 0 h 214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2311" h="2144184">
                  <a:moveTo>
                    <a:pt x="2978" y="0"/>
                  </a:moveTo>
                  <a:lnTo>
                    <a:pt x="1048268" y="2165030"/>
                  </a:lnTo>
                  <a:lnTo>
                    <a:pt x="1045290" y="216800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3009B2EA-E073-3647-B9A3-E2DA6B5330C1}"/>
                </a:ext>
              </a:extLst>
            </p:cNvPr>
            <p:cNvSpPr/>
            <p:nvPr/>
          </p:nvSpPr>
          <p:spPr>
            <a:xfrm>
              <a:off x="12495741" y="1920151"/>
              <a:ext cx="238242" cy="774289"/>
            </a:xfrm>
            <a:custGeom>
              <a:avLst/>
              <a:gdLst>
                <a:gd name="connsiteX0" fmla="*/ 244199 w 238242"/>
                <a:gd name="connsiteY0" fmla="*/ 0 h 774288"/>
                <a:gd name="connsiteX1" fmla="*/ 247177 w 238242"/>
                <a:gd name="connsiteY1" fmla="*/ 0 h 774288"/>
                <a:gd name="connsiteX2" fmla="*/ 5956 w 238242"/>
                <a:gd name="connsiteY2" fmla="*/ 777267 h 774288"/>
                <a:gd name="connsiteX3" fmla="*/ 0 w 238242"/>
                <a:gd name="connsiteY3" fmla="*/ 777267 h 774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242" h="774288">
                  <a:moveTo>
                    <a:pt x="244199" y="0"/>
                  </a:moveTo>
                  <a:lnTo>
                    <a:pt x="247177" y="0"/>
                  </a:lnTo>
                  <a:lnTo>
                    <a:pt x="5956" y="777267"/>
                  </a:lnTo>
                  <a:lnTo>
                    <a:pt x="0" y="777267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B26EF4C5-79A0-C047-AE40-D6982803D34F}"/>
                </a:ext>
              </a:extLst>
            </p:cNvPr>
            <p:cNvSpPr/>
            <p:nvPr/>
          </p:nvSpPr>
          <p:spPr>
            <a:xfrm>
              <a:off x="11920983" y="2238800"/>
              <a:ext cx="565825" cy="446705"/>
            </a:xfrm>
            <a:custGeom>
              <a:avLst/>
              <a:gdLst>
                <a:gd name="connsiteX0" fmla="*/ 2978 w 565826"/>
                <a:gd name="connsiteY0" fmla="*/ 0 h 446705"/>
                <a:gd name="connsiteX1" fmla="*/ 577738 w 565826"/>
                <a:gd name="connsiteY1" fmla="*/ 455639 h 446705"/>
                <a:gd name="connsiteX2" fmla="*/ 577738 w 565826"/>
                <a:gd name="connsiteY2" fmla="*/ 458617 h 446705"/>
                <a:gd name="connsiteX3" fmla="*/ 0 w 565826"/>
                <a:gd name="connsiteY3" fmla="*/ 2978 h 446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5826" h="446705">
                  <a:moveTo>
                    <a:pt x="2978" y="0"/>
                  </a:moveTo>
                  <a:lnTo>
                    <a:pt x="577738" y="455639"/>
                  </a:lnTo>
                  <a:lnTo>
                    <a:pt x="577738" y="458617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ACFD5980-671E-1F43-93F1-5294710D36DB}"/>
                </a:ext>
              </a:extLst>
            </p:cNvPr>
            <p:cNvSpPr/>
            <p:nvPr/>
          </p:nvSpPr>
          <p:spPr>
            <a:xfrm>
              <a:off x="12174115" y="2697418"/>
              <a:ext cx="327584" cy="1012532"/>
            </a:xfrm>
            <a:custGeom>
              <a:avLst/>
              <a:gdLst>
                <a:gd name="connsiteX0" fmla="*/ 321628 w 327583"/>
                <a:gd name="connsiteY0" fmla="*/ 0 h 1012531"/>
                <a:gd name="connsiteX1" fmla="*/ 327584 w 327583"/>
                <a:gd name="connsiteY1" fmla="*/ 0 h 1012531"/>
                <a:gd name="connsiteX2" fmla="*/ 2978 w 327583"/>
                <a:gd name="connsiteY2" fmla="*/ 1021465 h 1012531"/>
                <a:gd name="connsiteX3" fmla="*/ 0 w 327583"/>
                <a:gd name="connsiteY3" fmla="*/ 1021465 h 1012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7583" h="1012531">
                  <a:moveTo>
                    <a:pt x="321628" y="0"/>
                  </a:moveTo>
                  <a:lnTo>
                    <a:pt x="327584" y="0"/>
                  </a:lnTo>
                  <a:lnTo>
                    <a:pt x="2978" y="1021465"/>
                  </a:lnTo>
                  <a:lnTo>
                    <a:pt x="0" y="1021465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DA4E25CA-1FA0-1242-9B6B-D52005F9D21F}"/>
                </a:ext>
              </a:extLst>
            </p:cNvPr>
            <p:cNvSpPr/>
            <p:nvPr/>
          </p:nvSpPr>
          <p:spPr>
            <a:xfrm>
              <a:off x="11965653" y="2989264"/>
              <a:ext cx="208462" cy="714728"/>
            </a:xfrm>
            <a:custGeom>
              <a:avLst/>
              <a:gdLst>
                <a:gd name="connsiteX0" fmla="*/ 2978 w 208462"/>
                <a:gd name="connsiteY0" fmla="*/ 0 h 714728"/>
                <a:gd name="connsiteX1" fmla="*/ 211441 w 208462"/>
                <a:gd name="connsiteY1" fmla="*/ 729618 h 714728"/>
                <a:gd name="connsiteX2" fmla="*/ 208462 w 208462"/>
                <a:gd name="connsiteY2" fmla="*/ 729618 h 714728"/>
                <a:gd name="connsiteX3" fmla="*/ 0 w 208462"/>
                <a:gd name="connsiteY3" fmla="*/ 0 h 71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8462" h="714728">
                  <a:moveTo>
                    <a:pt x="2978" y="0"/>
                  </a:moveTo>
                  <a:lnTo>
                    <a:pt x="211441" y="729618"/>
                  </a:lnTo>
                  <a:lnTo>
                    <a:pt x="208462" y="72961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02D8E3DB-758F-244B-BA38-219D6329228D}"/>
                </a:ext>
              </a:extLst>
            </p:cNvPr>
            <p:cNvSpPr/>
            <p:nvPr/>
          </p:nvSpPr>
          <p:spPr>
            <a:xfrm>
              <a:off x="11926939" y="3718882"/>
              <a:ext cx="238242" cy="774289"/>
            </a:xfrm>
            <a:custGeom>
              <a:avLst/>
              <a:gdLst>
                <a:gd name="connsiteX0" fmla="*/ 247177 w 238242"/>
                <a:gd name="connsiteY0" fmla="*/ 0 h 774288"/>
                <a:gd name="connsiteX1" fmla="*/ 250155 w 238242"/>
                <a:gd name="connsiteY1" fmla="*/ 0 h 774288"/>
                <a:gd name="connsiteX2" fmla="*/ 5956 w 238242"/>
                <a:gd name="connsiteY2" fmla="*/ 786201 h 774288"/>
                <a:gd name="connsiteX3" fmla="*/ 0 w 238242"/>
                <a:gd name="connsiteY3" fmla="*/ 783223 h 774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242" h="774288">
                  <a:moveTo>
                    <a:pt x="247177" y="0"/>
                  </a:moveTo>
                  <a:lnTo>
                    <a:pt x="250155" y="0"/>
                  </a:lnTo>
                  <a:lnTo>
                    <a:pt x="5956" y="786201"/>
                  </a:lnTo>
                  <a:lnTo>
                    <a:pt x="0" y="783223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94692DE7-8913-4747-9988-6C87ED67ACE8}"/>
                </a:ext>
              </a:extLst>
            </p:cNvPr>
            <p:cNvSpPr/>
            <p:nvPr/>
          </p:nvSpPr>
          <p:spPr>
            <a:xfrm>
              <a:off x="10044824" y="3278134"/>
              <a:ext cx="2114401" cy="416925"/>
            </a:xfrm>
            <a:custGeom>
              <a:avLst/>
              <a:gdLst>
                <a:gd name="connsiteX0" fmla="*/ 0 w 2114403"/>
                <a:gd name="connsiteY0" fmla="*/ 0 h 416924"/>
                <a:gd name="connsiteX1" fmla="*/ 2132272 w 2114403"/>
                <a:gd name="connsiteY1" fmla="*/ 437771 h 416924"/>
                <a:gd name="connsiteX2" fmla="*/ 2129294 w 2114403"/>
                <a:gd name="connsiteY2" fmla="*/ 443727 h 416924"/>
                <a:gd name="connsiteX3" fmla="*/ 0 w 2114403"/>
                <a:gd name="connsiteY3" fmla="*/ 5956 h 416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4403" h="416924">
                  <a:moveTo>
                    <a:pt x="0" y="0"/>
                  </a:moveTo>
                  <a:lnTo>
                    <a:pt x="2132272" y="437771"/>
                  </a:lnTo>
                  <a:lnTo>
                    <a:pt x="2129294" y="443727"/>
                  </a:lnTo>
                  <a:lnTo>
                    <a:pt x="0" y="5956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89EC3D85-A61A-1746-979C-D0804E0E9184}"/>
                </a:ext>
              </a:extLst>
            </p:cNvPr>
            <p:cNvSpPr/>
            <p:nvPr/>
          </p:nvSpPr>
          <p:spPr>
            <a:xfrm>
              <a:off x="11280167" y="2249072"/>
              <a:ext cx="595606" cy="268023"/>
            </a:xfrm>
            <a:custGeom>
              <a:avLst/>
              <a:gdLst>
                <a:gd name="connsiteX0" fmla="*/ 0 w 595606"/>
                <a:gd name="connsiteY0" fmla="*/ 290555 h 268023"/>
                <a:gd name="connsiteX1" fmla="*/ 620288 w 595606"/>
                <a:gd name="connsiteY1" fmla="*/ 0 h 268023"/>
                <a:gd name="connsiteX2" fmla="*/ 621552 w 595606"/>
                <a:gd name="connsiteY2" fmla="*/ 2697 h 268023"/>
                <a:gd name="connsiteX3" fmla="*/ 1263 w 595606"/>
                <a:gd name="connsiteY3" fmla="*/ 293252 h 26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5606" h="268023">
                  <a:moveTo>
                    <a:pt x="0" y="290555"/>
                  </a:moveTo>
                  <a:lnTo>
                    <a:pt x="620288" y="0"/>
                  </a:lnTo>
                  <a:lnTo>
                    <a:pt x="621552" y="2697"/>
                  </a:lnTo>
                  <a:lnTo>
                    <a:pt x="1263" y="293252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C0FA91BE-21C1-E144-8B4A-A73A8F69D5AE}"/>
                </a:ext>
              </a:extLst>
            </p:cNvPr>
            <p:cNvSpPr/>
            <p:nvPr/>
          </p:nvSpPr>
          <p:spPr>
            <a:xfrm>
              <a:off x="11283684" y="2542559"/>
              <a:ext cx="684947" cy="446705"/>
            </a:xfrm>
            <a:custGeom>
              <a:avLst/>
              <a:gdLst>
                <a:gd name="connsiteX0" fmla="*/ 0 w 684947"/>
                <a:gd name="connsiteY0" fmla="*/ 0 h 446705"/>
                <a:gd name="connsiteX1" fmla="*/ 684948 w 684947"/>
                <a:gd name="connsiteY1" fmla="*/ 443727 h 446705"/>
                <a:gd name="connsiteX2" fmla="*/ 681969 w 684947"/>
                <a:gd name="connsiteY2" fmla="*/ 446705 h 446705"/>
                <a:gd name="connsiteX3" fmla="*/ 0 w 684947"/>
                <a:gd name="connsiteY3" fmla="*/ 5956 h 446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947" h="446705">
                  <a:moveTo>
                    <a:pt x="0" y="0"/>
                  </a:moveTo>
                  <a:lnTo>
                    <a:pt x="684948" y="443727"/>
                  </a:lnTo>
                  <a:lnTo>
                    <a:pt x="681969" y="446705"/>
                  </a:lnTo>
                  <a:lnTo>
                    <a:pt x="0" y="5956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2B435CA8-23AE-D944-AA91-723F4896AF6A}"/>
                </a:ext>
              </a:extLst>
            </p:cNvPr>
            <p:cNvSpPr/>
            <p:nvPr/>
          </p:nvSpPr>
          <p:spPr>
            <a:xfrm>
              <a:off x="11280707" y="2545537"/>
              <a:ext cx="625386" cy="1935723"/>
            </a:xfrm>
            <a:custGeom>
              <a:avLst/>
              <a:gdLst>
                <a:gd name="connsiteX0" fmla="*/ 5956 w 625387"/>
                <a:gd name="connsiteY0" fmla="*/ 0 h 1935721"/>
                <a:gd name="connsiteX1" fmla="*/ 652189 w 625387"/>
                <a:gd name="connsiteY1" fmla="*/ 1956568 h 1935721"/>
                <a:gd name="connsiteX2" fmla="*/ 646233 w 625387"/>
                <a:gd name="connsiteY2" fmla="*/ 1959546 h 1935721"/>
                <a:gd name="connsiteX3" fmla="*/ 0 w 625387"/>
                <a:gd name="connsiteY3" fmla="*/ 0 h 1935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5387" h="1935721">
                  <a:moveTo>
                    <a:pt x="5956" y="0"/>
                  </a:moveTo>
                  <a:lnTo>
                    <a:pt x="652189" y="1956568"/>
                  </a:lnTo>
                  <a:lnTo>
                    <a:pt x="646233" y="195954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ED71DBCF-90EE-7B4C-B798-CB00E4A2AB59}"/>
                </a:ext>
              </a:extLst>
            </p:cNvPr>
            <p:cNvSpPr/>
            <p:nvPr/>
          </p:nvSpPr>
          <p:spPr>
            <a:xfrm>
              <a:off x="11965652" y="2694439"/>
              <a:ext cx="506266" cy="268023"/>
            </a:xfrm>
            <a:custGeom>
              <a:avLst/>
              <a:gdLst>
                <a:gd name="connsiteX0" fmla="*/ 533068 w 506265"/>
                <a:gd name="connsiteY0" fmla="*/ 0 h 268023"/>
                <a:gd name="connsiteX1" fmla="*/ 533068 w 506265"/>
                <a:gd name="connsiteY1" fmla="*/ 5956 h 268023"/>
                <a:gd name="connsiteX2" fmla="*/ 2978 w 506265"/>
                <a:gd name="connsiteY2" fmla="*/ 294825 h 268023"/>
                <a:gd name="connsiteX3" fmla="*/ 0 w 506265"/>
                <a:gd name="connsiteY3" fmla="*/ 291847 h 26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6265" h="268023">
                  <a:moveTo>
                    <a:pt x="533068" y="0"/>
                  </a:moveTo>
                  <a:lnTo>
                    <a:pt x="533068" y="5956"/>
                  </a:lnTo>
                  <a:lnTo>
                    <a:pt x="2978" y="294825"/>
                  </a:lnTo>
                  <a:lnTo>
                    <a:pt x="0" y="291847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4F5F2E1F-C1DA-3149-883E-F1B1D7CD0B14}"/>
                </a:ext>
              </a:extLst>
            </p:cNvPr>
            <p:cNvSpPr/>
            <p:nvPr/>
          </p:nvSpPr>
          <p:spPr>
            <a:xfrm>
              <a:off x="11965651" y="1896326"/>
              <a:ext cx="774288" cy="1072092"/>
            </a:xfrm>
            <a:custGeom>
              <a:avLst/>
              <a:gdLst>
                <a:gd name="connsiteX0" fmla="*/ 771310 w 774288"/>
                <a:gd name="connsiteY0" fmla="*/ 0 h 1072092"/>
                <a:gd name="connsiteX1" fmla="*/ 774289 w 774288"/>
                <a:gd name="connsiteY1" fmla="*/ 2978 h 1072092"/>
                <a:gd name="connsiteX2" fmla="*/ 2978 w 774288"/>
                <a:gd name="connsiteY2" fmla="*/ 1092938 h 1072092"/>
                <a:gd name="connsiteX3" fmla="*/ 0 w 774288"/>
                <a:gd name="connsiteY3" fmla="*/ 1089960 h 1072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4288" h="1072092">
                  <a:moveTo>
                    <a:pt x="771310" y="0"/>
                  </a:moveTo>
                  <a:lnTo>
                    <a:pt x="774289" y="2978"/>
                  </a:lnTo>
                  <a:lnTo>
                    <a:pt x="2978" y="1092938"/>
                  </a:lnTo>
                  <a:lnTo>
                    <a:pt x="0" y="108996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D004201E-F467-E342-B1CF-3D3D010CAA30}"/>
                </a:ext>
              </a:extLst>
            </p:cNvPr>
            <p:cNvSpPr/>
            <p:nvPr/>
          </p:nvSpPr>
          <p:spPr>
            <a:xfrm>
              <a:off x="10044824" y="2986286"/>
              <a:ext cx="1905938" cy="297803"/>
            </a:xfrm>
            <a:custGeom>
              <a:avLst/>
              <a:gdLst>
                <a:gd name="connsiteX0" fmla="*/ 1923810 w 1905941"/>
                <a:gd name="connsiteY0" fmla="*/ 0 h 297803"/>
                <a:gd name="connsiteX1" fmla="*/ 1923810 w 1905941"/>
                <a:gd name="connsiteY1" fmla="*/ 2978 h 297803"/>
                <a:gd name="connsiteX2" fmla="*/ 0 w 1905941"/>
                <a:gd name="connsiteY2" fmla="*/ 297803 h 297803"/>
                <a:gd name="connsiteX3" fmla="*/ 0 w 1905941"/>
                <a:gd name="connsiteY3" fmla="*/ 291847 h 297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941" h="297803">
                  <a:moveTo>
                    <a:pt x="1923810" y="0"/>
                  </a:moveTo>
                  <a:lnTo>
                    <a:pt x="1923810" y="2978"/>
                  </a:lnTo>
                  <a:lnTo>
                    <a:pt x="0" y="297803"/>
                  </a:lnTo>
                  <a:lnTo>
                    <a:pt x="0" y="291847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A3BFC770-F5DF-EB42-A46B-A1F507343A44}"/>
                </a:ext>
              </a:extLst>
            </p:cNvPr>
            <p:cNvSpPr/>
            <p:nvPr/>
          </p:nvSpPr>
          <p:spPr>
            <a:xfrm>
              <a:off x="11929914" y="4406808"/>
              <a:ext cx="1012529" cy="89341"/>
            </a:xfrm>
            <a:custGeom>
              <a:avLst/>
              <a:gdLst>
                <a:gd name="connsiteX0" fmla="*/ 0 w 1012531"/>
                <a:gd name="connsiteY0" fmla="*/ 95297 h 89341"/>
                <a:gd name="connsiteX1" fmla="*/ 1036356 w 1012531"/>
                <a:gd name="connsiteY1" fmla="*/ 0 h 89341"/>
                <a:gd name="connsiteX2" fmla="*/ 1039333 w 1012531"/>
                <a:gd name="connsiteY2" fmla="*/ 2978 h 89341"/>
                <a:gd name="connsiteX3" fmla="*/ 0 w 1012531"/>
                <a:gd name="connsiteY3" fmla="*/ 98275 h 89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2531" h="89341">
                  <a:moveTo>
                    <a:pt x="0" y="95297"/>
                  </a:moveTo>
                  <a:lnTo>
                    <a:pt x="1036356" y="0"/>
                  </a:lnTo>
                  <a:lnTo>
                    <a:pt x="1039333" y="2978"/>
                  </a:lnTo>
                  <a:lnTo>
                    <a:pt x="0" y="98275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11169D7E-55EF-1F4C-88E3-5D18A18428BE}"/>
                </a:ext>
              </a:extLst>
            </p:cNvPr>
            <p:cNvSpPr/>
            <p:nvPr/>
          </p:nvSpPr>
          <p:spPr>
            <a:xfrm>
              <a:off x="11923957" y="4442544"/>
              <a:ext cx="536045" cy="833849"/>
            </a:xfrm>
            <a:custGeom>
              <a:avLst/>
              <a:gdLst>
                <a:gd name="connsiteX0" fmla="*/ 2978 w 536046"/>
                <a:gd name="connsiteY0" fmla="*/ 0 h 833849"/>
                <a:gd name="connsiteX1" fmla="*/ 550936 w 536046"/>
                <a:gd name="connsiteY1" fmla="*/ 845761 h 833849"/>
                <a:gd name="connsiteX2" fmla="*/ 547958 w 536046"/>
                <a:gd name="connsiteY2" fmla="*/ 848740 h 833849"/>
                <a:gd name="connsiteX3" fmla="*/ 0 w 536046"/>
                <a:gd name="connsiteY3" fmla="*/ 2978 h 833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046" h="833849">
                  <a:moveTo>
                    <a:pt x="2978" y="0"/>
                  </a:moveTo>
                  <a:lnTo>
                    <a:pt x="550936" y="845761"/>
                  </a:lnTo>
                  <a:lnTo>
                    <a:pt x="547958" y="848740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B920E37F-1E7B-2D44-8665-A4AFD8EBC6A8}"/>
                </a:ext>
              </a:extLst>
            </p:cNvPr>
            <p:cNvSpPr/>
            <p:nvPr/>
          </p:nvSpPr>
          <p:spPr>
            <a:xfrm>
              <a:off x="11116911" y="4254928"/>
              <a:ext cx="804068" cy="238243"/>
            </a:xfrm>
            <a:custGeom>
              <a:avLst/>
              <a:gdLst>
                <a:gd name="connsiteX0" fmla="*/ 0 w 804069"/>
                <a:gd name="connsiteY0" fmla="*/ 0 h 238242"/>
                <a:gd name="connsiteX1" fmla="*/ 813003 w 804069"/>
                <a:gd name="connsiteY1" fmla="*/ 247177 h 238242"/>
                <a:gd name="connsiteX2" fmla="*/ 813003 w 804069"/>
                <a:gd name="connsiteY2" fmla="*/ 250155 h 238242"/>
                <a:gd name="connsiteX3" fmla="*/ 0 w 804069"/>
                <a:gd name="connsiteY3" fmla="*/ 5956 h 238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069" h="238242">
                  <a:moveTo>
                    <a:pt x="0" y="0"/>
                  </a:moveTo>
                  <a:lnTo>
                    <a:pt x="813003" y="247177"/>
                  </a:lnTo>
                  <a:lnTo>
                    <a:pt x="813003" y="250155"/>
                  </a:lnTo>
                  <a:lnTo>
                    <a:pt x="0" y="5956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A5C43613-0A71-A24B-9502-45C8B467803C}"/>
                </a:ext>
              </a:extLst>
            </p:cNvPr>
            <p:cNvSpPr/>
            <p:nvPr/>
          </p:nvSpPr>
          <p:spPr>
            <a:xfrm rot="1116532">
              <a:off x="8411352" y="4155936"/>
              <a:ext cx="148902" cy="2412208"/>
            </a:xfrm>
            <a:custGeom>
              <a:avLst/>
              <a:gdLst>
                <a:gd name="connsiteX0" fmla="*/ 0 w 148901"/>
                <a:gd name="connsiteY0" fmla="*/ 0 h 2412207"/>
                <a:gd name="connsiteX1" fmla="*/ 2978 w 148901"/>
                <a:gd name="connsiteY1" fmla="*/ 0 h 2412207"/>
                <a:gd name="connsiteX2" fmla="*/ 163792 w 148901"/>
                <a:gd name="connsiteY2" fmla="*/ 2415185 h 2412207"/>
                <a:gd name="connsiteX3" fmla="*/ 160814 w 148901"/>
                <a:gd name="connsiteY3" fmla="*/ 2415185 h 2412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901" h="2412207">
                  <a:moveTo>
                    <a:pt x="0" y="0"/>
                  </a:moveTo>
                  <a:lnTo>
                    <a:pt x="2978" y="0"/>
                  </a:lnTo>
                  <a:lnTo>
                    <a:pt x="163792" y="2415185"/>
                  </a:lnTo>
                  <a:lnTo>
                    <a:pt x="160814" y="2415185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B4C7CF8-6CD1-134A-9C3B-EE8ED6CBD0BF}"/>
                </a:ext>
              </a:extLst>
            </p:cNvPr>
            <p:cNvSpPr/>
            <p:nvPr/>
          </p:nvSpPr>
          <p:spPr>
            <a:xfrm rot="20108175">
              <a:off x="9477784" y="4144715"/>
              <a:ext cx="236273" cy="3827621"/>
            </a:xfrm>
            <a:custGeom>
              <a:avLst/>
              <a:gdLst>
                <a:gd name="connsiteX0" fmla="*/ 0 w 148901"/>
                <a:gd name="connsiteY0" fmla="*/ 0 h 2412207"/>
                <a:gd name="connsiteX1" fmla="*/ 2978 w 148901"/>
                <a:gd name="connsiteY1" fmla="*/ 0 h 2412207"/>
                <a:gd name="connsiteX2" fmla="*/ 163792 w 148901"/>
                <a:gd name="connsiteY2" fmla="*/ 2415185 h 2412207"/>
                <a:gd name="connsiteX3" fmla="*/ 160814 w 148901"/>
                <a:gd name="connsiteY3" fmla="*/ 2415185 h 2412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901" h="2412207">
                  <a:moveTo>
                    <a:pt x="0" y="0"/>
                  </a:moveTo>
                  <a:lnTo>
                    <a:pt x="2978" y="0"/>
                  </a:lnTo>
                  <a:lnTo>
                    <a:pt x="163792" y="2415185"/>
                  </a:lnTo>
                  <a:lnTo>
                    <a:pt x="160814" y="2415185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250A88DC-FA61-404E-953A-1A5705DA533C}"/>
                </a:ext>
              </a:extLst>
            </p:cNvPr>
            <p:cNvSpPr/>
            <p:nvPr/>
          </p:nvSpPr>
          <p:spPr>
            <a:xfrm rot="20874186">
              <a:off x="9546424" y="2519287"/>
              <a:ext cx="388066" cy="4057224"/>
            </a:xfrm>
            <a:custGeom>
              <a:avLst/>
              <a:gdLst>
                <a:gd name="connsiteX0" fmla="*/ 0 w 148901"/>
                <a:gd name="connsiteY0" fmla="*/ 0 h 2412207"/>
                <a:gd name="connsiteX1" fmla="*/ 2978 w 148901"/>
                <a:gd name="connsiteY1" fmla="*/ 0 h 2412207"/>
                <a:gd name="connsiteX2" fmla="*/ 163792 w 148901"/>
                <a:gd name="connsiteY2" fmla="*/ 2415185 h 2412207"/>
                <a:gd name="connsiteX3" fmla="*/ 160814 w 148901"/>
                <a:gd name="connsiteY3" fmla="*/ 2415185 h 2412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901" h="2412207">
                  <a:moveTo>
                    <a:pt x="0" y="0"/>
                  </a:moveTo>
                  <a:lnTo>
                    <a:pt x="2978" y="0"/>
                  </a:lnTo>
                  <a:lnTo>
                    <a:pt x="163792" y="2415185"/>
                  </a:lnTo>
                  <a:lnTo>
                    <a:pt x="160814" y="2415185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80" name="Graphic 14">
            <a:extLst>
              <a:ext uri="{FF2B5EF4-FFF2-40B4-BE49-F238E27FC236}">
                <a16:creationId xmlns:a16="http://schemas.microsoft.com/office/drawing/2014/main" id="{6E4D82B8-42D5-6148-AE89-2EE1A3EE7572}"/>
              </a:ext>
            </a:extLst>
          </p:cNvPr>
          <p:cNvGrpSpPr/>
          <p:nvPr/>
        </p:nvGrpSpPr>
        <p:grpSpPr>
          <a:xfrm rot="5400000">
            <a:off x="-1501016" y="2324875"/>
            <a:ext cx="4967125" cy="4979266"/>
            <a:chOff x="5786248" y="1256049"/>
            <a:chExt cx="7311072" cy="7328940"/>
          </a:xfrm>
          <a:solidFill>
            <a:schemeClr val="bg1">
              <a:lumMod val="75000"/>
            </a:schemeClr>
          </a:solidFill>
        </p:grpSpPr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A3AEC3B9-28E1-9B4A-939A-87BE6B09D0F6}"/>
                </a:ext>
              </a:extLst>
            </p:cNvPr>
            <p:cNvSpPr/>
            <p:nvPr/>
          </p:nvSpPr>
          <p:spPr>
            <a:xfrm>
              <a:off x="7769618" y="6381245"/>
              <a:ext cx="1101872" cy="446705"/>
            </a:xfrm>
            <a:custGeom>
              <a:avLst/>
              <a:gdLst>
                <a:gd name="connsiteX0" fmla="*/ 0 w 1101872"/>
                <a:gd name="connsiteY0" fmla="*/ 0 h 446705"/>
                <a:gd name="connsiteX1" fmla="*/ 1122719 w 1101872"/>
                <a:gd name="connsiteY1" fmla="*/ 446705 h 446705"/>
                <a:gd name="connsiteX2" fmla="*/ 1119741 w 1101872"/>
                <a:gd name="connsiteY2" fmla="*/ 449683 h 446705"/>
                <a:gd name="connsiteX3" fmla="*/ 0 w 1101872"/>
                <a:gd name="connsiteY3" fmla="*/ 2978 h 446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01872" h="446705">
                  <a:moveTo>
                    <a:pt x="0" y="0"/>
                  </a:moveTo>
                  <a:lnTo>
                    <a:pt x="1122719" y="446705"/>
                  </a:lnTo>
                  <a:lnTo>
                    <a:pt x="1119741" y="449683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42F3DB28-1C3C-584F-89A0-5B444B066CBE}"/>
                </a:ext>
              </a:extLst>
            </p:cNvPr>
            <p:cNvSpPr/>
            <p:nvPr/>
          </p:nvSpPr>
          <p:spPr>
            <a:xfrm>
              <a:off x="8728545" y="4415742"/>
              <a:ext cx="148902" cy="2412207"/>
            </a:xfrm>
            <a:custGeom>
              <a:avLst/>
              <a:gdLst>
                <a:gd name="connsiteX0" fmla="*/ 0 w 148901"/>
                <a:gd name="connsiteY0" fmla="*/ 0 h 2412207"/>
                <a:gd name="connsiteX1" fmla="*/ 2978 w 148901"/>
                <a:gd name="connsiteY1" fmla="*/ 0 h 2412207"/>
                <a:gd name="connsiteX2" fmla="*/ 163792 w 148901"/>
                <a:gd name="connsiteY2" fmla="*/ 2415185 h 2412207"/>
                <a:gd name="connsiteX3" fmla="*/ 160814 w 148901"/>
                <a:gd name="connsiteY3" fmla="*/ 2415185 h 2412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901" h="2412207">
                  <a:moveTo>
                    <a:pt x="0" y="0"/>
                  </a:moveTo>
                  <a:lnTo>
                    <a:pt x="2978" y="0"/>
                  </a:lnTo>
                  <a:lnTo>
                    <a:pt x="163792" y="2415185"/>
                  </a:lnTo>
                  <a:lnTo>
                    <a:pt x="160814" y="2415185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B9500B40-02A2-E745-ACA0-EF938C67A7AB}"/>
                </a:ext>
              </a:extLst>
            </p:cNvPr>
            <p:cNvSpPr/>
            <p:nvPr/>
          </p:nvSpPr>
          <p:spPr>
            <a:xfrm>
              <a:off x="7766640" y="4415742"/>
              <a:ext cx="952971" cy="1965502"/>
            </a:xfrm>
            <a:custGeom>
              <a:avLst/>
              <a:gdLst>
                <a:gd name="connsiteX0" fmla="*/ 961905 w 952970"/>
                <a:gd name="connsiteY0" fmla="*/ 0 h 1965502"/>
                <a:gd name="connsiteX1" fmla="*/ 964883 w 952970"/>
                <a:gd name="connsiteY1" fmla="*/ 2978 h 1965502"/>
                <a:gd name="connsiteX2" fmla="*/ 5956 w 952970"/>
                <a:gd name="connsiteY2" fmla="*/ 1968480 h 1965502"/>
                <a:gd name="connsiteX3" fmla="*/ 0 w 952970"/>
                <a:gd name="connsiteY3" fmla="*/ 1965502 h 1965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970" h="1965502">
                  <a:moveTo>
                    <a:pt x="961905" y="0"/>
                  </a:moveTo>
                  <a:lnTo>
                    <a:pt x="964883" y="2978"/>
                  </a:lnTo>
                  <a:lnTo>
                    <a:pt x="5956" y="1968480"/>
                  </a:lnTo>
                  <a:lnTo>
                    <a:pt x="0" y="1965502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54303605-4A2A-0A46-BAA0-7FD9BE3BF04B}"/>
                </a:ext>
              </a:extLst>
            </p:cNvPr>
            <p:cNvSpPr/>
            <p:nvPr/>
          </p:nvSpPr>
          <p:spPr>
            <a:xfrm>
              <a:off x="8728545" y="4415742"/>
              <a:ext cx="1012531" cy="1101872"/>
            </a:xfrm>
            <a:custGeom>
              <a:avLst/>
              <a:gdLst>
                <a:gd name="connsiteX0" fmla="*/ 2978 w 1012531"/>
                <a:gd name="connsiteY0" fmla="*/ 0 h 1101872"/>
                <a:gd name="connsiteX1" fmla="*/ 1039333 w 1012531"/>
                <a:gd name="connsiteY1" fmla="*/ 1119741 h 1101872"/>
                <a:gd name="connsiteX2" fmla="*/ 1036356 w 1012531"/>
                <a:gd name="connsiteY2" fmla="*/ 1122719 h 1101872"/>
                <a:gd name="connsiteX3" fmla="*/ 0 w 1012531"/>
                <a:gd name="connsiteY3" fmla="*/ 2978 h 1101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2531" h="1101872">
                  <a:moveTo>
                    <a:pt x="2978" y="0"/>
                  </a:moveTo>
                  <a:lnTo>
                    <a:pt x="1039333" y="1119741"/>
                  </a:lnTo>
                  <a:lnTo>
                    <a:pt x="1036356" y="1122719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4D048D78-EE3D-B14D-9B83-FBDC8FAA6585}"/>
                </a:ext>
              </a:extLst>
            </p:cNvPr>
            <p:cNvSpPr/>
            <p:nvPr/>
          </p:nvSpPr>
          <p:spPr>
            <a:xfrm>
              <a:off x="8728545" y="2622966"/>
              <a:ext cx="416925" cy="1786820"/>
            </a:xfrm>
            <a:custGeom>
              <a:avLst/>
              <a:gdLst>
                <a:gd name="connsiteX0" fmla="*/ 416925 w 416924"/>
                <a:gd name="connsiteY0" fmla="*/ 0 h 1786820"/>
                <a:gd name="connsiteX1" fmla="*/ 422881 w 416924"/>
                <a:gd name="connsiteY1" fmla="*/ 0 h 1786820"/>
                <a:gd name="connsiteX2" fmla="*/ 2978 w 416924"/>
                <a:gd name="connsiteY2" fmla="*/ 1792776 h 1786820"/>
                <a:gd name="connsiteX3" fmla="*/ 0 w 416924"/>
                <a:gd name="connsiteY3" fmla="*/ 1792776 h 1786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924" h="1786820">
                  <a:moveTo>
                    <a:pt x="416925" y="0"/>
                  </a:moveTo>
                  <a:lnTo>
                    <a:pt x="422881" y="0"/>
                  </a:lnTo>
                  <a:lnTo>
                    <a:pt x="2978" y="1792776"/>
                  </a:lnTo>
                  <a:lnTo>
                    <a:pt x="0" y="1792776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16369FEE-F47E-9C4B-9A24-F49E505EBA58}"/>
                </a:ext>
              </a:extLst>
            </p:cNvPr>
            <p:cNvSpPr/>
            <p:nvPr/>
          </p:nvSpPr>
          <p:spPr>
            <a:xfrm>
              <a:off x="8728545" y="3281112"/>
              <a:ext cx="1310335" cy="1131653"/>
            </a:xfrm>
            <a:custGeom>
              <a:avLst/>
              <a:gdLst>
                <a:gd name="connsiteX0" fmla="*/ 1316291 w 1310334"/>
                <a:gd name="connsiteY0" fmla="*/ 0 h 1131652"/>
                <a:gd name="connsiteX1" fmla="*/ 1319269 w 1310334"/>
                <a:gd name="connsiteY1" fmla="*/ 2978 h 1131652"/>
                <a:gd name="connsiteX2" fmla="*/ 2978 w 1310334"/>
                <a:gd name="connsiteY2" fmla="*/ 1137609 h 1131652"/>
                <a:gd name="connsiteX3" fmla="*/ 0 w 1310334"/>
                <a:gd name="connsiteY3" fmla="*/ 1134631 h 113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10334" h="1131652">
                  <a:moveTo>
                    <a:pt x="1316291" y="0"/>
                  </a:moveTo>
                  <a:lnTo>
                    <a:pt x="1319269" y="2978"/>
                  </a:lnTo>
                  <a:lnTo>
                    <a:pt x="2978" y="1137609"/>
                  </a:lnTo>
                  <a:lnTo>
                    <a:pt x="0" y="1134631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E2ED33E4-C641-AA49-BF78-C340409C1023}"/>
                </a:ext>
              </a:extLst>
            </p:cNvPr>
            <p:cNvSpPr/>
            <p:nvPr/>
          </p:nvSpPr>
          <p:spPr>
            <a:xfrm>
              <a:off x="5786248" y="1256049"/>
              <a:ext cx="29780" cy="29780"/>
            </a:xfrm>
            <a:custGeom>
              <a:avLst/>
              <a:gdLst/>
              <a:ahLst/>
              <a:cxnLst/>
              <a:rect l="l" t="t" r="r" b="b"/>
              <a:pathLst>
                <a:path/>
              </a:pathLst>
            </a:custGeom>
            <a:grpFill/>
            <a:ln w="7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B5943837-65EF-C943-85EF-773D931F829A}"/>
                </a:ext>
              </a:extLst>
            </p:cNvPr>
            <p:cNvSpPr/>
            <p:nvPr/>
          </p:nvSpPr>
          <p:spPr>
            <a:xfrm>
              <a:off x="9148448" y="2619988"/>
              <a:ext cx="893410" cy="655167"/>
            </a:xfrm>
            <a:custGeom>
              <a:avLst/>
              <a:gdLst>
                <a:gd name="connsiteX0" fmla="*/ 2978 w 893410"/>
                <a:gd name="connsiteY0" fmla="*/ 0 h 655167"/>
                <a:gd name="connsiteX1" fmla="*/ 896388 w 893410"/>
                <a:gd name="connsiteY1" fmla="*/ 661123 h 655167"/>
                <a:gd name="connsiteX2" fmla="*/ 896388 w 893410"/>
                <a:gd name="connsiteY2" fmla="*/ 664101 h 655167"/>
                <a:gd name="connsiteX3" fmla="*/ 0 w 893410"/>
                <a:gd name="connsiteY3" fmla="*/ 2978 h 655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3410" h="655167">
                  <a:moveTo>
                    <a:pt x="2978" y="0"/>
                  </a:moveTo>
                  <a:lnTo>
                    <a:pt x="896388" y="661123"/>
                  </a:lnTo>
                  <a:lnTo>
                    <a:pt x="896388" y="664101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709CC26B-4E00-DC48-BC2B-104629DE75C6}"/>
                </a:ext>
              </a:extLst>
            </p:cNvPr>
            <p:cNvSpPr/>
            <p:nvPr/>
          </p:nvSpPr>
          <p:spPr>
            <a:xfrm>
              <a:off x="9148448" y="2542559"/>
              <a:ext cx="2114404" cy="59561"/>
            </a:xfrm>
            <a:custGeom>
              <a:avLst/>
              <a:gdLst>
                <a:gd name="connsiteX0" fmla="*/ 0 w 2114403"/>
                <a:gd name="connsiteY0" fmla="*/ 77429 h 59560"/>
                <a:gd name="connsiteX1" fmla="*/ 2135250 w 2114403"/>
                <a:gd name="connsiteY1" fmla="*/ 0 h 59560"/>
                <a:gd name="connsiteX2" fmla="*/ 2135250 w 2114403"/>
                <a:gd name="connsiteY2" fmla="*/ 5956 h 59560"/>
                <a:gd name="connsiteX3" fmla="*/ 0 w 2114403"/>
                <a:gd name="connsiteY3" fmla="*/ 83385 h 59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4403" h="59560">
                  <a:moveTo>
                    <a:pt x="0" y="77429"/>
                  </a:moveTo>
                  <a:lnTo>
                    <a:pt x="2135250" y="0"/>
                  </a:lnTo>
                  <a:lnTo>
                    <a:pt x="2135250" y="5956"/>
                  </a:lnTo>
                  <a:lnTo>
                    <a:pt x="0" y="83385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2EFE1EF3-4054-3744-AB76-19B1813B95A1}"/>
                </a:ext>
              </a:extLst>
            </p:cNvPr>
            <p:cNvSpPr/>
            <p:nvPr/>
          </p:nvSpPr>
          <p:spPr>
            <a:xfrm>
              <a:off x="10043807" y="2543664"/>
              <a:ext cx="1220994" cy="714728"/>
            </a:xfrm>
            <a:custGeom>
              <a:avLst/>
              <a:gdLst>
                <a:gd name="connsiteX0" fmla="*/ 0 w 1220993"/>
                <a:gd name="connsiteY0" fmla="*/ 736683 h 714728"/>
                <a:gd name="connsiteX1" fmla="*/ 1238856 w 1220993"/>
                <a:gd name="connsiteY1" fmla="*/ 0 h 714728"/>
                <a:gd name="connsiteX2" fmla="*/ 1240378 w 1220993"/>
                <a:gd name="connsiteY2" fmla="*/ 2560 h 714728"/>
                <a:gd name="connsiteX3" fmla="*/ 1522 w 1220993"/>
                <a:gd name="connsiteY3" fmla="*/ 739243 h 71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0993" h="714728">
                  <a:moveTo>
                    <a:pt x="0" y="736683"/>
                  </a:moveTo>
                  <a:lnTo>
                    <a:pt x="1238856" y="0"/>
                  </a:lnTo>
                  <a:lnTo>
                    <a:pt x="1240378" y="2560"/>
                  </a:lnTo>
                  <a:lnTo>
                    <a:pt x="1522" y="739243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29713D47-4968-1440-AD89-11F504432AF8}"/>
                </a:ext>
              </a:extLst>
            </p:cNvPr>
            <p:cNvSpPr/>
            <p:nvPr/>
          </p:nvSpPr>
          <p:spPr>
            <a:xfrm>
              <a:off x="10044836" y="3281112"/>
              <a:ext cx="1072092" cy="952971"/>
            </a:xfrm>
            <a:custGeom>
              <a:avLst/>
              <a:gdLst>
                <a:gd name="connsiteX0" fmla="*/ 2978 w 1072092"/>
                <a:gd name="connsiteY0" fmla="*/ 0 h 952970"/>
                <a:gd name="connsiteX1" fmla="*/ 1075070 w 1072092"/>
                <a:gd name="connsiteY1" fmla="*/ 973817 h 952970"/>
                <a:gd name="connsiteX2" fmla="*/ 1072092 w 1072092"/>
                <a:gd name="connsiteY2" fmla="*/ 976795 h 952970"/>
                <a:gd name="connsiteX3" fmla="*/ 0 w 1072092"/>
                <a:gd name="connsiteY3" fmla="*/ 2978 h 952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2092" h="952970">
                  <a:moveTo>
                    <a:pt x="2978" y="0"/>
                  </a:moveTo>
                  <a:lnTo>
                    <a:pt x="1075070" y="973817"/>
                  </a:lnTo>
                  <a:lnTo>
                    <a:pt x="1072092" y="976795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5ECBDEBF-D1DB-1A47-9617-1D693A1545BB}"/>
                </a:ext>
              </a:extLst>
            </p:cNvPr>
            <p:cNvSpPr/>
            <p:nvPr/>
          </p:nvSpPr>
          <p:spPr>
            <a:xfrm>
              <a:off x="10041857" y="3281112"/>
              <a:ext cx="714728" cy="1786820"/>
            </a:xfrm>
            <a:custGeom>
              <a:avLst/>
              <a:gdLst>
                <a:gd name="connsiteX0" fmla="*/ 5956 w 714728"/>
                <a:gd name="connsiteY0" fmla="*/ 0 h 1786820"/>
                <a:gd name="connsiteX1" fmla="*/ 732596 w 714728"/>
                <a:gd name="connsiteY1" fmla="*/ 1807666 h 1786820"/>
                <a:gd name="connsiteX2" fmla="*/ 726640 w 714728"/>
                <a:gd name="connsiteY2" fmla="*/ 1810644 h 1786820"/>
                <a:gd name="connsiteX3" fmla="*/ 0 w 714728"/>
                <a:gd name="connsiteY3" fmla="*/ 0 h 1786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4728" h="1786820">
                  <a:moveTo>
                    <a:pt x="5956" y="0"/>
                  </a:moveTo>
                  <a:lnTo>
                    <a:pt x="732596" y="1807666"/>
                  </a:lnTo>
                  <a:lnTo>
                    <a:pt x="726640" y="181064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477E51BC-4418-154F-BC6A-5FF6ABBAABCE}"/>
                </a:ext>
              </a:extLst>
            </p:cNvPr>
            <p:cNvSpPr/>
            <p:nvPr/>
          </p:nvSpPr>
          <p:spPr>
            <a:xfrm>
              <a:off x="9764901" y="3281112"/>
              <a:ext cx="268023" cy="2233525"/>
            </a:xfrm>
            <a:custGeom>
              <a:avLst/>
              <a:gdLst>
                <a:gd name="connsiteX0" fmla="*/ 276957 w 268023"/>
                <a:gd name="connsiteY0" fmla="*/ 0 h 2233525"/>
                <a:gd name="connsiteX1" fmla="*/ 282913 w 268023"/>
                <a:gd name="connsiteY1" fmla="*/ 0 h 2233525"/>
                <a:gd name="connsiteX2" fmla="*/ 2978 w 268023"/>
                <a:gd name="connsiteY2" fmla="*/ 2257349 h 2233525"/>
                <a:gd name="connsiteX3" fmla="*/ 0 w 268023"/>
                <a:gd name="connsiteY3" fmla="*/ 2254371 h 2233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023" h="2233525">
                  <a:moveTo>
                    <a:pt x="276957" y="0"/>
                  </a:moveTo>
                  <a:lnTo>
                    <a:pt x="282913" y="0"/>
                  </a:lnTo>
                  <a:lnTo>
                    <a:pt x="2978" y="2257349"/>
                  </a:lnTo>
                  <a:lnTo>
                    <a:pt x="0" y="2254371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1CB5B31D-8DA7-004F-A279-C34FE91C548A}"/>
                </a:ext>
              </a:extLst>
            </p:cNvPr>
            <p:cNvSpPr/>
            <p:nvPr/>
          </p:nvSpPr>
          <p:spPr>
            <a:xfrm>
              <a:off x="8728545" y="4415742"/>
              <a:ext cx="2025063" cy="655167"/>
            </a:xfrm>
            <a:custGeom>
              <a:avLst/>
              <a:gdLst>
                <a:gd name="connsiteX0" fmla="*/ 2978 w 2025062"/>
                <a:gd name="connsiteY0" fmla="*/ 0 h 655167"/>
                <a:gd name="connsiteX1" fmla="*/ 2042931 w 2025062"/>
                <a:gd name="connsiteY1" fmla="*/ 673036 h 655167"/>
                <a:gd name="connsiteX2" fmla="*/ 2042931 w 2025062"/>
                <a:gd name="connsiteY2" fmla="*/ 676014 h 655167"/>
                <a:gd name="connsiteX3" fmla="*/ 0 w 2025062"/>
                <a:gd name="connsiteY3" fmla="*/ 2978 h 655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5062" h="655167">
                  <a:moveTo>
                    <a:pt x="2978" y="0"/>
                  </a:moveTo>
                  <a:lnTo>
                    <a:pt x="2042931" y="673036"/>
                  </a:lnTo>
                  <a:lnTo>
                    <a:pt x="2042931" y="676014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38BEA66E-F78F-3C44-978F-4D913705CFD5}"/>
                </a:ext>
              </a:extLst>
            </p:cNvPr>
            <p:cNvSpPr/>
            <p:nvPr/>
          </p:nvSpPr>
          <p:spPr>
            <a:xfrm>
              <a:off x="8731523" y="4254928"/>
              <a:ext cx="2382427" cy="148902"/>
            </a:xfrm>
            <a:custGeom>
              <a:avLst/>
              <a:gdLst>
                <a:gd name="connsiteX0" fmla="*/ 0 w 2382426"/>
                <a:gd name="connsiteY0" fmla="*/ 160814 h 148901"/>
                <a:gd name="connsiteX1" fmla="*/ 2385405 w 2382426"/>
                <a:gd name="connsiteY1" fmla="*/ 0 h 148901"/>
                <a:gd name="connsiteX2" fmla="*/ 2385405 w 2382426"/>
                <a:gd name="connsiteY2" fmla="*/ 5956 h 148901"/>
                <a:gd name="connsiteX3" fmla="*/ 0 w 2382426"/>
                <a:gd name="connsiteY3" fmla="*/ 163792 h 148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2426" h="148901">
                  <a:moveTo>
                    <a:pt x="0" y="160814"/>
                  </a:moveTo>
                  <a:lnTo>
                    <a:pt x="2385405" y="0"/>
                  </a:lnTo>
                  <a:lnTo>
                    <a:pt x="2385405" y="5956"/>
                  </a:lnTo>
                  <a:lnTo>
                    <a:pt x="0" y="163792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0CA7CB1C-28C4-A241-9233-586DFCB13DE0}"/>
                </a:ext>
              </a:extLst>
            </p:cNvPr>
            <p:cNvSpPr/>
            <p:nvPr/>
          </p:nvSpPr>
          <p:spPr>
            <a:xfrm>
              <a:off x="10771476" y="4257907"/>
              <a:ext cx="327584" cy="833849"/>
            </a:xfrm>
            <a:custGeom>
              <a:avLst/>
              <a:gdLst>
                <a:gd name="connsiteX0" fmla="*/ 345452 w 327583"/>
                <a:gd name="connsiteY0" fmla="*/ 0 h 833849"/>
                <a:gd name="connsiteX1" fmla="*/ 348430 w 327583"/>
                <a:gd name="connsiteY1" fmla="*/ 0 h 833849"/>
                <a:gd name="connsiteX2" fmla="*/ 2978 w 327583"/>
                <a:gd name="connsiteY2" fmla="*/ 851717 h 833849"/>
                <a:gd name="connsiteX3" fmla="*/ 0 w 327583"/>
                <a:gd name="connsiteY3" fmla="*/ 848740 h 833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7583" h="833849">
                  <a:moveTo>
                    <a:pt x="345452" y="0"/>
                  </a:moveTo>
                  <a:lnTo>
                    <a:pt x="348430" y="0"/>
                  </a:lnTo>
                  <a:lnTo>
                    <a:pt x="2978" y="851717"/>
                  </a:lnTo>
                  <a:lnTo>
                    <a:pt x="0" y="84874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8DAE159F-898F-5344-9CF3-0AB417E67970}"/>
                </a:ext>
              </a:extLst>
            </p:cNvPr>
            <p:cNvSpPr/>
            <p:nvPr/>
          </p:nvSpPr>
          <p:spPr>
            <a:xfrm>
              <a:off x="8890108" y="6828806"/>
              <a:ext cx="714728" cy="1489017"/>
            </a:xfrm>
            <a:custGeom>
              <a:avLst/>
              <a:gdLst>
                <a:gd name="connsiteX0" fmla="*/ 0 w 714728"/>
                <a:gd name="connsiteY0" fmla="*/ 1286 h 1489016"/>
                <a:gd name="connsiteX1" fmla="*/ 2686 w 714728"/>
                <a:gd name="connsiteY1" fmla="*/ 0 h 1489016"/>
                <a:gd name="connsiteX2" fmla="*/ 721845 w 714728"/>
                <a:gd name="connsiteY2" fmla="*/ 1501411 h 1489016"/>
                <a:gd name="connsiteX3" fmla="*/ 719159 w 714728"/>
                <a:gd name="connsiteY3" fmla="*/ 1502698 h 1489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4728" h="1489016">
                  <a:moveTo>
                    <a:pt x="0" y="1286"/>
                  </a:moveTo>
                  <a:lnTo>
                    <a:pt x="2686" y="0"/>
                  </a:lnTo>
                  <a:lnTo>
                    <a:pt x="721845" y="1501411"/>
                  </a:lnTo>
                  <a:lnTo>
                    <a:pt x="719159" y="150269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E4BF70FD-4741-4D4B-9645-80F579F78D7D}"/>
                </a:ext>
              </a:extLst>
            </p:cNvPr>
            <p:cNvSpPr/>
            <p:nvPr/>
          </p:nvSpPr>
          <p:spPr>
            <a:xfrm>
              <a:off x="8892337" y="6345508"/>
              <a:ext cx="1995282" cy="476485"/>
            </a:xfrm>
            <a:custGeom>
              <a:avLst/>
              <a:gdLst>
                <a:gd name="connsiteX0" fmla="*/ 1992304 w 1995282"/>
                <a:gd name="connsiteY0" fmla="*/ 0 h 476485"/>
                <a:gd name="connsiteX1" fmla="*/ 1995282 w 1995282"/>
                <a:gd name="connsiteY1" fmla="*/ 2978 h 476485"/>
                <a:gd name="connsiteX2" fmla="*/ 0 w 1995282"/>
                <a:gd name="connsiteY2" fmla="*/ 485420 h 476485"/>
                <a:gd name="connsiteX3" fmla="*/ 0 w 1995282"/>
                <a:gd name="connsiteY3" fmla="*/ 482442 h 476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95282" h="476485">
                  <a:moveTo>
                    <a:pt x="1992304" y="0"/>
                  </a:moveTo>
                  <a:lnTo>
                    <a:pt x="1995282" y="2978"/>
                  </a:lnTo>
                  <a:lnTo>
                    <a:pt x="0" y="485420"/>
                  </a:lnTo>
                  <a:lnTo>
                    <a:pt x="0" y="482442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F32A3182-EE97-3A40-86CB-5F10640B402E}"/>
                </a:ext>
              </a:extLst>
            </p:cNvPr>
            <p:cNvSpPr/>
            <p:nvPr/>
          </p:nvSpPr>
          <p:spPr>
            <a:xfrm>
              <a:off x="8889359" y="5535483"/>
              <a:ext cx="863630" cy="1280554"/>
            </a:xfrm>
            <a:custGeom>
              <a:avLst/>
              <a:gdLst>
                <a:gd name="connsiteX0" fmla="*/ 875542 w 863629"/>
                <a:gd name="connsiteY0" fmla="*/ 0 h 1280554"/>
                <a:gd name="connsiteX1" fmla="*/ 878520 w 863629"/>
                <a:gd name="connsiteY1" fmla="*/ 2978 h 1280554"/>
                <a:gd name="connsiteX2" fmla="*/ 2978 w 863629"/>
                <a:gd name="connsiteY2" fmla="*/ 1295445 h 1280554"/>
                <a:gd name="connsiteX3" fmla="*/ 0 w 863629"/>
                <a:gd name="connsiteY3" fmla="*/ 1292467 h 1280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3629" h="1280554">
                  <a:moveTo>
                    <a:pt x="875542" y="0"/>
                  </a:moveTo>
                  <a:lnTo>
                    <a:pt x="878520" y="2978"/>
                  </a:lnTo>
                  <a:lnTo>
                    <a:pt x="2978" y="1295445"/>
                  </a:lnTo>
                  <a:lnTo>
                    <a:pt x="0" y="1292467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1A2935CB-1966-1241-96E4-10662C6F4E93}"/>
                </a:ext>
              </a:extLst>
            </p:cNvPr>
            <p:cNvSpPr/>
            <p:nvPr/>
          </p:nvSpPr>
          <p:spPr>
            <a:xfrm>
              <a:off x="9764901" y="5535483"/>
              <a:ext cx="1101872" cy="804069"/>
            </a:xfrm>
            <a:custGeom>
              <a:avLst/>
              <a:gdLst>
                <a:gd name="connsiteX0" fmla="*/ 2978 w 1101872"/>
                <a:gd name="connsiteY0" fmla="*/ 0 h 804069"/>
                <a:gd name="connsiteX1" fmla="*/ 1122719 w 1101872"/>
                <a:gd name="connsiteY1" fmla="*/ 810025 h 804069"/>
                <a:gd name="connsiteX2" fmla="*/ 1119740 w 1101872"/>
                <a:gd name="connsiteY2" fmla="*/ 813003 h 804069"/>
                <a:gd name="connsiteX3" fmla="*/ 0 w 1101872"/>
                <a:gd name="connsiteY3" fmla="*/ 2978 h 804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01872" h="804069">
                  <a:moveTo>
                    <a:pt x="2978" y="0"/>
                  </a:moveTo>
                  <a:lnTo>
                    <a:pt x="1122719" y="810025"/>
                  </a:lnTo>
                  <a:lnTo>
                    <a:pt x="1119740" y="813003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6E3B23EF-D44A-F047-8449-801E23507D2A}"/>
                </a:ext>
              </a:extLst>
            </p:cNvPr>
            <p:cNvSpPr/>
            <p:nvPr/>
          </p:nvSpPr>
          <p:spPr>
            <a:xfrm>
              <a:off x="9764901" y="5088778"/>
              <a:ext cx="982751" cy="446705"/>
            </a:xfrm>
            <a:custGeom>
              <a:avLst/>
              <a:gdLst>
                <a:gd name="connsiteX0" fmla="*/ 1006575 w 982751"/>
                <a:gd name="connsiteY0" fmla="*/ 0 h 446705"/>
                <a:gd name="connsiteX1" fmla="*/ 1006575 w 982751"/>
                <a:gd name="connsiteY1" fmla="*/ 2978 h 446705"/>
                <a:gd name="connsiteX2" fmla="*/ 2978 w 982751"/>
                <a:gd name="connsiteY2" fmla="*/ 449683 h 446705"/>
                <a:gd name="connsiteX3" fmla="*/ 0 w 982751"/>
                <a:gd name="connsiteY3" fmla="*/ 446705 h 446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2751" h="446705">
                  <a:moveTo>
                    <a:pt x="1006575" y="0"/>
                  </a:moveTo>
                  <a:lnTo>
                    <a:pt x="1006575" y="2978"/>
                  </a:lnTo>
                  <a:lnTo>
                    <a:pt x="2978" y="449683"/>
                  </a:lnTo>
                  <a:lnTo>
                    <a:pt x="0" y="446705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B189388A-86DD-D14B-B86D-035EA8C93C3B}"/>
                </a:ext>
              </a:extLst>
            </p:cNvPr>
            <p:cNvSpPr/>
            <p:nvPr/>
          </p:nvSpPr>
          <p:spPr>
            <a:xfrm>
              <a:off x="9767878" y="5535483"/>
              <a:ext cx="1905941" cy="29780"/>
            </a:xfrm>
            <a:custGeom>
              <a:avLst/>
              <a:gdLst>
                <a:gd name="connsiteX0" fmla="*/ 0 w 1905941"/>
                <a:gd name="connsiteY0" fmla="*/ 0 h 29780"/>
                <a:gd name="connsiteX1" fmla="*/ 1911897 w 1905941"/>
                <a:gd name="connsiteY1" fmla="*/ 47649 h 29780"/>
                <a:gd name="connsiteX2" fmla="*/ 1911897 w 1905941"/>
                <a:gd name="connsiteY2" fmla="*/ 50626 h 29780"/>
                <a:gd name="connsiteX3" fmla="*/ 0 w 1905941"/>
                <a:gd name="connsiteY3" fmla="*/ 2978 h 2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941" h="29780">
                  <a:moveTo>
                    <a:pt x="0" y="0"/>
                  </a:moveTo>
                  <a:lnTo>
                    <a:pt x="1911897" y="47649"/>
                  </a:lnTo>
                  <a:lnTo>
                    <a:pt x="1911897" y="50626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E7DB0643-956C-904F-AE38-42D8A0275688}"/>
                </a:ext>
              </a:extLst>
            </p:cNvPr>
            <p:cNvSpPr/>
            <p:nvPr/>
          </p:nvSpPr>
          <p:spPr>
            <a:xfrm>
              <a:off x="10771476" y="5088778"/>
              <a:ext cx="893410" cy="476485"/>
            </a:xfrm>
            <a:custGeom>
              <a:avLst/>
              <a:gdLst>
                <a:gd name="connsiteX0" fmla="*/ 0 w 893410"/>
                <a:gd name="connsiteY0" fmla="*/ 0 h 476485"/>
                <a:gd name="connsiteX1" fmla="*/ 908300 w 893410"/>
                <a:gd name="connsiteY1" fmla="*/ 494354 h 476485"/>
                <a:gd name="connsiteX2" fmla="*/ 905322 w 893410"/>
                <a:gd name="connsiteY2" fmla="*/ 497331 h 476485"/>
                <a:gd name="connsiteX3" fmla="*/ 0 w 893410"/>
                <a:gd name="connsiteY3" fmla="*/ 2978 h 476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3410" h="476485">
                  <a:moveTo>
                    <a:pt x="0" y="0"/>
                  </a:moveTo>
                  <a:lnTo>
                    <a:pt x="908300" y="494354"/>
                  </a:lnTo>
                  <a:lnTo>
                    <a:pt x="905322" y="497331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C06F193B-87DB-9449-9CBC-762392C10A55}"/>
                </a:ext>
              </a:extLst>
            </p:cNvPr>
            <p:cNvSpPr/>
            <p:nvPr/>
          </p:nvSpPr>
          <p:spPr>
            <a:xfrm>
              <a:off x="10768498" y="5088778"/>
              <a:ext cx="119121" cy="1250774"/>
            </a:xfrm>
            <a:custGeom>
              <a:avLst/>
              <a:gdLst>
                <a:gd name="connsiteX0" fmla="*/ 0 w 119121"/>
                <a:gd name="connsiteY0" fmla="*/ 0 h 1250774"/>
                <a:gd name="connsiteX1" fmla="*/ 5956 w 119121"/>
                <a:gd name="connsiteY1" fmla="*/ 0 h 1250774"/>
                <a:gd name="connsiteX2" fmla="*/ 119121 w 119121"/>
                <a:gd name="connsiteY2" fmla="*/ 1259708 h 1250774"/>
                <a:gd name="connsiteX3" fmla="*/ 116143 w 119121"/>
                <a:gd name="connsiteY3" fmla="*/ 1259708 h 1250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121" h="1250774">
                  <a:moveTo>
                    <a:pt x="0" y="0"/>
                  </a:moveTo>
                  <a:lnTo>
                    <a:pt x="5956" y="0"/>
                  </a:lnTo>
                  <a:lnTo>
                    <a:pt x="119121" y="1259708"/>
                  </a:lnTo>
                  <a:lnTo>
                    <a:pt x="116143" y="125970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C044C12D-AC88-954B-BA49-15005703B1B4}"/>
                </a:ext>
              </a:extLst>
            </p:cNvPr>
            <p:cNvSpPr/>
            <p:nvPr/>
          </p:nvSpPr>
          <p:spPr>
            <a:xfrm>
              <a:off x="5786248" y="1256049"/>
              <a:ext cx="29780" cy="29780"/>
            </a:xfrm>
            <a:custGeom>
              <a:avLst/>
              <a:gdLst/>
              <a:ahLst/>
              <a:cxnLst/>
              <a:rect l="l" t="t" r="r" b="b"/>
              <a:pathLst>
                <a:path/>
              </a:pathLst>
            </a:custGeom>
            <a:grpFill/>
            <a:ln w="7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DF19D34D-0339-1340-A199-98ACB58464D4}"/>
                </a:ext>
              </a:extLst>
            </p:cNvPr>
            <p:cNvSpPr/>
            <p:nvPr/>
          </p:nvSpPr>
          <p:spPr>
            <a:xfrm>
              <a:off x="10884641" y="6348486"/>
              <a:ext cx="29780" cy="1042312"/>
            </a:xfrm>
            <a:custGeom>
              <a:avLst/>
              <a:gdLst>
                <a:gd name="connsiteX0" fmla="*/ 0 w 29780"/>
                <a:gd name="connsiteY0" fmla="*/ 0 h 1042311"/>
                <a:gd name="connsiteX1" fmla="*/ 2978 w 29780"/>
                <a:gd name="connsiteY1" fmla="*/ 0 h 1042311"/>
                <a:gd name="connsiteX2" fmla="*/ 38715 w 29780"/>
                <a:gd name="connsiteY2" fmla="*/ 1045290 h 1042311"/>
                <a:gd name="connsiteX3" fmla="*/ 35736 w 29780"/>
                <a:gd name="connsiteY3" fmla="*/ 1045290 h 1042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780" h="1042311">
                  <a:moveTo>
                    <a:pt x="0" y="0"/>
                  </a:moveTo>
                  <a:lnTo>
                    <a:pt x="2978" y="0"/>
                  </a:lnTo>
                  <a:lnTo>
                    <a:pt x="38715" y="1045290"/>
                  </a:lnTo>
                  <a:lnTo>
                    <a:pt x="35736" y="104529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4F84AD2D-4FF4-2C47-ADE1-0A80DE011E8D}"/>
                </a:ext>
              </a:extLst>
            </p:cNvPr>
            <p:cNvSpPr/>
            <p:nvPr/>
          </p:nvSpPr>
          <p:spPr>
            <a:xfrm>
              <a:off x="9607065" y="6345508"/>
              <a:ext cx="1280554" cy="1965502"/>
            </a:xfrm>
            <a:custGeom>
              <a:avLst/>
              <a:gdLst>
                <a:gd name="connsiteX0" fmla="*/ 1277576 w 1280554"/>
                <a:gd name="connsiteY0" fmla="*/ 0 h 1965502"/>
                <a:gd name="connsiteX1" fmla="*/ 1280554 w 1280554"/>
                <a:gd name="connsiteY1" fmla="*/ 2978 h 1965502"/>
                <a:gd name="connsiteX2" fmla="*/ 5956 w 1280554"/>
                <a:gd name="connsiteY2" fmla="*/ 1986349 h 1965502"/>
                <a:gd name="connsiteX3" fmla="*/ 0 w 1280554"/>
                <a:gd name="connsiteY3" fmla="*/ 1983370 h 1965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0554" h="1965502">
                  <a:moveTo>
                    <a:pt x="1277576" y="0"/>
                  </a:moveTo>
                  <a:lnTo>
                    <a:pt x="1280554" y="2978"/>
                  </a:lnTo>
                  <a:lnTo>
                    <a:pt x="5956" y="1986349"/>
                  </a:lnTo>
                  <a:lnTo>
                    <a:pt x="0" y="198337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812455B0-1C52-6541-BCC7-D638527AD54A}"/>
                </a:ext>
              </a:extLst>
            </p:cNvPr>
            <p:cNvSpPr/>
            <p:nvPr/>
          </p:nvSpPr>
          <p:spPr>
            <a:xfrm>
              <a:off x="9610043" y="7390798"/>
              <a:ext cx="1310335" cy="923190"/>
            </a:xfrm>
            <a:custGeom>
              <a:avLst/>
              <a:gdLst>
                <a:gd name="connsiteX0" fmla="*/ 1310335 w 1310334"/>
                <a:gd name="connsiteY0" fmla="*/ 0 h 923190"/>
                <a:gd name="connsiteX1" fmla="*/ 1313313 w 1310334"/>
                <a:gd name="connsiteY1" fmla="*/ 2978 h 923190"/>
                <a:gd name="connsiteX2" fmla="*/ 0 w 1310334"/>
                <a:gd name="connsiteY2" fmla="*/ 941059 h 923190"/>
                <a:gd name="connsiteX3" fmla="*/ 0 w 1310334"/>
                <a:gd name="connsiteY3" fmla="*/ 938081 h 923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10334" h="923190">
                  <a:moveTo>
                    <a:pt x="1310335" y="0"/>
                  </a:moveTo>
                  <a:lnTo>
                    <a:pt x="1313313" y="2978"/>
                  </a:lnTo>
                  <a:lnTo>
                    <a:pt x="0" y="941059"/>
                  </a:lnTo>
                  <a:lnTo>
                    <a:pt x="0" y="938081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5881D29E-0191-F349-9734-D856BC73B22A}"/>
                </a:ext>
              </a:extLst>
            </p:cNvPr>
            <p:cNvSpPr/>
            <p:nvPr/>
          </p:nvSpPr>
          <p:spPr>
            <a:xfrm>
              <a:off x="10920377" y="6220430"/>
              <a:ext cx="684948" cy="1161433"/>
            </a:xfrm>
            <a:custGeom>
              <a:avLst/>
              <a:gdLst>
                <a:gd name="connsiteX0" fmla="*/ 696860 w 684947"/>
                <a:gd name="connsiteY0" fmla="*/ 0 h 1161433"/>
                <a:gd name="connsiteX1" fmla="*/ 699838 w 684947"/>
                <a:gd name="connsiteY1" fmla="*/ 2978 h 1161433"/>
                <a:gd name="connsiteX2" fmla="*/ 2978 w 684947"/>
                <a:gd name="connsiteY2" fmla="*/ 1173345 h 1161433"/>
                <a:gd name="connsiteX3" fmla="*/ 0 w 684947"/>
                <a:gd name="connsiteY3" fmla="*/ 1170367 h 1161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947" h="1161433">
                  <a:moveTo>
                    <a:pt x="696860" y="0"/>
                  </a:moveTo>
                  <a:lnTo>
                    <a:pt x="699838" y="2978"/>
                  </a:lnTo>
                  <a:lnTo>
                    <a:pt x="2978" y="1173345"/>
                  </a:lnTo>
                  <a:lnTo>
                    <a:pt x="0" y="1170367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86A79610-F94F-2D42-B202-3D9E7EF8550D}"/>
                </a:ext>
              </a:extLst>
            </p:cNvPr>
            <p:cNvSpPr/>
            <p:nvPr/>
          </p:nvSpPr>
          <p:spPr>
            <a:xfrm>
              <a:off x="10920377" y="7390798"/>
              <a:ext cx="774289" cy="1101872"/>
            </a:xfrm>
            <a:custGeom>
              <a:avLst/>
              <a:gdLst>
                <a:gd name="connsiteX0" fmla="*/ 2978 w 774288"/>
                <a:gd name="connsiteY0" fmla="*/ 0 h 1101872"/>
                <a:gd name="connsiteX1" fmla="*/ 789179 w 774288"/>
                <a:gd name="connsiteY1" fmla="*/ 1107828 h 1101872"/>
                <a:gd name="connsiteX2" fmla="*/ 786201 w 774288"/>
                <a:gd name="connsiteY2" fmla="*/ 1110807 h 1101872"/>
                <a:gd name="connsiteX3" fmla="*/ 0 w 774288"/>
                <a:gd name="connsiteY3" fmla="*/ 2978 h 1101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4288" h="1101872">
                  <a:moveTo>
                    <a:pt x="2978" y="0"/>
                  </a:moveTo>
                  <a:lnTo>
                    <a:pt x="789179" y="1107828"/>
                  </a:lnTo>
                  <a:lnTo>
                    <a:pt x="786201" y="1110807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47D68A33-FE66-014C-AA73-06AE710D2E4D}"/>
                </a:ext>
              </a:extLst>
            </p:cNvPr>
            <p:cNvSpPr/>
            <p:nvPr/>
          </p:nvSpPr>
          <p:spPr>
            <a:xfrm>
              <a:off x="10884641" y="6220430"/>
              <a:ext cx="714728" cy="119121"/>
            </a:xfrm>
            <a:custGeom>
              <a:avLst/>
              <a:gdLst>
                <a:gd name="connsiteX0" fmla="*/ 732596 w 714728"/>
                <a:gd name="connsiteY0" fmla="*/ 0 h 119121"/>
                <a:gd name="connsiteX1" fmla="*/ 735574 w 714728"/>
                <a:gd name="connsiteY1" fmla="*/ 2978 h 119121"/>
                <a:gd name="connsiteX2" fmla="*/ 2978 w 714728"/>
                <a:gd name="connsiteY2" fmla="*/ 128056 h 119121"/>
                <a:gd name="connsiteX3" fmla="*/ 0 w 714728"/>
                <a:gd name="connsiteY3" fmla="*/ 125077 h 119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4728" h="119121">
                  <a:moveTo>
                    <a:pt x="732596" y="0"/>
                  </a:moveTo>
                  <a:lnTo>
                    <a:pt x="735574" y="2978"/>
                  </a:lnTo>
                  <a:lnTo>
                    <a:pt x="2978" y="128056"/>
                  </a:lnTo>
                  <a:lnTo>
                    <a:pt x="0" y="125077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B37B5D4D-FE63-2241-A89C-D52A19E01E71}"/>
                </a:ext>
              </a:extLst>
            </p:cNvPr>
            <p:cNvSpPr/>
            <p:nvPr/>
          </p:nvSpPr>
          <p:spPr>
            <a:xfrm>
              <a:off x="11616282" y="5584663"/>
              <a:ext cx="59561" cy="625387"/>
            </a:xfrm>
            <a:custGeom>
              <a:avLst/>
              <a:gdLst>
                <a:gd name="connsiteX0" fmla="*/ 0 w 59560"/>
                <a:gd name="connsiteY0" fmla="*/ 637332 h 625387"/>
                <a:gd name="connsiteX1" fmla="*/ 61585 w 59560"/>
                <a:gd name="connsiteY1" fmla="*/ 0 h 625387"/>
                <a:gd name="connsiteX2" fmla="*/ 64550 w 59560"/>
                <a:gd name="connsiteY2" fmla="*/ 286 h 625387"/>
                <a:gd name="connsiteX3" fmla="*/ 2965 w 59560"/>
                <a:gd name="connsiteY3" fmla="*/ 637618 h 625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560" h="625387">
                  <a:moveTo>
                    <a:pt x="0" y="637332"/>
                  </a:moveTo>
                  <a:lnTo>
                    <a:pt x="61585" y="0"/>
                  </a:lnTo>
                  <a:lnTo>
                    <a:pt x="64550" y="286"/>
                  </a:lnTo>
                  <a:lnTo>
                    <a:pt x="2965" y="63761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A897CD51-5E67-E94C-B522-5A54B60D4ACD}"/>
                </a:ext>
              </a:extLst>
            </p:cNvPr>
            <p:cNvSpPr/>
            <p:nvPr/>
          </p:nvSpPr>
          <p:spPr>
            <a:xfrm>
              <a:off x="11676798" y="5288306"/>
              <a:ext cx="774289" cy="297803"/>
            </a:xfrm>
            <a:custGeom>
              <a:avLst/>
              <a:gdLst>
                <a:gd name="connsiteX0" fmla="*/ 798113 w 774288"/>
                <a:gd name="connsiteY0" fmla="*/ 0 h 297803"/>
                <a:gd name="connsiteX1" fmla="*/ 798113 w 774288"/>
                <a:gd name="connsiteY1" fmla="*/ 2978 h 297803"/>
                <a:gd name="connsiteX2" fmla="*/ 2978 w 774288"/>
                <a:gd name="connsiteY2" fmla="*/ 297803 h 297803"/>
                <a:gd name="connsiteX3" fmla="*/ 0 w 774288"/>
                <a:gd name="connsiteY3" fmla="*/ 294826 h 297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4288" h="297803">
                  <a:moveTo>
                    <a:pt x="798113" y="0"/>
                  </a:moveTo>
                  <a:lnTo>
                    <a:pt x="798113" y="2978"/>
                  </a:lnTo>
                  <a:lnTo>
                    <a:pt x="2978" y="297803"/>
                  </a:lnTo>
                  <a:lnTo>
                    <a:pt x="0" y="294826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C685C862-D04F-D140-ADEF-383BD9E382DC}"/>
                </a:ext>
              </a:extLst>
            </p:cNvPr>
            <p:cNvSpPr/>
            <p:nvPr/>
          </p:nvSpPr>
          <p:spPr>
            <a:xfrm>
              <a:off x="11676798" y="5583132"/>
              <a:ext cx="446705" cy="1161433"/>
            </a:xfrm>
            <a:custGeom>
              <a:avLst/>
              <a:gdLst>
                <a:gd name="connsiteX0" fmla="*/ 2978 w 446705"/>
                <a:gd name="connsiteY0" fmla="*/ 0 h 1161433"/>
                <a:gd name="connsiteX1" fmla="*/ 461595 w 446705"/>
                <a:gd name="connsiteY1" fmla="*/ 1173345 h 1161433"/>
                <a:gd name="connsiteX2" fmla="*/ 455639 w 446705"/>
                <a:gd name="connsiteY2" fmla="*/ 1176323 h 1161433"/>
                <a:gd name="connsiteX3" fmla="*/ 0 w 446705"/>
                <a:gd name="connsiteY3" fmla="*/ 2978 h 1161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6705" h="1161433">
                  <a:moveTo>
                    <a:pt x="2978" y="0"/>
                  </a:moveTo>
                  <a:lnTo>
                    <a:pt x="461595" y="1173345"/>
                  </a:lnTo>
                  <a:lnTo>
                    <a:pt x="455639" y="1176323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098F5FD0-98A6-134E-B385-494827ABF41D}"/>
                </a:ext>
              </a:extLst>
            </p:cNvPr>
            <p:cNvSpPr/>
            <p:nvPr/>
          </p:nvSpPr>
          <p:spPr>
            <a:xfrm>
              <a:off x="11617237" y="6220430"/>
              <a:ext cx="387144" cy="1697479"/>
            </a:xfrm>
            <a:custGeom>
              <a:avLst/>
              <a:gdLst>
                <a:gd name="connsiteX0" fmla="*/ 2978 w 387144"/>
                <a:gd name="connsiteY0" fmla="*/ 0 h 1697479"/>
                <a:gd name="connsiteX1" fmla="*/ 393100 w 387144"/>
                <a:gd name="connsiteY1" fmla="*/ 1709391 h 1697479"/>
                <a:gd name="connsiteX2" fmla="*/ 390122 w 387144"/>
                <a:gd name="connsiteY2" fmla="*/ 1712369 h 1697479"/>
                <a:gd name="connsiteX3" fmla="*/ 0 w 387144"/>
                <a:gd name="connsiteY3" fmla="*/ 2978 h 1697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144" h="1697479">
                  <a:moveTo>
                    <a:pt x="2978" y="0"/>
                  </a:moveTo>
                  <a:lnTo>
                    <a:pt x="393100" y="1709391"/>
                  </a:lnTo>
                  <a:lnTo>
                    <a:pt x="390122" y="1712369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D3EDBDC9-DD7E-CD4D-99A3-FB719C3B7525}"/>
                </a:ext>
              </a:extLst>
            </p:cNvPr>
            <p:cNvSpPr/>
            <p:nvPr/>
          </p:nvSpPr>
          <p:spPr>
            <a:xfrm>
              <a:off x="11617237" y="6220430"/>
              <a:ext cx="506266" cy="536046"/>
            </a:xfrm>
            <a:custGeom>
              <a:avLst/>
              <a:gdLst>
                <a:gd name="connsiteX0" fmla="*/ 2978 w 506265"/>
                <a:gd name="connsiteY0" fmla="*/ 0 h 536046"/>
                <a:gd name="connsiteX1" fmla="*/ 518178 w 506265"/>
                <a:gd name="connsiteY1" fmla="*/ 536046 h 536046"/>
                <a:gd name="connsiteX2" fmla="*/ 515200 w 506265"/>
                <a:gd name="connsiteY2" fmla="*/ 539024 h 536046"/>
                <a:gd name="connsiteX3" fmla="*/ 0 w 506265"/>
                <a:gd name="connsiteY3" fmla="*/ 2978 h 536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6265" h="536046">
                  <a:moveTo>
                    <a:pt x="2978" y="0"/>
                  </a:moveTo>
                  <a:lnTo>
                    <a:pt x="518178" y="536046"/>
                  </a:lnTo>
                  <a:lnTo>
                    <a:pt x="515200" y="539024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4C13E5DA-CA26-EC4D-B6EE-046D67DFC91B}"/>
                </a:ext>
              </a:extLst>
            </p:cNvPr>
            <p:cNvSpPr/>
            <p:nvPr/>
          </p:nvSpPr>
          <p:spPr>
            <a:xfrm>
              <a:off x="11617237" y="6220430"/>
              <a:ext cx="1459236" cy="2352646"/>
            </a:xfrm>
            <a:custGeom>
              <a:avLst/>
              <a:gdLst>
                <a:gd name="connsiteX0" fmla="*/ 2978 w 1459236"/>
                <a:gd name="connsiteY0" fmla="*/ 0 h 2352646"/>
                <a:gd name="connsiteX1" fmla="*/ 1480083 w 1459236"/>
                <a:gd name="connsiteY1" fmla="*/ 2364559 h 2352646"/>
                <a:gd name="connsiteX2" fmla="*/ 1474127 w 1459236"/>
                <a:gd name="connsiteY2" fmla="*/ 2367537 h 2352646"/>
                <a:gd name="connsiteX3" fmla="*/ 0 w 1459236"/>
                <a:gd name="connsiteY3" fmla="*/ 2978 h 2352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9236" h="2352646">
                  <a:moveTo>
                    <a:pt x="2978" y="0"/>
                  </a:moveTo>
                  <a:lnTo>
                    <a:pt x="1480083" y="2364559"/>
                  </a:lnTo>
                  <a:lnTo>
                    <a:pt x="1474127" y="2367537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22D1AF01-6F8F-1344-B543-4313D7EDDAF9}"/>
                </a:ext>
              </a:extLst>
            </p:cNvPr>
            <p:cNvSpPr/>
            <p:nvPr/>
          </p:nvSpPr>
          <p:spPr>
            <a:xfrm>
              <a:off x="11706578" y="7929822"/>
              <a:ext cx="297803" cy="565826"/>
            </a:xfrm>
            <a:custGeom>
              <a:avLst/>
              <a:gdLst>
                <a:gd name="connsiteX0" fmla="*/ 300781 w 297803"/>
                <a:gd name="connsiteY0" fmla="*/ 0 h 565826"/>
                <a:gd name="connsiteX1" fmla="*/ 303759 w 297803"/>
                <a:gd name="connsiteY1" fmla="*/ 2978 h 565826"/>
                <a:gd name="connsiteX2" fmla="*/ 2978 w 297803"/>
                <a:gd name="connsiteY2" fmla="*/ 571782 h 565826"/>
                <a:gd name="connsiteX3" fmla="*/ 0 w 297803"/>
                <a:gd name="connsiteY3" fmla="*/ 568804 h 565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7803" h="565826">
                  <a:moveTo>
                    <a:pt x="300781" y="0"/>
                  </a:moveTo>
                  <a:lnTo>
                    <a:pt x="303759" y="2978"/>
                  </a:lnTo>
                  <a:lnTo>
                    <a:pt x="2978" y="571782"/>
                  </a:lnTo>
                  <a:lnTo>
                    <a:pt x="0" y="568804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851D4834-2E59-2F4F-986B-93085303A736}"/>
                </a:ext>
              </a:extLst>
            </p:cNvPr>
            <p:cNvSpPr/>
            <p:nvPr/>
          </p:nvSpPr>
          <p:spPr>
            <a:xfrm>
              <a:off x="12007359" y="7929822"/>
              <a:ext cx="1072092" cy="655167"/>
            </a:xfrm>
            <a:custGeom>
              <a:avLst/>
              <a:gdLst>
                <a:gd name="connsiteX0" fmla="*/ 2978 w 1072092"/>
                <a:gd name="connsiteY0" fmla="*/ 0 h 655167"/>
                <a:gd name="connsiteX1" fmla="*/ 1086982 w 1072092"/>
                <a:gd name="connsiteY1" fmla="*/ 655167 h 655167"/>
                <a:gd name="connsiteX2" fmla="*/ 1086982 w 1072092"/>
                <a:gd name="connsiteY2" fmla="*/ 658145 h 655167"/>
                <a:gd name="connsiteX3" fmla="*/ 0 w 1072092"/>
                <a:gd name="connsiteY3" fmla="*/ 2978 h 655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2092" h="655167">
                  <a:moveTo>
                    <a:pt x="2978" y="0"/>
                  </a:moveTo>
                  <a:lnTo>
                    <a:pt x="1086982" y="655167"/>
                  </a:lnTo>
                  <a:lnTo>
                    <a:pt x="1086982" y="658145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48DF9104-FD4E-A242-BB1C-F6040CFD2AAA}"/>
                </a:ext>
              </a:extLst>
            </p:cNvPr>
            <p:cNvSpPr/>
            <p:nvPr/>
          </p:nvSpPr>
          <p:spPr>
            <a:xfrm>
              <a:off x="12016418" y="6970177"/>
              <a:ext cx="238243" cy="952971"/>
            </a:xfrm>
            <a:custGeom>
              <a:avLst/>
              <a:gdLst>
                <a:gd name="connsiteX0" fmla="*/ 0 w 238242"/>
                <a:gd name="connsiteY0" fmla="*/ 960943 h 952970"/>
                <a:gd name="connsiteX1" fmla="*/ 245045 w 238242"/>
                <a:gd name="connsiteY1" fmla="*/ 0 h 952970"/>
                <a:gd name="connsiteX2" fmla="*/ 247931 w 238242"/>
                <a:gd name="connsiteY2" fmla="*/ 736 h 952970"/>
                <a:gd name="connsiteX3" fmla="*/ 2886 w 238242"/>
                <a:gd name="connsiteY3" fmla="*/ 961679 h 952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242" h="952970">
                  <a:moveTo>
                    <a:pt x="0" y="960943"/>
                  </a:moveTo>
                  <a:lnTo>
                    <a:pt x="245045" y="0"/>
                  </a:lnTo>
                  <a:lnTo>
                    <a:pt x="247931" y="736"/>
                  </a:lnTo>
                  <a:lnTo>
                    <a:pt x="2886" y="961679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91B86DB4-474A-EE49-8F95-8F0D593CF304}"/>
                </a:ext>
              </a:extLst>
            </p:cNvPr>
            <p:cNvSpPr/>
            <p:nvPr/>
          </p:nvSpPr>
          <p:spPr>
            <a:xfrm>
              <a:off x="12132437" y="6756476"/>
              <a:ext cx="119121" cy="208462"/>
            </a:xfrm>
            <a:custGeom>
              <a:avLst/>
              <a:gdLst>
                <a:gd name="connsiteX0" fmla="*/ 2978 w 119121"/>
                <a:gd name="connsiteY0" fmla="*/ 0 h 208462"/>
                <a:gd name="connsiteX1" fmla="*/ 142945 w 119121"/>
                <a:gd name="connsiteY1" fmla="*/ 217397 h 208462"/>
                <a:gd name="connsiteX2" fmla="*/ 136989 w 119121"/>
                <a:gd name="connsiteY2" fmla="*/ 220375 h 208462"/>
                <a:gd name="connsiteX3" fmla="*/ 0 w 119121"/>
                <a:gd name="connsiteY3" fmla="*/ 2978 h 208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121" h="208462">
                  <a:moveTo>
                    <a:pt x="2978" y="0"/>
                  </a:moveTo>
                  <a:lnTo>
                    <a:pt x="142945" y="217397"/>
                  </a:lnTo>
                  <a:lnTo>
                    <a:pt x="136989" y="220375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4CDA5F18-D1DA-E746-AC3F-0327DC88D694}"/>
                </a:ext>
              </a:extLst>
            </p:cNvPr>
            <p:cNvSpPr/>
            <p:nvPr/>
          </p:nvSpPr>
          <p:spPr>
            <a:xfrm>
              <a:off x="12272405" y="6973873"/>
              <a:ext cx="595607" cy="29780"/>
            </a:xfrm>
            <a:custGeom>
              <a:avLst/>
              <a:gdLst>
                <a:gd name="connsiteX0" fmla="*/ 0 w 595606"/>
                <a:gd name="connsiteY0" fmla="*/ 0 h 29780"/>
                <a:gd name="connsiteX1" fmla="*/ 619431 w 595606"/>
                <a:gd name="connsiteY1" fmla="*/ 38715 h 29780"/>
                <a:gd name="connsiteX2" fmla="*/ 619431 w 595606"/>
                <a:gd name="connsiteY2" fmla="*/ 41692 h 29780"/>
                <a:gd name="connsiteX3" fmla="*/ 0 w 595606"/>
                <a:gd name="connsiteY3" fmla="*/ 2978 h 2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5606" h="29780">
                  <a:moveTo>
                    <a:pt x="0" y="0"/>
                  </a:moveTo>
                  <a:lnTo>
                    <a:pt x="619431" y="38715"/>
                  </a:lnTo>
                  <a:lnTo>
                    <a:pt x="619431" y="41692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E1C8FF99-A227-914D-87EB-CA26273DBD6B}"/>
                </a:ext>
              </a:extLst>
            </p:cNvPr>
            <p:cNvSpPr/>
            <p:nvPr/>
          </p:nvSpPr>
          <p:spPr>
            <a:xfrm>
              <a:off x="12269426" y="6973873"/>
              <a:ext cx="804069" cy="1608138"/>
            </a:xfrm>
            <a:custGeom>
              <a:avLst/>
              <a:gdLst>
                <a:gd name="connsiteX0" fmla="*/ 5956 w 804069"/>
                <a:gd name="connsiteY0" fmla="*/ 0 h 1608138"/>
                <a:gd name="connsiteX1" fmla="*/ 827893 w 804069"/>
                <a:gd name="connsiteY1" fmla="*/ 1611116 h 1608138"/>
                <a:gd name="connsiteX2" fmla="*/ 821937 w 804069"/>
                <a:gd name="connsiteY2" fmla="*/ 1614094 h 1608138"/>
                <a:gd name="connsiteX3" fmla="*/ 0 w 804069"/>
                <a:gd name="connsiteY3" fmla="*/ 2978 h 1608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069" h="1608138">
                  <a:moveTo>
                    <a:pt x="5956" y="0"/>
                  </a:moveTo>
                  <a:lnTo>
                    <a:pt x="827893" y="1611116"/>
                  </a:lnTo>
                  <a:lnTo>
                    <a:pt x="821937" y="1614094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58D54D61-3528-2540-AF44-4E12DED196A3}"/>
                </a:ext>
              </a:extLst>
            </p:cNvPr>
            <p:cNvSpPr/>
            <p:nvPr/>
          </p:nvSpPr>
          <p:spPr>
            <a:xfrm>
              <a:off x="12888858" y="5702253"/>
              <a:ext cx="29780" cy="1310335"/>
            </a:xfrm>
            <a:custGeom>
              <a:avLst/>
              <a:gdLst>
                <a:gd name="connsiteX0" fmla="*/ 0 w 0"/>
                <a:gd name="connsiteY0" fmla="*/ 0 h 1310334"/>
                <a:gd name="connsiteX1" fmla="*/ 2978 w 0"/>
                <a:gd name="connsiteY1" fmla="*/ 0 h 1310334"/>
                <a:gd name="connsiteX2" fmla="*/ 5956 w 0"/>
                <a:gd name="connsiteY2" fmla="*/ 1313312 h 1310334"/>
                <a:gd name="connsiteX3" fmla="*/ 0 w 0"/>
                <a:gd name="connsiteY3" fmla="*/ 1313312 h 1310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h="1310334">
                  <a:moveTo>
                    <a:pt x="0" y="0"/>
                  </a:moveTo>
                  <a:lnTo>
                    <a:pt x="2978" y="0"/>
                  </a:lnTo>
                  <a:lnTo>
                    <a:pt x="5956" y="1313312"/>
                  </a:lnTo>
                  <a:lnTo>
                    <a:pt x="0" y="1313312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935230D9-2D66-7A47-8FEF-9664134DA37D}"/>
                </a:ext>
              </a:extLst>
            </p:cNvPr>
            <p:cNvSpPr/>
            <p:nvPr/>
          </p:nvSpPr>
          <p:spPr>
            <a:xfrm>
              <a:off x="12888858" y="7015565"/>
              <a:ext cx="208462" cy="1548577"/>
            </a:xfrm>
            <a:custGeom>
              <a:avLst/>
              <a:gdLst>
                <a:gd name="connsiteX0" fmla="*/ 5956 w 208462"/>
                <a:gd name="connsiteY0" fmla="*/ 0 h 1548577"/>
                <a:gd name="connsiteX1" fmla="*/ 208462 w 208462"/>
                <a:gd name="connsiteY1" fmla="*/ 1569424 h 1548577"/>
                <a:gd name="connsiteX2" fmla="*/ 202506 w 208462"/>
                <a:gd name="connsiteY2" fmla="*/ 1572402 h 1548577"/>
                <a:gd name="connsiteX3" fmla="*/ 0 w 208462"/>
                <a:gd name="connsiteY3" fmla="*/ 0 h 1548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8462" h="1548577">
                  <a:moveTo>
                    <a:pt x="5956" y="0"/>
                  </a:moveTo>
                  <a:lnTo>
                    <a:pt x="208462" y="1569424"/>
                  </a:lnTo>
                  <a:lnTo>
                    <a:pt x="202506" y="157240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01D06B31-0383-F847-B9C5-B6F4B4ACC511}"/>
                </a:ext>
              </a:extLst>
            </p:cNvPr>
            <p:cNvSpPr/>
            <p:nvPr/>
          </p:nvSpPr>
          <p:spPr>
            <a:xfrm>
              <a:off x="12471933" y="5288306"/>
              <a:ext cx="416925" cy="1727259"/>
            </a:xfrm>
            <a:custGeom>
              <a:avLst/>
              <a:gdLst>
                <a:gd name="connsiteX0" fmla="*/ 2978 w 416924"/>
                <a:gd name="connsiteY0" fmla="*/ 0 h 1727259"/>
                <a:gd name="connsiteX1" fmla="*/ 422881 w 416924"/>
                <a:gd name="connsiteY1" fmla="*/ 1724282 h 1727259"/>
                <a:gd name="connsiteX2" fmla="*/ 416925 w 416924"/>
                <a:gd name="connsiteY2" fmla="*/ 1727259 h 1727259"/>
                <a:gd name="connsiteX3" fmla="*/ 0 w 416924"/>
                <a:gd name="connsiteY3" fmla="*/ 2978 h 1727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924" h="1727259">
                  <a:moveTo>
                    <a:pt x="2978" y="0"/>
                  </a:moveTo>
                  <a:lnTo>
                    <a:pt x="422881" y="1724282"/>
                  </a:lnTo>
                  <a:lnTo>
                    <a:pt x="416925" y="1727259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0E918FF5-C3AE-5247-B7F3-64B41F5D3A15}"/>
                </a:ext>
              </a:extLst>
            </p:cNvPr>
            <p:cNvSpPr/>
            <p:nvPr/>
          </p:nvSpPr>
          <p:spPr>
            <a:xfrm>
              <a:off x="12471933" y="5288306"/>
              <a:ext cx="416925" cy="416925"/>
            </a:xfrm>
            <a:custGeom>
              <a:avLst/>
              <a:gdLst>
                <a:gd name="connsiteX0" fmla="*/ 2978 w 416924"/>
                <a:gd name="connsiteY0" fmla="*/ 0 h 416924"/>
                <a:gd name="connsiteX1" fmla="*/ 419903 w 416924"/>
                <a:gd name="connsiteY1" fmla="*/ 413947 h 416924"/>
                <a:gd name="connsiteX2" fmla="*/ 416925 w 416924"/>
                <a:gd name="connsiteY2" fmla="*/ 416925 h 416924"/>
                <a:gd name="connsiteX3" fmla="*/ 0 w 416924"/>
                <a:gd name="connsiteY3" fmla="*/ 2978 h 416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924" h="416924">
                  <a:moveTo>
                    <a:pt x="2978" y="0"/>
                  </a:moveTo>
                  <a:lnTo>
                    <a:pt x="419903" y="413947"/>
                  </a:lnTo>
                  <a:lnTo>
                    <a:pt x="416925" y="416925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4EB409D4-BDCC-D741-9227-A2A591BFCE01}"/>
                </a:ext>
              </a:extLst>
            </p:cNvPr>
            <p:cNvSpPr/>
            <p:nvPr/>
          </p:nvSpPr>
          <p:spPr>
            <a:xfrm>
              <a:off x="12888858" y="4409786"/>
              <a:ext cx="59561" cy="1280554"/>
            </a:xfrm>
            <a:custGeom>
              <a:avLst/>
              <a:gdLst>
                <a:gd name="connsiteX0" fmla="*/ 77429 w 59560"/>
                <a:gd name="connsiteY0" fmla="*/ 0 h 1280554"/>
                <a:gd name="connsiteX1" fmla="*/ 80407 w 59560"/>
                <a:gd name="connsiteY1" fmla="*/ 0 h 1280554"/>
                <a:gd name="connsiteX2" fmla="*/ 2978 w 59560"/>
                <a:gd name="connsiteY2" fmla="*/ 1292467 h 1280554"/>
                <a:gd name="connsiteX3" fmla="*/ 0 w 59560"/>
                <a:gd name="connsiteY3" fmla="*/ 1292467 h 1280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560" h="1280554">
                  <a:moveTo>
                    <a:pt x="77429" y="0"/>
                  </a:moveTo>
                  <a:lnTo>
                    <a:pt x="80407" y="0"/>
                  </a:lnTo>
                  <a:lnTo>
                    <a:pt x="2978" y="1292467"/>
                  </a:lnTo>
                  <a:lnTo>
                    <a:pt x="0" y="1292467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33F23C8D-6777-1D4F-9316-2083B8A83F0A}"/>
                </a:ext>
              </a:extLst>
            </p:cNvPr>
            <p:cNvSpPr/>
            <p:nvPr/>
          </p:nvSpPr>
          <p:spPr>
            <a:xfrm>
              <a:off x="12495757" y="2697417"/>
              <a:ext cx="387144" cy="2978033"/>
            </a:xfrm>
            <a:custGeom>
              <a:avLst/>
              <a:gdLst>
                <a:gd name="connsiteX0" fmla="*/ 5956 w 387144"/>
                <a:gd name="connsiteY0" fmla="*/ 0 h 2978033"/>
                <a:gd name="connsiteX1" fmla="*/ 396079 w 387144"/>
                <a:gd name="connsiteY1" fmla="*/ 3004836 h 2978033"/>
                <a:gd name="connsiteX2" fmla="*/ 393100 w 387144"/>
                <a:gd name="connsiteY2" fmla="*/ 3004836 h 2978033"/>
                <a:gd name="connsiteX3" fmla="*/ 0 w 387144"/>
                <a:gd name="connsiteY3" fmla="*/ 0 h 2978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144" h="2978033">
                  <a:moveTo>
                    <a:pt x="5956" y="0"/>
                  </a:moveTo>
                  <a:lnTo>
                    <a:pt x="396079" y="3004836"/>
                  </a:lnTo>
                  <a:lnTo>
                    <a:pt x="393100" y="300483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AC53FDFF-8B01-434A-88D2-01566E56B448}"/>
                </a:ext>
              </a:extLst>
            </p:cNvPr>
            <p:cNvSpPr/>
            <p:nvPr/>
          </p:nvSpPr>
          <p:spPr>
            <a:xfrm>
              <a:off x="12739956" y="1920150"/>
              <a:ext cx="208462" cy="2471768"/>
            </a:xfrm>
            <a:custGeom>
              <a:avLst/>
              <a:gdLst>
                <a:gd name="connsiteX0" fmla="*/ 0 w 208462"/>
                <a:gd name="connsiteY0" fmla="*/ 0 h 2471767"/>
                <a:gd name="connsiteX1" fmla="*/ 2978 w 208462"/>
                <a:gd name="connsiteY1" fmla="*/ 0 h 2471767"/>
                <a:gd name="connsiteX2" fmla="*/ 229308 w 208462"/>
                <a:gd name="connsiteY2" fmla="*/ 2489636 h 2471767"/>
                <a:gd name="connsiteX3" fmla="*/ 226331 w 208462"/>
                <a:gd name="connsiteY3" fmla="*/ 2489636 h 2471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8462" h="2471767">
                  <a:moveTo>
                    <a:pt x="0" y="0"/>
                  </a:moveTo>
                  <a:lnTo>
                    <a:pt x="2978" y="0"/>
                  </a:lnTo>
                  <a:lnTo>
                    <a:pt x="229308" y="2489636"/>
                  </a:lnTo>
                  <a:lnTo>
                    <a:pt x="226331" y="2489636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352F043E-710F-C247-86C9-44D6D706EA4B}"/>
                </a:ext>
              </a:extLst>
            </p:cNvPr>
            <p:cNvSpPr/>
            <p:nvPr/>
          </p:nvSpPr>
          <p:spPr>
            <a:xfrm>
              <a:off x="12174130" y="3715904"/>
              <a:ext cx="774289" cy="684948"/>
            </a:xfrm>
            <a:custGeom>
              <a:avLst/>
              <a:gdLst>
                <a:gd name="connsiteX0" fmla="*/ 2978 w 774288"/>
                <a:gd name="connsiteY0" fmla="*/ 0 h 684947"/>
                <a:gd name="connsiteX1" fmla="*/ 795135 w 774288"/>
                <a:gd name="connsiteY1" fmla="*/ 690904 h 684947"/>
                <a:gd name="connsiteX2" fmla="*/ 792157 w 774288"/>
                <a:gd name="connsiteY2" fmla="*/ 693882 h 684947"/>
                <a:gd name="connsiteX3" fmla="*/ 0 w 774288"/>
                <a:gd name="connsiteY3" fmla="*/ 2978 h 684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4288" h="684947">
                  <a:moveTo>
                    <a:pt x="2978" y="0"/>
                  </a:moveTo>
                  <a:lnTo>
                    <a:pt x="795135" y="690904"/>
                  </a:lnTo>
                  <a:lnTo>
                    <a:pt x="792157" y="693882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3D8F0FCF-1306-E64C-A35B-D4B473168548}"/>
                </a:ext>
              </a:extLst>
            </p:cNvPr>
            <p:cNvSpPr/>
            <p:nvPr/>
          </p:nvSpPr>
          <p:spPr>
            <a:xfrm>
              <a:off x="11920997" y="2241778"/>
              <a:ext cx="1042312" cy="2144184"/>
            </a:xfrm>
            <a:custGeom>
              <a:avLst/>
              <a:gdLst>
                <a:gd name="connsiteX0" fmla="*/ 2978 w 1042311"/>
                <a:gd name="connsiteY0" fmla="*/ 0 h 2144184"/>
                <a:gd name="connsiteX1" fmla="*/ 1048268 w 1042311"/>
                <a:gd name="connsiteY1" fmla="*/ 2165030 h 2144184"/>
                <a:gd name="connsiteX2" fmla="*/ 1045290 w 1042311"/>
                <a:gd name="connsiteY2" fmla="*/ 2168008 h 2144184"/>
                <a:gd name="connsiteX3" fmla="*/ 0 w 1042311"/>
                <a:gd name="connsiteY3" fmla="*/ 0 h 214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2311" h="2144184">
                  <a:moveTo>
                    <a:pt x="2978" y="0"/>
                  </a:moveTo>
                  <a:lnTo>
                    <a:pt x="1048268" y="2165030"/>
                  </a:lnTo>
                  <a:lnTo>
                    <a:pt x="1045290" y="216800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153D5F73-6B5A-A74B-AEDB-2DE5692EDB53}"/>
                </a:ext>
              </a:extLst>
            </p:cNvPr>
            <p:cNvSpPr/>
            <p:nvPr/>
          </p:nvSpPr>
          <p:spPr>
            <a:xfrm>
              <a:off x="12495757" y="1920150"/>
              <a:ext cx="238243" cy="774289"/>
            </a:xfrm>
            <a:custGeom>
              <a:avLst/>
              <a:gdLst>
                <a:gd name="connsiteX0" fmla="*/ 244199 w 238242"/>
                <a:gd name="connsiteY0" fmla="*/ 0 h 774288"/>
                <a:gd name="connsiteX1" fmla="*/ 247177 w 238242"/>
                <a:gd name="connsiteY1" fmla="*/ 0 h 774288"/>
                <a:gd name="connsiteX2" fmla="*/ 5956 w 238242"/>
                <a:gd name="connsiteY2" fmla="*/ 777267 h 774288"/>
                <a:gd name="connsiteX3" fmla="*/ 0 w 238242"/>
                <a:gd name="connsiteY3" fmla="*/ 777267 h 774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242" h="774288">
                  <a:moveTo>
                    <a:pt x="244199" y="0"/>
                  </a:moveTo>
                  <a:lnTo>
                    <a:pt x="247177" y="0"/>
                  </a:lnTo>
                  <a:lnTo>
                    <a:pt x="5956" y="777267"/>
                  </a:lnTo>
                  <a:lnTo>
                    <a:pt x="0" y="777267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34B3BE5F-B30D-0F4A-9790-5A3CBFE34CDB}"/>
                </a:ext>
              </a:extLst>
            </p:cNvPr>
            <p:cNvSpPr/>
            <p:nvPr/>
          </p:nvSpPr>
          <p:spPr>
            <a:xfrm>
              <a:off x="11920997" y="2238800"/>
              <a:ext cx="565826" cy="446705"/>
            </a:xfrm>
            <a:custGeom>
              <a:avLst/>
              <a:gdLst>
                <a:gd name="connsiteX0" fmla="*/ 2978 w 565826"/>
                <a:gd name="connsiteY0" fmla="*/ 0 h 446705"/>
                <a:gd name="connsiteX1" fmla="*/ 577738 w 565826"/>
                <a:gd name="connsiteY1" fmla="*/ 455639 h 446705"/>
                <a:gd name="connsiteX2" fmla="*/ 577738 w 565826"/>
                <a:gd name="connsiteY2" fmla="*/ 458617 h 446705"/>
                <a:gd name="connsiteX3" fmla="*/ 0 w 565826"/>
                <a:gd name="connsiteY3" fmla="*/ 2978 h 446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5826" h="446705">
                  <a:moveTo>
                    <a:pt x="2978" y="0"/>
                  </a:moveTo>
                  <a:lnTo>
                    <a:pt x="577738" y="455639"/>
                  </a:lnTo>
                  <a:lnTo>
                    <a:pt x="577738" y="458617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662E508C-E92F-604C-A99E-24E33778110E}"/>
                </a:ext>
              </a:extLst>
            </p:cNvPr>
            <p:cNvSpPr/>
            <p:nvPr/>
          </p:nvSpPr>
          <p:spPr>
            <a:xfrm>
              <a:off x="12174130" y="2697417"/>
              <a:ext cx="327584" cy="1012531"/>
            </a:xfrm>
            <a:custGeom>
              <a:avLst/>
              <a:gdLst>
                <a:gd name="connsiteX0" fmla="*/ 321628 w 327583"/>
                <a:gd name="connsiteY0" fmla="*/ 0 h 1012531"/>
                <a:gd name="connsiteX1" fmla="*/ 327584 w 327583"/>
                <a:gd name="connsiteY1" fmla="*/ 0 h 1012531"/>
                <a:gd name="connsiteX2" fmla="*/ 2978 w 327583"/>
                <a:gd name="connsiteY2" fmla="*/ 1021465 h 1012531"/>
                <a:gd name="connsiteX3" fmla="*/ 0 w 327583"/>
                <a:gd name="connsiteY3" fmla="*/ 1021465 h 1012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7583" h="1012531">
                  <a:moveTo>
                    <a:pt x="321628" y="0"/>
                  </a:moveTo>
                  <a:lnTo>
                    <a:pt x="327584" y="0"/>
                  </a:lnTo>
                  <a:lnTo>
                    <a:pt x="2978" y="1021465"/>
                  </a:lnTo>
                  <a:lnTo>
                    <a:pt x="0" y="1021465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DB012AD3-A368-EB49-A96F-A206604505ED}"/>
                </a:ext>
              </a:extLst>
            </p:cNvPr>
            <p:cNvSpPr/>
            <p:nvPr/>
          </p:nvSpPr>
          <p:spPr>
            <a:xfrm>
              <a:off x="11965667" y="2989264"/>
              <a:ext cx="208462" cy="714728"/>
            </a:xfrm>
            <a:custGeom>
              <a:avLst/>
              <a:gdLst>
                <a:gd name="connsiteX0" fmla="*/ 2978 w 208462"/>
                <a:gd name="connsiteY0" fmla="*/ 0 h 714728"/>
                <a:gd name="connsiteX1" fmla="*/ 211441 w 208462"/>
                <a:gd name="connsiteY1" fmla="*/ 729618 h 714728"/>
                <a:gd name="connsiteX2" fmla="*/ 208462 w 208462"/>
                <a:gd name="connsiteY2" fmla="*/ 729618 h 714728"/>
                <a:gd name="connsiteX3" fmla="*/ 0 w 208462"/>
                <a:gd name="connsiteY3" fmla="*/ 0 h 71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8462" h="714728">
                  <a:moveTo>
                    <a:pt x="2978" y="0"/>
                  </a:moveTo>
                  <a:lnTo>
                    <a:pt x="211441" y="729618"/>
                  </a:lnTo>
                  <a:lnTo>
                    <a:pt x="208462" y="72961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4690C169-C31C-404A-B9EE-F7D88A92ED50}"/>
                </a:ext>
              </a:extLst>
            </p:cNvPr>
            <p:cNvSpPr/>
            <p:nvPr/>
          </p:nvSpPr>
          <p:spPr>
            <a:xfrm>
              <a:off x="11926953" y="3718882"/>
              <a:ext cx="238243" cy="774289"/>
            </a:xfrm>
            <a:custGeom>
              <a:avLst/>
              <a:gdLst>
                <a:gd name="connsiteX0" fmla="*/ 247177 w 238242"/>
                <a:gd name="connsiteY0" fmla="*/ 0 h 774288"/>
                <a:gd name="connsiteX1" fmla="*/ 250155 w 238242"/>
                <a:gd name="connsiteY1" fmla="*/ 0 h 774288"/>
                <a:gd name="connsiteX2" fmla="*/ 5956 w 238242"/>
                <a:gd name="connsiteY2" fmla="*/ 786201 h 774288"/>
                <a:gd name="connsiteX3" fmla="*/ 0 w 238242"/>
                <a:gd name="connsiteY3" fmla="*/ 783223 h 774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242" h="774288">
                  <a:moveTo>
                    <a:pt x="247177" y="0"/>
                  </a:moveTo>
                  <a:lnTo>
                    <a:pt x="250155" y="0"/>
                  </a:lnTo>
                  <a:lnTo>
                    <a:pt x="5956" y="786201"/>
                  </a:lnTo>
                  <a:lnTo>
                    <a:pt x="0" y="783223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8C700C53-017D-244E-8343-32C081A87719}"/>
                </a:ext>
              </a:extLst>
            </p:cNvPr>
            <p:cNvSpPr/>
            <p:nvPr/>
          </p:nvSpPr>
          <p:spPr>
            <a:xfrm>
              <a:off x="10044836" y="3278134"/>
              <a:ext cx="2114404" cy="416925"/>
            </a:xfrm>
            <a:custGeom>
              <a:avLst/>
              <a:gdLst>
                <a:gd name="connsiteX0" fmla="*/ 0 w 2114403"/>
                <a:gd name="connsiteY0" fmla="*/ 0 h 416924"/>
                <a:gd name="connsiteX1" fmla="*/ 2132272 w 2114403"/>
                <a:gd name="connsiteY1" fmla="*/ 437771 h 416924"/>
                <a:gd name="connsiteX2" fmla="*/ 2129294 w 2114403"/>
                <a:gd name="connsiteY2" fmla="*/ 443727 h 416924"/>
                <a:gd name="connsiteX3" fmla="*/ 0 w 2114403"/>
                <a:gd name="connsiteY3" fmla="*/ 5956 h 416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4403" h="416924">
                  <a:moveTo>
                    <a:pt x="0" y="0"/>
                  </a:moveTo>
                  <a:lnTo>
                    <a:pt x="2132272" y="437771"/>
                  </a:lnTo>
                  <a:lnTo>
                    <a:pt x="2129294" y="443727"/>
                  </a:lnTo>
                  <a:lnTo>
                    <a:pt x="0" y="5956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90668058-BFF5-B841-8C3C-7F64B1888D5C}"/>
                </a:ext>
              </a:extLst>
            </p:cNvPr>
            <p:cNvSpPr/>
            <p:nvPr/>
          </p:nvSpPr>
          <p:spPr>
            <a:xfrm>
              <a:off x="11280180" y="2249072"/>
              <a:ext cx="595607" cy="268023"/>
            </a:xfrm>
            <a:custGeom>
              <a:avLst/>
              <a:gdLst>
                <a:gd name="connsiteX0" fmla="*/ 0 w 595606"/>
                <a:gd name="connsiteY0" fmla="*/ 290555 h 268023"/>
                <a:gd name="connsiteX1" fmla="*/ 620288 w 595606"/>
                <a:gd name="connsiteY1" fmla="*/ 0 h 268023"/>
                <a:gd name="connsiteX2" fmla="*/ 621552 w 595606"/>
                <a:gd name="connsiteY2" fmla="*/ 2697 h 268023"/>
                <a:gd name="connsiteX3" fmla="*/ 1263 w 595606"/>
                <a:gd name="connsiteY3" fmla="*/ 293252 h 26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5606" h="268023">
                  <a:moveTo>
                    <a:pt x="0" y="290555"/>
                  </a:moveTo>
                  <a:lnTo>
                    <a:pt x="620288" y="0"/>
                  </a:lnTo>
                  <a:lnTo>
                    <a:pt x="621552" y="2697"/>
                  </a:lnTo>
                  <a:lnTo>
                    <a:pt x="1263" y="293252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6F5D14A0-D562-A841-9446-B9D15597DDDA}"/>
                </a:ext>
              </a:extLst>
            </p:cNvPr>
            <p:cNvSpPr/>
            <p:nvPr/>
          </p:nvSpPr>
          <p:spPr>
            <a:xfrm>
              <a:off x="11283698" y="2542559"/>
              <a:ext cx="684948" cy="446705"/>
            </a:xfrm>
            <a:custGeom>
              <a:avLst/>
              <a:gdLst>
                <a:gd name="connsiteX0" fmla="*/ 0 w 684947"/>
                <a:gd name="connsiteY0" fmla="*/ 0 h 446705"/>
                <a:gd name="connsiteX1" fmla="*/ 684948 w 684947"/>
                <a:gd name="connsiteY1" fmla="*/ 443727 h 446705"/>
                <a:gd name="connsiteX2" fmla="*/ 681969 w 684947"/>
                <a:gd name="connsiteY2" fmla="*/ 446705 h 446705"/>
                <a:gd name="connsiteX3" fmla="*/ 0 w 684947"/>
                <a:gd name="connsiteY3" fmla="*/ 5956 h 446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947" h="446705">
                  <a:moveTo>
                    <a:pt x="0" y="0"/>
                  </a:moveTo>
                  <a:lnTo>
                    <a:pt x="684948" y="443727"/>
                  </a:lnTo>
                  <a:lnTo>
                    <a:pt x="681969" y="446705"/>
                  </a:lnTo>
                  <a:lnTo>
                    <a:pt x="0" y="5956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973609D4-3166-8944-8098-14B18434AEB3}"/>
                </a:ext>
              </a:extLst>
            </p:cNvPr>
            <p:cNvSpPr/>
            <p:nvPr/>
          </p:nvSpPr>
          <p:spPr>
            <a:xfrm>
              <a:off x="11280720" y="2545537"/>
              <a:ext cx="625387" cy="1935722"/>
            </a:xfrm>
            <a:custGeom>
              <a:avLst/>
              <a:gdLst>
                <a:gd name="connsiteX0" fmla="*/ 5956 w 625387"/>
                <a:gd name="connsiteY0" fmla="*/ 0 h 1935721"/>
                <a:gd name="connsiteX1" fmla="*/ 652189 w 625387"/>
                <a:gd name="connsiteY1" fmla="*/ 1956568 h 1935721"/>
                <a:gd name="connsiteX2" fmla="*/ 646233 w 625387"/>
                <a:gd name="connsiteY2" fmla="*/ 1959546 h 1935721"/>
                <a:gd name="connsiteX3" fmla="*/ 0 w 625387"/>
                <a:gd name="connsiteY3" fmla="*/ 0 h 1935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5387" h="1935721">
                  <a:moveTo>
                    <a:pt x="5956" y="0"/>
                  </a:moveTo>
                  <a:lnTo>
                    <a:pt x="652189" y="1956568"/>
                  </a:lnTo>
                  <a:lnTo>
                    <a:pt x="646233" y="195954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B3B3CD55-5174-224C-ADF6-D4D138ED2588}"/>
                </a:ext>
              </a:extLst>
            </p:cNvPr>
            <p:cNvSpPr/>
            <p:nvPr/>
          </p:nvSpPr>
          <p:spPr>
            <a:xfrm>
              <a:off x="11965667" y="2694439"/>
              <a:ext cx="506266" cy="268023"/>
            </a:xfrm>
            <a:custGeom>
              <a:avLst/>
              <a:gdLst>
                <a:gd name="connsiteX0" fmla="*/ 533068 w 506265"/>
                <a:gd name="connsiteY0" fmla="*/ 0 h 268023"/>
                <a:gd name="connsiteX1" fmla="*/ 533068 w 506265"/>
                <a:gd name="connsiteY1" fmla="*/ 5956 h 268023"/>
                <a:gd name="connsiteX2" fmla="*/ 2978 w 506265"/>
                <a:gd name="connsiteY2" fmla="*/ 294825 h 268023"/>
                <a:gd name="connsiteX3" fmla="*/ 0 w 506265"/>
                <a:gd name="connsiteY3" fmla="*/ 291847 h 26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6265" h="268023">
                  <a:moveTo>
                    <a:pt x="533068" y="0"/>
                  </a:moveTo>
                  <a:lnTo>
                    <a:pt x="533068" y="5956"/>
                  </a:lnTo>
                  <a:lnTo>
                    <a:pt x="2978" y="294825"/>
                  </a:lnTo>
                  <a:lnTo>
                    <a:pt x="0" y="291847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ADE13753-E59C-4046-A314-AE04997A878E}"/>
                </a:ext>
              </a:extLst>
            </p:cNvPr>
            <p:cNvSpPr/>
            <p:nvPr/>
          </p:nvSpPr>
          <p:spPr>
            <a:xfrm>
              <a:off x="11965667" y="1896326"/>
              <a:ext cx="774289" cy="1072092"/>
            </a:xfrm>
            <a:custGeom>
              <a:avLst/>
              <a:gdLst>
                <a:gd name="connsiteX0" fmla="*/ 771310 w 774288"/>
                <a:gd name="connsiteY0" fmla="*/ 0 h 1072092"/>
                <a:gd name="connsiteX1" fmla="*/ 774289 w 774288"/>
                <a:gd name="connsiteY1" fmla="*/ 2978 h 1072092"/>
                <a:gd name="connsiteX2" fmla="*/ 2978 w 774288"/>
                <a:gd name="connsiteY2" fmla="*/ 1092938 h 1072092"/>
                <a:gd name="connsiteX3" fmla="*/ 0 w 774288"/>
                <a:gd name="connsiteY3" fmla="*/ 1089960 h 1072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4288" h="1072092">
                  <a:moveTo>
                    <a:pt x="771310" y="0"/>
                  </a:moveTo>
                  <a:lnTo>
                    <a:pt x="774289" y="2978"/>
                  </a:lnTo>
                  <a:lnTo>
                    <a:pt x="2978" y="1092938"/>
                  </a:lnTo>
                  <a:lnTo>
                    <a:pt x="0" y="108996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7C93AA09-26FC-A94C-AE07-8F59B76D110A}"/>
                </a:ext>
              </a:extLst>
            </p:cNvPr>
            <p:cNvSpPr/>
            <p:nvPr/>
          </p:nvSpPr>
          <p:spPr>
            <a:xfrm>
              <a:off x="10044836" y="2986286"/>
              <a:ext cx="1905941" cy="297803"/>
            </a:xfrm>
            <a:custGeom>
              <a:avLst/>
              <a:gdLst>
                <a:gd name="connsiteX0" fmla="*/ 1923810 w 1905941"/>
                <a:gd name="connsiteY0" fmla="*/ 0 h 297803"/>
                <a:gd name="connsiteX1" fmla="*/ 1923810 w 1905941"/>
                <a:gd name="connsiteY1" fmla="*/ 2978 h 297803"/>
                <a:gd name="connsiteX2" fmla="*/ 0 w 1905941"/>
                <a:gd name="connsiteY2" fmla="*/ 297803 h 297803"/>
                <a:gd name="connsiteX3" fmla="*/ 0 w 1905941"/>
                <a:gd name="connsiteY3" fmla="*/ 291847 h 297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941" h="297803">
                  <a:moveTo>
                    <a:pt x="1923810" y="0"/>
                  </a:moveTo>
                  <a:lnTo>
                    <a:pt x="1923810" y="2978"/>
                  </a:lnTo>
                  <a:lnTo>
                    <a:pt x="0" y="297803"/>
                  </a:lnTo>
                  <a:lnTo>
                    <a:pt x="0" y="291847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5B6AA78A-3748-0C4A-B96B-0372254E6A42}"/>
                </a:ext>
              </a:extLst>
            </p:cNvPr>
            <p:cNvSpPr/>
            <p:nvPr/>
          </p:nvSpPr>
          <p:spPr>
            <a:xfrm>
              <a:off x="11929931" y="4406808"/>
              <a:ext cx="1012531" cy="89341"/>
            </a:xfrm>
            <a:custGeom>
              <a:avLst/>
              <a:gdLst>
                <a:gd name="connsiteX0" fmla="*/ 0 w 1012531"/>
                <a:gd name="connsiteY0" fmla="*/ 95297 h 89341"/>
                <a:gd name="connsiteX1" fmla="*/ 1036356 w 1012531"/>
                <a:gd name="connsiteY1" fmla="*/ 0 h 89341"/>
                <a:gd name="connsiteX2" fmla="*/ 1039333 w 1012531"/>
                <a:gd name="connsiteY2" fmla="*/ 2978 h 89341"/>
                <a:gd name="connsiteX3" fmla="*/ 0 w 1012531"/>
                <a:gd name="connsiteY3" fmla="*/ 98275 h 89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2531" h="89341">
                  <a:moveTo>
                    <a:pt x="0" y="95297"/>
                  </a:moveTo>
                  <a:lnTo>
                    <a:pt x="1036356" y="0"/>
                  </a:lnTo>
                  <a:lnTo>
                    <a:pt x="1039333" y="2978"/>
                  </a:lnTo>
                  <a:lnTo>
                    <a:pt x="0" y="98275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DE40E109-FE74-A545-8BCF-CDA46FCD5436}"/>
                </a:ext>
              </a:extLst>
            </p:cNvPr>
            <p:cNvSpPr/>
            <p:nvPr/>
          </p:nvSpPr>
          <p:spPr>
            <a:xfrm>
              <a:off x="11923975" y="4442545"/>
              <a:ext cx="536046" cy="833849"/>
            </a:xfrm>
            <a:custGeom>
              <a:avLst/>
              <a:gdLst>
                <a:gd name="connsiteX0" fmla="*/ 2978 w 536046"/>
                <a:gd name="connsiteY0" fmla="*/ 0 h 833849"/>
                <a:gd name="connsiteX1" fmla="*/ 550936 w 536046"/>
                <a:gd name="connsiteY1" fmla="*/ 845761 h 833849"/>
                <a:gd name="connsiteX2" fmla="*/ 547958 w 536046"/>
                <a:gd name="connsiteY2" fmla="*/ 848740 h 833849"/>
                <a:gd name="connsiteX3" fmla="*/ 0 w 536046"/>
                <a:gd name="connsiteY3" fmla="*/ 2978 h 833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046" h="833849">
                  <a:moveTo>
                    <a:pt x="2978" y="0"/>
                  </a:moveTo>
                  <a:lnTo>
                    <a:pt x="550936" y="845761"/>
                  </a:lnTo>
                  <a:lnTo>
                    <a:pt x="547958" y="848740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91FCDFD7-90FA-5C47-BDE9-61709D654DED}"/>
                </a:ext>
              </a:extLst>
            </p:cNvPr>
            <p:cNvSpPr/>
            <p:nvPr/>
          </p:nvSpPr>
          <p:spPr>
            <a:xfrm>
              <a:off x="11116928" y="4254928"/>
              <a:ext cx="804069" cy="238243"/>
            </a:xfrm>
            <a:custGeom>
              <a:avLst/>
              <a:gdLst>
                <a:gd name="connsiteX0" fmla="*/ 0 w 804069"/>
                <a:gd name="connsiteY0" fmla="*/ 0 h 238242"/>
                <a:gd name="connsiteX1" fmla="*/ 813003 w 804069"/>
                <a:gd name="connsiteY1" fmla="*/ 247177 h 238242"/>
                <a:gd name="connsiteX2" fmla="*/ 813003 w 804069"/>
                <a:gd name="connsiteY2" fmla="*/ 250155 h 238242"/>
                <a:gd name="connsiteX3" fmla="*/ 0 w 804069"/>
                <a:gd name="connsiteY3" fmla="*/ 5956 h 238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069" h="238242">
                  <a:moveTo>
                    <a:pt x="0" y="0"/>
                  </a:moveTo>
                  <a:lnTo>
                    <a:pt x="813003" y="247177"/>
                  </a:lnTo>
                  <a:lnTo>
                    <a:pt x="813003" y="250155"/>
                  </a:lnTo>
                  <a:lnTo>
                    <a:pt x="0" y="5956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FB021-65B3-C446-886D-993AB5714377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-22336" y="5301666"/>
            <a:ext cx="12214336" cy="1556318"/>
          </a:xfrm>
          <a:solidFill>
            <a:srgbClr val="FFFFFF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2ED78F-CD3A-4043-B11F-2390B4AA1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505" y="5530703"/>
            <a:ext cx="6135448" cy="1085372"/>
          </a:xfrm>
        </p:spPr>
        <p:txBody>
          <a:bodyPr/>
          <a:lstStyle/>
          <a:p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2000505000000020004" pitchFamily="2" charset="77"/>
                <a:ea typeface="+mn-ea"/>
                <a:cs typeface="+mn-cs"/>
              </a:rPr>
              <a:t>Convercus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2000505000000020004" pitchFamily="2" charset="77"/>
                <a:ea typeface="+mn-ea"/>
                <a:cs typeface="+mn-cs"/>
              </a:rPr>
              <a:t> Loyalty &amp; Couponing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2000505000000020004" pitchFamily="2" charset="77"/>
                <a:ea typeface="+mn-ea"/>
                <a:cs typeface="+mn-cs"/>
              </a:rPr>
              <a:t>Plattform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2000505000000020004" pitchFamily="2" charset="77"/>
                <a:ea typeface="+mn-ea"/>
                <a:cs typeface="+mn-cs"/>
              </a:rPr>
              <a:t> –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2000505000000020004" pitchFamily="2" charset="77"/>
                <a:ea typeface="+mn-ea"/>
                <a:cs typeface="+mn-cs"/>
              </a:rPr>
              <a:t>Überblick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2000505000000020004" pitchFamily="2" charset="77"/>
                <a:ea typeface="+mn-ea"/>
                <a:cs typeface="+mn-cs"/>
              </a:rPr>
              <a:t> für </a:t>
            </a:r>
            <a:r>
              <a:rPr 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2000505000000020004" pitchFamily="2" charset="77"/>
                <a:ea typeface="+mn-ea"/>
                <a:cs typeface="+mn-cs"/>
              </a:rPr>
              <a:t>anybill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Montserrat" panose="02000505000000020004" pitchFamily="2" charset="77"/>
              <a:ea typeface="+mn-ea"/>
              <a:cs typeface="+mn-cs"/>
            </a:endParaRPr>
          </a:p>
        </p:txBody>
      </p:sp>
      <p:pic>
        <p:nvPicPr>
          <p:cNvPr id="149" name="Picture Placeholder 148">
            <a:extLst>
              <a:ext uri="{FF2B5EF4-FFF2-40B4-BE49-F238E27FC236}">
                <a16:creationId xmlns:a16="http://schemas.microsoft.com/office/drawing/2014/main" id="{CA8C080E-CE35-7E4B-9C4B-506C4ED0CA66}"/>
              </a:ext>
            </a:extLst>
          </p:cNvPr>
          <p:cNvPicPr>
            <a:picLocks noGrp="1" noChangeAspect="1"/>
          </p:cNvPicPr>
          <p:nvPr>
            <p:ph type="pic" sz="quarter" idx="35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484" b="-484"/>
          <a:stretch/>
        </p:blipFill>
        <p:spPr>
          <a:xfrm>
            <a:off x="9272217" y="5530703"/>
            <a:ext cx="2653362" cy="1022813"/>
          </a:xfrm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759E4260-26B9-319F-3392-7CE68FE6933E}"/>
              </a:ext>
            </a:extLst>
          </p:cNvPr>
          <p:cNvSpPr txBox="1">
            <a:spLocks/>
          </p:cNvSpPr>
          <p:nvPr/>
        </p:nvSpPr>
        <p:spPr>
          <a:xfrm>
            <a:off x="223840" y="6425852"/>
            <a:ext cx="7684767" cy="4724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F0826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Stand: Mai 2025 –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vertrauliche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Unterlage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zur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internen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Abstimmung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51" name="Grafik 150">
            <a:extLst>
              <a:ext uri="{FF2B5EF4-FFF2-40B4-BE49-F238E27FC236}">
                <a16:creationId xmlns:a16="http://schemas.microsoft.com/office/drawing/2014/main" id="{2723014B-06F3-964F-81F8-BF3B533248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8769" y="5565601"/>
            <a:ext cx="2193448" cy="95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367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F81777-B23A-9B79-F395-BCFE07307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B1952807-4652-E432-2DB5-4F4A71218665}"/>
              </a:ext>
            </a:extLst>
          </p:cNvPr>
          <p:cNvSpPr/>
          <p:nvPr/>
        </p:nvSpPr>
        <p:spPr>
          <a:xfrm>
            <a:off x="7443216" y="1078992"/>
            <a:ext cx="3822192" cy="482978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Google Shape;150;p35">
            <a:extLst>
              <a:ext uri="{FF2B5EF4-FFF2-40B4-BE49-F238E27FC236}">
                <a16:creationId xmlns:a16="http://schemas.microsoft.com/office/drawing/2014/main" id="{F0DA5525-9A6E-D46C-CC91-09946574731B}"/>
              </a:ext>
            </a:extLst>
          </p:cNvPr>
          <p:cNvSpPr txBox="1">
            <a:spLocks noChangeAspect="1"/>
          </p:cNvSpPr>
          <p:nvPr/>
        </p:nvSpPr>
        <p:spPr>
          <a:xfrm>
            <a:off x="504760" y="1150768"/>
            <a:ext cx="6597334" cy="5169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de-DE" sz="140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Convercus</a:t>
            </a:r>
            <a:r>
              <a:rPr lang="de-DE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ist eine führende SaaS-Plattform für </a:t>
            </a:r>
            <a:r>
              <a:rPr lang="de-DE" sz="140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Loyalty</a:t>
            </a:r>
            <a:r>
              <a:rPr lang="de-DE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und </a:t>
            </a:r>
            <a:r>
              <a:rPr lang="de-DE" sz="140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Couponing</a:t>
            </a:r>
            <a:r>
              <a:rPr lang="de-DE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spezialisiert auf Enterprise-Kunden mit komplexen Anforderungen.</a:t>
            </a:r>
          </a:p>
          <a:p>
            <a:endParaRPr lang="de-DE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Unser USP: modernste, </a:t>
            </a:r>
            <a:r>
              <a:rPr lang="de-DE" sz="140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hochperformante</a:t>
            </a:r>
            <a:r>
              <a:rPr lang="de-DE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Softwarelösungen kombiniert mit tiefgreifendem Know-how in der Integration von Online- und Offline-Kassenlandschaften.</a:t>
            </a:r>
            <a:br>
              <a:rPr lang="de-DE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de-DE" sz="14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Unsere Stärken auf einen Blick:</a:t>
            </a:r>
          </a:p>
          <a:p>
            <a:endParaRPr lang="de-DE" sz="14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Symbol" pitchFamily="2" charset="2"/>
              <a:buChar char="-"/>
            </a:pPr>
            <a:r>
              <a:rPr lang="de-DE" sz="14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Omnichannel </a:t>
            </a:r>
            <a:r>
              <a:rPr lang="de-DE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Loyalty</a:t>
            </a:r>
            <a:r>
              <a:rPr lang="de-DE" sz="14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de-DE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Couponing</a:t>
            </a:r>
            <a:r>
              <a:rPr lang="de-DE" sz="14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de-DE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Nahtlose Customer </a:t>
            </a:r>
            <a:r>
              <a:rPr lang="de-DE" sz="140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Journeys</a:t>
            </a:r>
            <a:r>
              <a:rPr lang="de-DE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über alle Touchpoints</a:t>
            </a:r>
          </a:p>
          <a:p>
            <a:pPr marL="285750" indent="-285750">
              <a:buFont typeface="Symbol" pitchFamily="2" charset="2"/>
              <a:buChar char="-"/>
            </a:pPr>
            <a:r>
              <a:rPr lang="de-DE" sz="14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Schnelle Time-</a:t>
            </a:r>
            <a:r>
              <a:rPr lang="de-DE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de-DE" sz="14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-Market: </a:t>
            </a:r>
            <a:r>
              <a:rPr lang="de-DE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Dank modularer, API-first Architektur</a:t>
            </a:r>
          </a:p>
          <a:p>
            <a:pPr marL="285750" indent="-285750">
              <a:buFont typeface="Symbol" pitchFamily="2" charset="2"/>
              <a:buChar char="-"/>
            </a:pPr>
            <a:r>
              <a:rPr lang="de-DE" sz="14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Individuelle Lösungen: </a:t>
            </a:r>
            <a:r>
              <a:rPr lang="de-DE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Flexibel anpassbar auf Kundenbedürfnisse</a:t>
            </a:r>
          </a:p>
          <a:p>
            <a:pPr marL="285750" indent="-285750">
              <a:buFont typeface="Symbol" pitchFamily="2" charset="2"/>
              <a:buChar char="-"/>
            </a:pPr>
            <a:r>
              <a:rPr lang="de-DE" sz="14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Enterprise Expertise: </a:t>
            </a:r>
            <a:r>
              <a:rPr lang="de-DE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Erfahrung in der Integration komplexer IT-Infrastrukturen</a:t>
            </a:r>
          </a:p>
          <a:p>
            <a:pPr marL="285750" indent="-285750">
              <a:buFont typeface="Symbol" pitchFamily="2" charset="2"/>
              <a:buChar char="-"/>
            </a:pPr>
            <a:r>
              <a:rPr lang="de-DE" sz="14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Starkes Account &amp; Projektmanagement: </a:t>
            </a:r>
            <a:r>
              <a:rPr lang="de-DE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Persönlich, partnerschaftlich, professionell</a:t>
            </a:r>
          </a:p>
          <a:p>
            <a:endParaRPr lang="de-DE" sz="14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Convercus</a:t>
            </a:r>
            <a:r>
              <a:rPr lang="de-DE" sz="14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– Wir machen Kundenbindung einfach, effektiv und zukunftssicher.</a:t>
            </a:r>
          </a:p>
        </p:txBody>
      </p:sp>
      <p:sp>
        <p:nvSpPr>
          <p:cNvPr id="14" name="Titel 1">
            <a:extLst>
              <a:ext uri="{FF2B5EF4-FFF2-40B4-BE49-F238E27FC236}">
                <a16:creationId xmlns:a16="http://schemas.microsoft.com/office/drawing/2014/main" id="{777980B2-88A8-3331-70A6-96163884D3C1}"/>
              </a:ext>
            </a:extLst>
          </p:cNvPr>
          <p:cNvSpPr txBox="1">
            <a:spLocks/>
          </p:cNvSpPr>
          <p:nvPr/>
        </p:nvSpPr>
        <p:spPr>
          <a:xfrm>
            <a:off x="393976" y="551659"/>
            <a:ext cx="9099918" cy="3837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600" dirty="0" err="1">
                <a:latin typeface="Montserrat" panose="02000505000000020004" pitchFamily="2" charset="77"/>
              </a:rPr>
              <a:t>Convercus</a:t>
            </a:r>
            <a:r>
              <a:rPr lang="de-DE" sz="1600" dirty="0">
                <a:latin typeface="Montserrat" panose="02000505000000020004" pitchFamily="2" charset="77"/>
              </a:rPr>
              <a:t> Loyalty &amp; </a:t>
            </a:r>
            <a:r>
              <a:rPr lang="de-DE" sz="1600" dirty="0" err="1">
                <a:latin typeface="Montserrat" panose="02000505000000020004" pitchFamily="2" charset="77"/>
              </a:rPr>
              <a:t>Couponing</a:t>
            </a:r>
            <a:r>
              <a:rPr lang="de-DE" sz="1600" dirty="0">
                <a:latin typeface="Montserrat" panose="02000505000000020004" pitchFamily="2" charset="77"/>
              </a:rPr>
              <a:t> – skalierbar, flexibel, </a:t>
            </a:r>
            <a:r>
              <a:rPr lang="de-DE" sz="1600" dirty="0" err="1">
                <a:latin typeface="Montserrat" panose="02000505000000020004" pitchFamily="2" charset="77"/>
              </a:rPr>
              <a:t>enterprise-ready</a:t>
            </a:r>
            <a:endParaRPr lang="en-GB" sz="1600" dirty="0">
              <a:latin typeface="Montserrat" panose="02000505000000020004" pitchFamily="2" charset="77"/>
            </a:endParaRPr>
          </a:p>
        </p:txBody>
      </p:sp>
      <p:sp>
        <p:nvSpPr>
          <p:cNvPr id="23" name="Google Shape;231;p37">
            <a:extLst>
              <a:ext uri="{FF2B5EF4-FFF2-40B4-BE49-F238E27FC236}">
                <a16:creationId xmlns:a16="http://schemas.microsoft.com/office/drawing/2014/main" id="{B1988A4A-BC0C-6D44-1A4B-7FD92DF6D7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3623" y="165902"/>
            <a:ext cx="11002858" cy="38565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de-DE" sz="2200" b="1" dirty="0">
                <a:latin typeface="Montserrat" panose="02000505000000020004" pitchFamily="2" charset="77"/>
              </a:rPr>
              <a:t>Wer wir sind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F8DA889F-D224-68FB-D16D-ECE403B571B0}"/>
              </a:ext>
            </a:extLst>
          </p:cNvPr>
          <p:cNvSpPr/>
          <p:nvPr/>
        </p:nvSpPr>
        <p:spPr>
          <a:xfrm>
            <a:off x="7182677" y="5908776"/>
            <a:ext cx="1431235" cy="397565"/>
          </a:xfrm>
          <a:prstGeom prst="rect">
            <a:avLst/>
          </a:prstGeom>
          <a:solidFill>
            <a:srgbClr val="EEF2F4"/>
          </a:solidFill>
          <a:ln>
            <a:solidFill>
              <a:srgbClr val="EEF2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Montserrat" panose="02000505000000020004" pitchFamily="2" charset="77"/>
            </a:endParaRP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0DD628A0-F208-B254-DE84-3031D1B0996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9516" y="3143855"/>
            <a:ext cx="435312" cy="368564"/>
          </a:xfrm>
          <a:prstGeom prst="rect">
            <a:avLst/>
          </a:prstGeom>
        </p:spPr>
      </p:pic>
      <p:pic>
        <p:nvPicPr>
          <p:cNvPr id="32" name="Picture 4">
            <a:extLst>
              <a:ext uri="{FF2B5EF4-FFF2-40B4-BE49-F238E27FC236}">
                <a16:creationId xmlns:a16="http://schemas.microsoft.com/office/drawing/2014/main" id="{2C4F8BF2-F787-9A29-7BEB-A9FE445D17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368193" y="4789497"/>
            <a:ext cx="1177538" cy="295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8">
            <a:extLst>
              <a:ext uri="{FF2B5EF4-FFF2-40B4-BE49-F238E27FC236}">
                <a16:creationId xmlns:a16="http://schemas.microsoft.com/office/drawing/2014/main" id="{C34EDF43-5238-EC3F-BAB0-893EADA448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391934" y="2406885"/>
            <a:ext cx="1562894" cy="336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25">
            <a:extLst>
              <a:ext uri="{FF2B5EF4-FFF2-40B4-BE49-F238E27FC236}">
                <a16:creationId xmlns:a16="http://schemas.microsoft.com/office/drawing/2014/main" id="{786073B1-DDF5-46B2-4AD7-99B1BD613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58896" y="2479136"/>
            <a:ext cx="1186460" cy="224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71E89192-EA19-A9FA-EAD7-B04C08A92FB6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72060" y="4789497"/>
            <a:ext cx="1182768" cy="204619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C72F38F4-9CE6-B018-D50A-2D369480334A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58896" y="1551652"/>
            <a:ext cx="671626" cy="445288"/>
          </a:xfrm>
          <a:prstGeom prst="rect">
            <a:avLst/>
          </a:prstGeom>
        </p:spPr>
      </p:pic>
      <p:pic>
        <p:nvPicPr>
          <p:cNvPr id="37" name="Grafik 36">
            <a:extLst>
              <a:ext uri="{FF2B5EF4-FFF2-40B4-BE49-F238E27FC236}">
                <a16:creationId xmlns:a16="http://schemas.microsoft.com/office/drawing/2014/main" id="{54A6ABA2-6FA7-9173-8979-230B72F5C8E1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58896" y="3313597"/>
            <a:ext cx="1415312" cy="176914"/>
          </a:xfrm>
          <a:prstGeom prst="rect">
            <a:avLst/>
          </a:prstGeom>
        </p:spPr>
      </p:pic>
      <p:pic>
        <p:nvPicPr>
          <p:cNvPr id="38" name="Picture 2" descr="payback.pl | UserLogos.org">
            <a:extLst>
              <a:ext uri="{FF2B5EF4-FFF2-40B4-BE49-F238E27FC236}">
                <a16:creationId xmlns:a16="http://schemas.microsoft.com/office/drawing/2014/main" id="{AA804160-DA60-878B-C5C8-80C6103C58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687324" y="1673990"/>
            <a:ext cx="964275" cy="353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10">
            <a:extLst>
              <a:ext uri="{FF2B5EF4-FFF2-40B4-BE49-F238E27FC236}">
                <a16:creationId xmlns:a16="http://schemas.microsoft.com/office/drawing/2014/main" id="{A616974F-A60D-37B4-5232-47E97CF9AC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20916" y="3292040"/>
            <a:ext cx="932572" cy="220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12">
            <a:extLst>
              <a:ext uri="{FF2B5EF4-FFF2-40B4-BE49-F238E27FC236}">
                <a16:creationId xmlns:a16="http://schemas.microsoft.com/office/drawing/2014/main" id="{8D36C22F-A0E2-13C5-B095-6E6A4FA1D2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58896" y="5485835"/>
            <a:ext cx="958302" cy="223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14">
            <a:extLst>
              <a:ext uri="{FF2B5EF4-FFF2-40B4-BE49-F238E27FC236}">
                <a16:creationId xmlns:a16="http://schemas.microsoft.com/office/drawing/2014/main" id="{ADC0A067-BB9D-0AEE-6D7A-D07A6ACD41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08068" y="4096196"/>
            <a:ext cx="1046760" cy="17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18">
            <a:extLst>
              <a:ext uri="{FF2B5EF4-FFF2-40B4-BE49-F238E27FC236}">
                <a16:creationId xmlns:a16="http://schemas.microsoft.com/office/drawing/2014/main" id="{D0FA4D1C-6F15-6C48-3299-E163BAD90E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558896" y="4789497"/>
            <a:ext cx="599874" cy="285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Grafik 43" descr="Ein Bild, das Schrift, Logo, Grafiken, Symbol enthält.&#10;&#10;Automatisch generierte Beschreibung">
            <a:extLst>
              <a:ext uri="{FF2B5EF4-FFF2-40B4-BE49-F238E27FC236}">
                <a16:creationId xmlns:a16="http://schemas.microsoft.com/office/drawing/2014/main" id="{75ED3C87-E556-0D3A-5E23-95F890969550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88489" y="4053423"/>
            <a:ext cx="804701" cy="199918"/>
          </a:xfrm>
          <a:prstGeom prst="rect">
            <a:avLst/>
          </a:prstGeom>
        </p:spPr>
      </p:pic>
      <p:pic>
        <p:nvPicPr>
          <p:cNvPr id="45" name="Grafik 44">
            <a:extLst>
              <a:ext uri="{FF2B5EF4-FFF2-40B4-BE49-F238E27FC236}">
                <a16:creationId xmlns:a16="http://schemas.microsoft.com/office/drawing/2014/main" id="{9D5F4160-EFC6-05E0-5CEF-A50F550D21BD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943683" y="5524884"/>
            <a:ext cx="2011145" cy="184056"/>
          </a:xfrm>
          <a:prstGeom prst="rect">
            <a:avLst/>
          </a:prstGeom>
        </p:spPr>
      </p:pic>
      <p:pic>
        <p:nvPicPr>
          <p:cNvPr id="46" name="Picture 2" descr="Toom_Baumarkt_svg - ASV Schorndorf">
            <a:extLst>
              <a:ext uri="{FF2B5EF4-FFF2-40B4-BE49-F238E27FC236}">
                <a16:creationId xmlns:a16="http://schemas.microsoft.com/office/drawing/2014/main" id="{899858C1-C362-6FC3-847D-FA1E630D78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58896" y="4014192"/>
            <a:ext cx="1138226" cy="258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Google Shape;150;p35">
            <a:extLst>
              <a:ext uri="{FF2B5EF4-FFF2-40B4-BE49-F238E27FC236}">
                <a16:creationId xmlns:a16="http://schemas.microsoft.com/office/drawing/2014/main" id="{1F669E74-EC97-CC0C-46B6-03738BFEB07F}"/>
              </a:ext>
            </a:extLst>
          </p:cNvPr>
          <p:cNvSpPr txBox="1">
            <a:spLocks noChangeAspect="1"/>
          </p:cNvSpPr>
          <p:nvPr/>
        </p:nvSpPr>
        <p:spPr>
          <a:xfrm>
            <a:off x="7558896" y="1150768"/>
            <a:ext cx="2905693" cy="255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de-DE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Eine Auswahl unserer Kunden:</a:t>
            </a:r>
            <a:endParaRPr lang="de-DE" sz="1400" b="1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2767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hteck 72">
            <a:extLst>
              <a:ext uri="{FF2B5EF4-FFF2-40B4-BE49-F238E27FC236}">
                <a16:creationId xmlns:a16="http://schemas.microsoft.com/office/drawing/2014/main" id="{7F55A49A-5F3E-6445-A7BB-B163C0047228}"/>
              </a:ext>
            </a:extLst>
          </p:cNvPr>
          <p:cNvSpPr/>
          <p:nvPr/>
        </p:nvSpPr>
        <p:spPr>
          <a:xfrm>
            <a:off x="0" y="1"/>
            <a:ext cx="12182560" cy="537689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25882"/>
                </a:schemeClr>
              </a:gs>
            </a:gsLst>
            <a:lin ang="5400000" scaled="1"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74" name="Freihandform: Form 73">
            <a:extLst>
              <a:ext uri="{FF2B5EF4-FFF2-40B4-BE49-F238E27FC236}">
                <a16:creationId xmlns:a16="http://schemas.microsoft.com/office/drawing/2014/main" id="{BBD67BB6-A40C-4701-A5AD-252A8B34D589}"/>
              </a:ext>
            </a:extLst>
          </p:cNvPr>
          <p:cNvSpPr/>
          <p:nvPr/>
        </p:nvSpPr>
        <p:spPr>
          <a:xfrm>
            <a:off x="565069" y="2519719"/>
            <a:ext cx="3261637" cy="1051859"/>
          </a:xfrm>
          <a:custGeom>
            <a:avLst/>
            <a:gdLst>
              <a:gd name="connsiteX0" fmla="*/ 2572696 w 3398181"/>
              <a:gd name="connsiteY0" fmla="*/ 15 h 1095894"/>
              <a:gd name="connsiteX1" fmla="*/ 2798283 w 3398181"/>
              <a:gd name="connsiteY1" fmla="*/ 43007 h 1095894"/>
              <a:gd name="connsiteX2" fmla="*/ 3013556 w 3398181"/>
              <a:gd name="connsiteY2" fmla="*/ 189917 h 1095894"/>
              <a:gd name="connsiteX3" fmla="*/ 3170024 w 3398181"/>
              <a:gd name="connsiteY3" fmla="*/ 367788 h 1095894"/>
              <a:gd name="connsiteX4" fmla="*/ 3255011 w 3398181"/>
              <a:gd name="connsiteY4" fmla="*/ 516152 h 1095894"/>
              <a:gd name="connsiteX5" fmla="*/ 3386335 w 3398181"/>
              <a:gd name="connsiteY5" fmla="*/ 788776 h 1095894"/>
              <a:gd name="connsiteX6" fmla="*/ 3398181 w 3398181"/>
              <a:gd name="connsiteY6" fmla="*/ 814127 h 1095894"/>
              <a:gd name="connsiteX7" fmla="*/ 3356623 w 3398181"/>
              <a:gd name="connsiteY7" fmla="*/ 733919 h 1095894"/>
              <a:gd name="connsiteX8" fmla="*/ 3228621 w 3398181"/>
              <a:gd name="connsiteY8" fmla="*/ 508048 h 1095894"/>
              <a:gd name="connsiteX9" fmla="*/ 2950801 w 3398181"/>
              <a:gd name="connsiteY9" fmla="*/ 181813 h 1095894"/>
              <a:gd name="connsiteX10" fmla="*/ 2774385 w 3398181"/>
              <a:gd name="connsiteY10" fmla="*/ 79371 h 1095894"/>
              <a:gd name="connsiteX11" fmla="*/ 2527527 w 3398181"/>
              <a:gd name="connsiteY11" fmla="*/ 52981 h 1095894"/>
              <a:gd name="connsiteX12" fmla="*/ 2342383 w 3398181"/>
              <a:gd name="connsiteY12" fmla="*/ 99943 h 1095894"/>
              <a:gd name="connsiteX13" fmla="*/ 2150174 w 3398181"/>
              <a:gd name="connsiteY13" fmla="*/ 199268 h 1095894"/>
              <a:gd name="connsiteX14" fmla="*/ 2002641 w 3398181"/>
              <a:gd name="connsiteY14" fmla="*/ 318333 h 1095894"/>
              <a:gd name="connsiteX15" fmla="*/ 1791314 w 3398181"/>
              <a:gd name="connsiteY15" fmla="*/ 533607 h 1095894"/>
              <a:gd name="connsiteX16" fmla="*/ 1650017 w 3398181"/>
              <a:gd name="connsiteY16" fmla="*/ 679062 h 1095894"/>
              <a:gd name="connsiteX17" fmla="*/ 1343521 w 3398181"/>
              <a:gd name="connsiteY17" fmla="*/ 928413 h 1095894"/>
              <a:gd name="connsiteX18" fmla="*/ 1114949 w 3398181"/>
              <a:gd name="connsiteY18" fmla="*/ 1039583 h 1095894"/>
              <a:gd name="connsiteX19" fmla="*/ 824039 w 3398181"/>
              <a:gd name="connsiteY19" fmla="*/ 1091115 h 1095894"/>
              <a:gd name="connsiteX20" fmla="*/ 753389 w 3398181"/>
              <a:gd name="connsiteY20" fmla="*/ 1095894 h 1095894"/>
              <a:gd name="connsiteX21" fmla="*/ 0 w 3398181"/>
              <a:gd name="connsiteY21" fmla="*/ 1095894 h 1095894"/>
              <a:gd name="connsiteX22" fmla="*/ 0 w 3398181"/>
              <a:gd name="connsiteY22" fmla="*/ 953765 h 1095894"/>
              <a:gd name="connsiteX23" fmla="*/ 15878 w 3398181"/>
              <a:gd name="connsiteY23" fmla="*/ 953765 h 1095894"/>
              <a:gd name="connsiteX24" fmla="*/ 155358 w 3398181"/>
              <a:gd name="connsiteY24" fmla="*/ 953765 h 1095894"/>
              <a:gd name="connsiteX25" fmla="*/ 616661 w 3398181"/>
              <a:gd name="connsiteY25" fmla="*/ 957713 h 1095894"/>
              <a:gd name="connsiteX26" fmla="*/ 892401 w 3398181"/>
              <a:gd name="connsiteY26" fmla="*/ 955427 h 1095894"/>
              <a:gd name="connsiteX27" fmla="*/ 929596 w 3398181"/>
              <a:gd name="connsiteY27" fmla="*/ 952933 h 1095894"/>
              <a:gd name="connsiteX28" fmla="*/ 1113909 w 3398181"/>
              <a:gd name="connsiteY28" fmla="*/ 909296 h 1095894"/>
              <a:gd name="connsiteX29" fmla="*/ 1377600 w 3398181"/>
              <a:gd name="connsiteY29" fmla="*/ 771114 h 1095894"/>
              <a:gd name="connsiteX30" fmla="*/ 1573756 w 3398181"/>
              <a:gd name="connsiteY30" fmla="*/ 614022 h 1095894"/>
              <a:gd name="connsiteX31" fmla="*/ 1866744 w 3398181"/>
              <a:gd name="connsiteY31" fmla="*/ 334333 h 1095894"/>
              <a:gd name="connsiteX32" fmla="*/ 2004927 w 3398181"/>
              <a:gd name="connsiteY32" fmla="*/ 216099 h 1095894"/>
              <a:gd name="connsiteX33" fmla="*/ 2225603 w 3398181"/>
              <a:gd name="connsiteY33" fmla="*/ 77916 h 1095894"/>
              <a:gd name="connsiteX34" fmla="*/ 2495734 w 3398181"/>
              <a:gd name="connsiteY34" fmla="*/ 4151 h 1095894"/>
              <a:gd name="connsiteX35" fmla="*/ 2572696 w 3398181"/>
              <a:gd name="connsiteY35" fmla="*/ 15 h 1095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3398181" h="1095894">
                <a:moveTo>
                  <a:pt x="2572696" y="15"/>
                </a:moveTo>
                <a:cubicBezTo>
                  <a:pt x="2649645" y="548"/>
                  <a:pt x="2726126" y="15033"/>
                  <a:pt x="2798283" y="43007"/>
                </a:cubicBezTo>
                <a:cubicBezTo>
                  <a:pt x="2891997" y="81034"/>
                  <a:pt x="2951217" y="134021"/>
                  <a:pt x="3013556" y="189917"/>
                </a:cubicBezTo>
                <a:cubicBezTo>
                  <a:pt x="3072568" y="242842"/>
                  <a:pt x="3125141" y="302541"/>
                  <a:pt x="3170024" y="367788"/>
                </a:cubicBezTo>
                <a:cubicBezTo>
                  <a:pt x="3201607" y="415332"/>
                  <a:pt x="3229868" y="464890"/>
                  <a:pt x="3255011" y="516152"/>
                </a:cubicBezTo>
                <a:cubicBezTo>
                  <a:pt x="3290959" y="585348"/>
                  <a:pt x="3331272" y="673660"/>
                  <a:pt x="3386335" y="788776"/>
                </a:cubicBezTo>
                <a:lnTo>
                  <a:pt x="3398181" y="814127"/>
                </a:lnTo>
                <a:lnTo>
                  <a:pt x="3356623" y="733919"/>
                </a:lnTo>
                <a:cubicBezTo>
                  <a:pt x="3319426" y="655664"/>
                  <a:pt x="3276622" y="580173"/>
                  <a:pt x="3228621" y="508048"/>
                </a:cubicBezTo>
                <a:cubicBezTo>
                  <a:pt x="3160256" y="400828"/>
                  <a:pt x="3085035" y="285709"/>
                  <a:pt x="2950801" y="181813"/>
                </a:cubicBezTo>
                <a:cubicBezTo>
                  <a:pt x="2898438" y="137574"/>
                  <a:pt x="2838801" y="102915"/>
                  <a:pt x="2774385" y="79371"/>
                </a:cubicBezTo>
                <a:cubicBezTo>
                  <a:pt x="2695008" y="52420"/>
                  <a:pt x="2610852" y="43402"/>
                  <a:pt x="2527527" y="52981"/>
                </a:cubicBezTo>
                <a:cubicBezTo>
                  <a:pt x="2463941" y="59964"/>
                  <a:pt x="2401602" y="75778"/>
                  <a:pt x="2342383" y="99943"/>
                </a:cubicBezTo>
                <a:cubicBezTo>
                  <a:pt x="2274849" y="125689"/>
                  <a:pt x="2210226" y="158998"/>
                  <a:pt x="2150174" y="199268"/>
                </a:cubicBezTo>
                <a:cubicBezTo>
                  <a:pt x="2097810" y="234863"/>
                  <a:pt x="2048563" y="274675"/>
                  <a:pt x="2002641" y="318333"/>
                </a:cubicBezTo>
                <a:cubicBezTo>
                  <a:pt x="1934900" y="379425"/>
                  <a:pt x="1904771" y="414541"/>
                  <a:pt x="1791314" y="533607"/>
                </a:cubicBezTo>
                <a:cubicBezTo>
                  <a:pt x="1712355" y="614646"/>
                  <a:pt x="1674327" y="655374"/>
                  <a:pt x="1650017" y="679062"/>
                </a:cubicBezTo>
                <a:cubicBezTo>
                  <a:pt x="1557963" y="773919"/>
                  <a:pt x="1455106" y="857618"/>
                  <a:pt x="1343521" y="928413"/>
                </a:cubicBezTo>
                <a:cubicBezTo>
                  <a:pt x="1272456" y="975292"/>
                  <a:pt x="1195573" y="1012652"/>
                  <a:pt x="1114949" y="1039583"/>
                </a:cubicBezTo>
                <a:cubicBezTo>
                  <a:pt x="1020194" y="1067468"/>
                  <a:pt x="922533" y="1084735"/>
                  <a:pt x="824039" y="1091115"/>
                </a:cubicBezTo>
                <a:cubicBezTo>
                  <a:pt x="794947" y="1093817"/>
                  <a:pt x="770221" y="1095894"/>
                  <a:pt x="753389" y="1095894"/>
                </a:cubicBezTo>
                <a:lnTo>
                  <a:pt x="0" y="1095894"/>
                </a:lnTo>
                <a:lnTo>
                  <a:pt x="0" y="953765"/>
                </a:lnTo>
                <a:lnTo>
                  <a:pt x="15878" y="953765"/>
                </a:lnTo>
                <a:cubicBezTo>
                  <a:pt x="56242" y="953765"/>
                  <a:pt x="103410" y="953765"/>
                  <a:pt x="155358" y="953765"/>
                </a:cubicBezTo>
                <a:cubicBezTo>
                  <a:pt x="424037" y="955011"/>
                  <a:pt x="558478" y="955841"/>
                  <a:pt x="616661" y="957713"/>
                </a:cubicBezTo>
                <a:cubicBezTo>
                  <a:pt x="616661" y="957713"/>
                  <a:pt x="733441" y="961868"/>
                  <a:pt x="892401" y="955427"/>
                </a:cubicBezTo>
                <a:cubicBezTo>
                  <a:pt x="901337" y="955011"/>
                  <a:pt x="913596" y="954595"/>
                  <a:pt x="929596" y="952933"/>
                </a:cubicBezTo>
                <a:cubicBezTo>
                  <a:pt x="992767" y="946741"/>
                  <a:pt x="1054689" y="932070"/>
                  <a:pt x="1113909" y="909296"/>
                </a:cubicBezTo>
                <a:cubicBezTo>
                  <a:pt x="1207000" y="873951"/>
                  <a:pt x="1295520" y="827571"/>
                  <a:pt x="1377600" y="771114"/>
                </a:cubicBezTo>
                <a:cubicBezTo>
                  <a:pt x="1446586" y="723405"/>
                  <a:pt x="1512041" y="670917"/>
                  <a:pt x="1573756" y="614022"/>
                </a:cubicBezTo>
                <a:cubicBezTo>
                  <a:pt x="1693860" y="507633"/>
                  <a:pt x="1712146" y="475010"/>
                  <a:pt x="1866744" y="334333"/>
                </a:cubicBezTo>
                <a:cubicBezTo>
                  <a:pt x="1952978" y="255787"/>
                  <a:pt x="1989550" y="227735"/>
                  <a:pt x="2004927" y="216099"/>
                </a:cubicBezTo>
                <a:cubicBezTo>
                  <a:pt x="2072668" y="161346"/>
                  <a:pt x="2146851" y="114946"/>
                  <a:pt x="2225603" y="77916"/>
                </a:cubicBezTo>
                <a:cubicBezTo>
                  <a:pt x="2310590" y="37314"/>
                  <a:pt x="2402019" y="12317"/>
                  <a:pt x="2495734" y="4151"/>
                </a:cubicBezTo>
                <a:cubicBezTo>
                  <a:pt x="2521345" y="1211"/>
                  <a:pt x="2547047" y="-162"/>
                  <a:pt x="2572696" y="15"/>
                </a:cubicBezTo>
                <a:close/>
              </a:path>
            </a:pathLst>
          </a:custGeom>
          <a:solidFill>
            <a:schemeClr val="accent1">
              <a:lumMod val="90000"/>
            </a:schemeClr>
          </a:solidFill>
          <a:ln w="12547" cap="rnd">
            <a:noFill/>
            <a:prstDash val="solid"/>
            <a:round/>
          </a:ln>
        </p:spPr>
        <p:txBody>
          <a:bodyPr wrap="square" rtlCol="0" anchor="ctr"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Freihandform: Form 74">
            <a:extLst>
              <a:ext uri="{FF2B5EF4-FFF2-40B4-BE49-F238E27FC236}">
                <a16:creationId xmlns:a16="http://schemas.microsoft.com/office/drawing/2014/main" id="{89E2E35F-553D-CE41-A88D-4C3EFB7D164A}"/>
              </a:ext>
            </a:extLst>
          </p:cNvPr>
          <p:cNvSpPr/>
          <p:nvPr/>
        </p:nvSpPr>
        <p:spPr>
          <a:xfrm>
            <a:off x="3935044" y="3657839"/>
            <a:ext cx="1668943" cy="832207"/>
          </a:xfrm>
          <a:custGeom>
            <a:avLst/>
            <a:gdLst>
              <a:gd name="connsiteX0" fmla="*/ 111633 w 1400946"/>
              <a:gd name="connsiteY0" fmla="*/ -753 h 698572"/>
              <a:gd name="connsiteX1" fmla="*/ 198021 w 1400946"/>
              <a:gd name="connsiteY1" fmla="*/ 208518 h 698572"/>
              <a:gd name="connsiteX2" fmla="*/ 363094 w 1400946"/>
              <a:gd name="connsiteY2" fmla="*/ 463829 h 698572"/>
              <a:gd name="connsiteX3" fmla="*/ 548424 w 1400946"/>
              <a:gd name="connsiteY3" fmla="*/ 617016 h 698572"/>
              <a:gd name="connsiteX4" fmla="*/ 697426 w 1400946"/>
              <a:gd name="connsiteY4" fmla="*/ 654851 h 698572"/>
              <a:gd name="connsiteX5" fmla="*/ 896486 w 1400946"/>
              <a:gd name="connsiteY5" fmla="*/ 633758 h 698572"/>
              <a:gd name="connsiteX6" fmla="*/ 1038455 w 1400946"/>
              <a:gd name="connsiteY6" fmla="*/ 551220 h 698572"/>
              <a:gd name="connsiteX7" fmla="*/ 1262459 w 1400946"/>
              <a:gd name="connsiteY7" fmla="*/ 288209 h 698572"/>
              <a:gd name="connsiteX8" fmla="*/ 1365421 w 1400946"/>
              <a:gd name="connsiteY8" fmla="*/ 106394 h 698572"/>
              <a:gd name="connsiteX9" fmla="*/ 1399908 w 1400946"/>
              <a:gd name="connsiteY9" fmla="*/ 41603 h 698572"/>
              <a:gd name="connsiteX10" fmla="*/ 1391370 w 1400946"/>
              <a:gd name="connsiteY10" fmla="*/ 62196 h 698572"/>
              <a:gd name="connsiteX11" fmla="*/ 1285395 w 1400946"/>
              <a:gd name="connsiteY11" fmla="*/ 281847 h 698572"/>
              <a:gd name="connsiteX12" fmla="*/ 1216922 w 1400946"/>
              <a:gd name="connsiteY12" fmla="*/ 401383 h 698572"/>
              <a:gd name="connsiteX13" fmla="*/ 1091024 w 1400946"/>
              <a:gd name="connsiteY13" fmla="*/ 544859 h 698572"/>
              <a:gd name="connsiteX14" fmla="*/ 917580 w 1400946"/>
              <a:gd name="connsiteY14" fmla="*/ 663222 h 698572"/>
              <a:gd name="connsiteX15" fmla="*/ 673820 w 1400946"/>
              <a:gd name="connsiteY15" fmla="*/ 694529 h 698572"/>
              <a:gd name="connsiteX16" fmla="*/ 456177 w 1400946"/>
              <a:gd name="connsiteY16" fmla="*/ 634929 h 698572"/>
              <a:gd name="connsiteX17" fmla="*/ 279218 w 1400946"/>
              <a:gd name="connsiteY17" fmla="*/ 486765 h 698572"/>
              <a:gd name="connsiteX18" fmla="*/ 108286 w 1400946"/>
              <a:gd name="connsiteY18" fmla="*/ 241164 h 698572"/>
              <a:gd name="connsiteX19" fmla="*/ -1038 w 1400946"/>
              <a:gd name="connsiteY19" fmla="*/ 10798 h 698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400946" h="698572">
                <a:moveTo>
                  <a:pt x="111633" y="-753"/>
                </a:moveTo>
                <a:cubicBezTo>
                  <a:pt x="135240" y="71018"/>
                  <a:pt x="164203" y="140966"/>
                  <a:pt x="198021" y="208518"/>
                </a:cubicBezTo>
                <a:cubicBezTo>
                  <a:pt x="241214" y="300715"/>
                  <a:pt x="296796" y="386600"/>
                  <a:pt x="363094" y="463829"/>
                </a:cubicBezTo>
                <a:cubicBezTo>
                  <a:pt x="419179" y="527615"/>
                  <a:pt x="466224" y="580184"/>
                  <a:pt x="548424" y="617016"/>
                </a:cubicBezTo>
                <a:cubicBezTo>
                  <a:pt x="595637" y="637808"/>
                  <a:pt x="646030" y="650599"/>
                  <a:pt x="697426" y="654851"/>
                </a:cubicBezTo>
                <a:cubicBezTo>
                  <a:pt x="764561" y="662553"/>
                  <a:pt x="832531" y="655354"/>
                  <a:pt x="896486" y="633758"/>
                </a:cubicBezTo>
                <a:cubicBezTo>
                  <a:pt x="948217" y="614672"/>
                  <a:pt x="996266" y="586746"/>
                  <a:pt x="1038455" y="551220"/>
                </a:cubicBezTo>
                <a:cubicBezTo>
                  <a:pt x="1146606" y="467512"/>
                  <a:pt x="1207211" y="374763"/>
                  <a:pt x="1262459" y="288209"/>
                </a:cubicBezTo>
                <a:cubicBezTo>
                  <a:pt x="1301134" y="230148"/>
                  <a:pt x="1335453" y="169393"/>
                  <a:pt x="1365421" y="106394"/>
                </a:cubicBezTo>
                <a:lnTo>
                  <a:pt x="1399908" y="41603"/>
                </a:lnTo>
                <a:lnTo>
                  <a:pt x="1391370" y="62196"/>
                </a:lnTo>
                <a:cubicBezTo>
                  <a:pt x="1347006" y="154944"/>
                  <a:pt x="1314526" y="226096"/>
                  <a:pt x="1285395" y="281847"/>
                </a:cubicBezTo>
                <a:cubicBezTo>
                  <a:pt x="1265306" y="323232"/>
                  <a:pt x="1242538" y="363177"/>
                  <a:pt x="1216922" y="401383"/>
                </a:cubicBezTo>
                <a:cubicBezTo>
                  <a:pt x="1180760" y="454052"/>
                  <a:pt x="1138570" y="502217"/>
                  <a:pt x="1091024" y="544859"/>
                </a:cubicBezTo>
                <a:cubicBezTo>
                  <a:pt x="1040799" y="589727"/>
                  <a:pt x="993086" y="632585"/>
                  <a:pt x="917580" y="663222"/>
                </a:cubicBezTo>
                <a:cubicBezTo>
                  <a:pt x="840066" y="693173"/>
                  <a:pt x="756357" y="703905"/>
                  <a:pt x="673820" y="694529"/>
                </a:cubicBezTo>
                <a:cubicBezTo>
                  <a:pt x="597981" y="689926"/>
                  <a:pt x="523815" y="669634"/>
                  <a:pt x="456177" y="634929"/>
                </a:cubicBezTo>
                <a:cubicBezTo>
                  <a:pt x="378330" y="594414"/>
                  <a:pt x="333461" y="545696"/>
                  <a:pt x="279218" y="486765"/>
                </a:cubicBezTo>
                <a:cubicBezTo>
                  <a:pt x="212251" y="412332"/>
                  <a:pt x="154826" y="329828"/>
                  <a:pt x="108286" y="241164"/>
                </a:cubicBezTo>
                <a:cubicBezTo>
                  <a:pt x="66432" y="167049"/>
                  <a:pt x="29934" y="90070"/>
                  <a:pt x="-1038" y="10798"/>
                </a:cubicBezTo>
                <a:close/>
              </a:path>
            </a:pathLst>
          </a:custGeom>
          <a:solidFill>
            <a:schemeClr val="accent1">
              <a:lumMod val="90000"/>
            </a:schemeClr>
          </a:solidFill>
          <a:ln w="12547" cap="rnd">
            <a:noFill/>
            <a:prstDash val="solid"/>
            <a:round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Freihandform: Form 75">
            <a:extLst>
              <a:ext uri="{FF2B5EF4-FFF2-40B4-BE49-F238E27FC236}">
                <a16:creationId xmlns:a16="http://schemas.microsoft.com/office/drawing/2014/main" id="{E4E67A83-E91D-2547-B2E0-4C5CC879468E}"/>
              </a:ext>
            </a:extLst>
          </p:cNvPr>
          <p:cNvSpPr/>
          <p:nvPr/>
        </p:nvSpPr>
        <p:spPr>
          <a:xfrm>
            <a:off x="7462606" y="3657839"/>
            <a:ext cx="1668744" cy="832207"/>
          </a:xfrm>
          <a:custGeom>
            <a:avLst/>
            <a:gdLst>
              <a:gd name="connsiteX0" fmla="*/ 111633 w 1400778"/>
              <a:gd name="connsiteY0" fmla="*/ -753 h 698572"/>
              <a:gd name="connsiteX1" fmla="*/ 198021 w 1400778"/>
              <a:gd name="connsiteY1" fmla="*/ 208518 h 698572"/>
              <a:gd name="connsiteX2" fmla="*/ 363094 w 1400778"/>
              <a:gd name="connsiteY2" fmla="*/ 463829 h 698572"/>
              <a:gd name="connsiteX3" fmla="*/ 548257 w 1400778"/>
              <a:gd name="connsiteY3" fmla="*/ 617016 h 698572"/>
              <a:gd name="connsiteX4" fmla="*/ 697426 w 1400778"/>
              <a:gd name="connsiteY4" fmla="*/ 654851 h 698572"/>
              <a:gd name="connsiteX5" fmla="*/ 896318 w 1400778"/>
              <a:gd name="connsiteY5" fmla="*/ 633758 h 698572"/>
              <a:gd name="connsiteX6" fmla="*/ 1038455 w 1400778"/>
              <a:gd name="connsiteY6" fmla="*/ 551220 h 698572"/>
              <a:gd name="connsiteX7" fmla="*/ 1262292 w 1400778"/>
              <a:gd name="connsiteY7" fmla="*/ 288209 h 698572"/>
              <a:gd name="connsiteX8" fmla="*/ 1365421 w 1400778"/>
              <a:gd name="connsiteY8" fmla="*/ 106394 h 698572"/>
              <a:gd name="connsiteX9" fmla="*/ 1399741 w 1400778"/>
              <a:gd name="connsiteY9" fmla="*/ 41603 h 698572"/>
              <a:gd name="connsiteX10" fmla="*/ 1391370 w 1400778"/>
              <a:gd name="connsiteY10" fmla="*/ 62196 h 698572"/>
              <a:gd name="connsiteX11" fmla="*/ 1285395 w 1400778"/>
              <a:gd name="connsiteY11" fmla="*/ 281847 h 698572"/>
              <a:gd name="connsiteX12" fmla="*/ 1216922 w 1400778"/>
              <a:gd name="connsiteY12" fmla="*/ 401383 h 698572"/>
              <a:gd name="connsiteX13" fmla="*/ 1090857 w 1400778"/>
              <a:gd name="connsiteY13" fmla="*/ 544859 h 698572"/>
              <a:gd name="connsiteX14" fmla="*/ 917580 w 1400778"/>
              <a:gd name="connsiteY14" fmla="*/ 663222 h 698572"/>
              <a:gd name="connsiteX15" fmla="*/ 673820 w 1400778"/>
              <a:gd name="connsiteY15" fmla="*/ 694529 h 698572"/>
              <a:gd name="connsiteX16" fmla="*/ 456177 w 1400778"/>
              <a:gd name="connsiteY16" fmla="*/ 634929 h 698572"/>
              <a:gd name="connsiteX17" fmla="*/ 279218 w 1400778"/>
              <a:gd name="connsiteY17" fmla="*/ 486765 h 698572"/>
              <a:gd name="connsiteX18" fmla="*/ 108453 w 1400778"/>
              <a:gd name="connsiteY18" fmla="*/ 241164 h 698572"/>
              <a:gd name="connsiteX19" fmla="*/ -1038 w 1400778"/>
              <a:gd name="connsiteY19" fmla="*/ 10798 h 698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400778" h="698572">
                <a:moveTo>
                  <a:pt x="111633" y="-753"/>
                </a:moveTo>
                <a:cubicBezTo>
                  <a:pt x="135240" y="71052"/>
                  <a:pt x="164035" y="140998"/>
                  <a:pt x="198021" y="208518"/>
                </a:cubicBezTo>
                <a:cubicBezTo>
                  <a:pt x="241214" y="300715"/>
                  <a:pt x="296798" y="386600"/>
                  <a:pt x="363094" y="463829"/>
                </a:cubicBezTo>
                <a:cubicBezTo>
                  <a:pt x="419011" y="527615"/>
                  <a:pt x="466224" y="580184"/>
                  <a:pt x="548257" y="617016"/>
                </a:cubicBezTo>
                <a:cubicBezTo>
                  <a:pt x="595470" y="637792"/>
                  <a:pt x="646030" y="650582"/>
                  <a:pt x="697426" y="654851"/>
                </a:cubicBezTo>
                <a:cubicBezTo>
                  <a:pt x="764393" y="662569"/>
                  <a:pt x="832365" y="655354"/>
                  <a:pt x="896318" y="633758"/>
                </a:cubicBezTo>
                <a:cubicBezTo>
                  <a:pt x="948049" y="614672"/>
                  <a:pt x="996266" y="586746"/>
                  <a:pt x="1038455" y="551220"/>
                </a:cubicBezTo>
                <a:cubicBezTo>
                  <a:pt x="1146606" y="467512"/>
                  <a:pt x="1207211" y="374763"/>
                  <a:pt x="1262292" y="288209"/>
                </a:cubicBezTo>
                <a:cubicBezTo>
                  <a:pt x="1300966" y="230164"/>
                  <a:pt x="1335453" y="169393"/>
                  <a:pt x="1365421" y="106394"/>
                </a:cubicBezTo>
                <a:lnTo>
                  <a:pt x="1399741" y="41603"/>
                </a:lnTo>
                <a:lnTo>
                  <a:pt x="1391370" y="62196"/>
                </a:lnTo>
                <a:cubicBezTo>
                  <a:pt x="1347006" y="154944"/>
                  <a:pt x="1314358" y="226096"/>
                  <a:pt x="1285395" y="281847"/>
                </a:cubicBezTo>
                <a:cubicBezTo>
                  <a:pt x="1265306" y="323232"/>
                  <a:pt x="1242538" y="363177"/>
                  <a:pt x="1216922" y="401383"/>
                </a:cubicBezTo>
                <a:cubicBezTo>
                  <a:pt x="1180760" y="454018"/>
                  <a:pt x="1138403" y="502167"/>
                  <a:pt x="1090857" y="544859"/>
                </a:cubicBezTo>
                <a:cubicBezTo>
                  <a:pt x="1040632" y="589727"/>
                  <a:pt x="993086" y="632585"/>
                  <a:pt x="917580" y="663222"/>
                </a:cubicBezTo>
                <a:cubicBezTo>
                  <a:pt x="840066" y="693173"/>
                  <a:pt x="756357" y="703905"/>
                  <a:pt x="673820" y="694529"/>
                </a:cubicBezTo>
                <a:cubicBezTo>
                  <a:pt x="597981" y="689892"/>
                  <a:pt x="523815" y="669601"/>
                  <a:pt x="456177" y="634929"/>
                </a:cubicBezTo>
                <a:cubicBezTo>
                  <a:pt x="378495" y="594414"/>
                  <a:pt x="333629" y="545696"/>
                  <a:pt x="279218" y="486765"/>
                </a:cubicBezTo>
                <a:cubicBezTo>
                  <a:pt x="212419" y="412281"/>
                  <a:pt x="154994" y="329778"/>
                  <a:pt x="108453" y="241164"/>
                </a:cubicBezTo>
                <a:cubicBezTo>
                  <a:pt x="66599" y="167015"/>
                  <a:pt x="30101" y="90054"/>
                  <a:pt x="-1038" y="10798"/>
                </a:cubicBezTo>
                <a:close/>
              </a:path>
            </a:pathLst>
          </a:custGeom>
          <a:solidFill>
            <a:schemeClr val="accent1">
              <a:lumMod val="90000"/>
            </a:schemeClr>
          </a:solidFill>
          <a:ln w="12547" cap="rnd">
            <a:noFill/>
            <a:prstDash val="solid"/>
            <a:round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Freihandform: Form 76">
            <a:extLst>
              <a:ext uri="{FF2B5EF4-FFF2-40B4-BE49-F238E27FC236}">
                <a16:creationId xmlns:a16="http://schemas.microsoft.com/office/drawing/2014/main" id="{025AA90F-C14D-E245-9138-EE7EC7CF522A}"/>
              </a:ext>
            </a:extLst>
          </p:cNvPr>
          <p:cNvSpPr/>
          <p:nvPr/>
        </p:nvSpPr>
        <p:spPr>
          <a:xfrm>
            <a:off x="5689750" y="2520618"/>
            <a:ext cx="1668946" cy="832073"/>
          </a:xfrm>
          <a:custGeom>
            <a:avLst/>
            <a:gdLst>
              <a:gd name="connsiteX0" fmla="*/ 110963 w 1400948"/>
              <a:gd name="connsiteY0" fmla="*/ 697706 h 698459"/>
              <a:gd name="connsiteX1" fmla="*/ 197351 w 1400948"/>
              <a:gd name="connsiteY1" fmla="*/ 488435 h 698459"/>
              <a:gd name="connsiteX2" fmla="*/ 362424 w 1400948"/>
              <a:gd name="connsiteY2" fmla="*/ 233124 h 698459"/>
              <a:gd name="connsiteX3" fmla="*/ 547589 w 1400948"/>
              <a:gd name="connsiteY3" fmla="*/ 79937 h 698459"/>
              <a:gd name="connsiteX4" fmla="*/ 696758 w 1400948"/>
              <a:gd name="connsiteY4" fmla="*/ 42101 h 698459"/>
              <a:gd name="connsiteX5" fmla="*/ 895648 w 1400948"/>
              <a:gd name="connsiteY5" fmla="*/ 63363 h 698459"/>
              <a:gd name="connsiteX6" fmla="*/ 1037787 w 1400948"/>
              <a:gd name="connsiteY6" fmla="*/ 145899 h 698459"/>
              <a:gd name="connsiteX7" fmla="*/ 1261624 w 1400948"/>
              <a:gd name="connsiteY7" fmla="*/ 408744 h 698459"/>
              <a:gd name="connsiteX8" fmla="*/ 1365421 w 1400948"/>
              <a:gd name="connsiteY8" fmla="*/ 590727 h 698459"/>
              <a:gd name="connsiteX9" fmla="*/ 1399910 w 1400948"/>
              <a:gd name="connsiteY9" fmla="*/ 655349 h 698459"/>
              <a:gd name="connsiteX10" fmla="*/ 1391372 w 1400948"/>
              <a:gd name="connsiteY10" fmla="*/ 634757 h 698459"/>
              <a:gd name="connsiteX11" fmla="*/ 1285563 w 1400948"/>
              <a:gd name="connsiteY11" fmla="*/ 415106 h 698459"/>
              <a:gd name="connsiteX12" fmla="*/ 1217090 w 1400948"/>
              <a:gd name="connsiteY12" fmla="*/ 295570 h 698459"/>
              <a:gd name="connsiteX13" fmla="*/ 1091024 w 1400948"/>
              <a:gd name="connsiteY13" fmla="*/ 152261 h 698459"/>
              <a:gd name="connsiteX14" fmla="*/ 917580 w 1400948"/>
              <a:gd name="connsiteY14" fmla="*/ 33897 h 698459"/>
              <a:gd name="connsiteX15" fmla="*/ 673820 w 1400948"/>
              <a:gd name="connsiteY15" fmla="*/ 2591 h 698459"/>
              <a:gd name="connsiteX16" fmla="*/ 456177 w 1400948"/>
              <a:gd name="connsiteY16" fmla="*/ 62023 h 698459"/>
              <a:gd name="connsiteX17" fmla="*/ 279218 w 1400948"/>
              <a:gd name="connsiteY17" fmla="*/ 210188 h 698459"/>
              <a:gd name="connsiteX18" fmla="*/ 108453 w 1400948"/>
              <a:gd name="connsiteY18" fmla="*/ 455789 h 698459"/>
              <a:gd name="connsiteX19" fmla="*/ -1038 w 1400948"/>
              <a:gd name="connsiteY19" fmla="*/ 686155 h 698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400948" h="698459">
                <a:moveTo>
                  <a:pt x="110963" y="697706"/>
                </a:moveTo>
                <a:cubicBezTo>
                  <a:pt x="134569" y="625918"/>
                  <a:pt x="163532" y="555971"/>
                  <a:pt x="197351" y="488435"/>
                </a:cubicBezTo>
                <a:cubicBezTo>
                  <a:pt x="240546" y="396204"/>
                  <a:pt x="295960" y="310303"/>
                  <a:pt x="362424" y="233124"/>
                </a:cubicBezTo>
                <a:cubicBezTo>
                  <a:pt x="418343" y="169338"/>
                  <a:pt x="465554" y="116769"/>
                  <a:pt x="547589" y="79937"/>
                </a:cubicBezTo>
                <a:cubicBezTo>
                  <a:pt x="594799" y="59144"/>
                  <a:pt x="645360" y="46354"/>
                  <a:pt x="696758" y="42101"/>
                </a:cubicBezTo>
                <a:cubicBezTo>
                  <a:pt x="763890" y="34383"/>
                  <a:pt x="831695" y="41649"/>
                  <a:pt x="895648" y="63363"/>
                </a:cubicBezTo>
                <a:cubicBezTo>
                  <a:pt x="947549" y="82331"/>
                  <a:pt x="995597" y="110257"/>
                  <a:pt x="1037787" y="145899"/>
                </a:cubicBezTo>
                <a:cubicBezTo>
                  <a:pt x="1145938" y="229608"/>
                  <a:pt x="1206543" y="322357"/>
                  <a:pt x="1261624" y="408744"/>
                </a:cubicBezTo>
                <a:cubicBezTo>
                  <a:pt x="1300463" y="466838"/>
                  <a:pt x="1335286" y="527660"/>
                  <a:pt x="1365421" y="590727"/>
                </a:cubicBezTo>
                <a:lnTo>
                  <a:pt x="1399910" y="655349"/>
                </a:lnTo>
                <a:lnTo>
                  <a:pt x="1391372" y="634757"/>
                </a:lnTo>
                <a:cubicBezTo>
                  <a:pt x="1347006" y="542009"/>
                  <a:pt x="1314526" y="470857"/>
                  <a:pt x="1285563" y="415106"/>
                </a:cubicBezTo>
                <a:cubicBezTo>
                  <a:pt x="1265306" y="373805"/>
                  <a:pt x="1242538" y="333876"/>
                  <a:pt x="1217090" y="295570"/>
                </a:cubicBezTo>
                <a:cubicBezTo>
                  <a:pt x="1180927" y="243001"/>
                  <a:pt x="1138570" y="194902"/>
                  <a:pt x="1091024" y="152261"/>
                </a:cubicBezTo>
                <a:cubicBezTo>
                  <a:pt x="1040799" y="107226"/>
                  <a:pt x="993086" y="64535"/>
                  <a:pt x="917580" y="33897"/>
                </a:cubicBezTo>
                <a:cubicBezTo>
                  <a:pt x="840066" y="3846"/>
                  <a:pt x="756357" y="-6885"/>
                  <a:pt x="673820" y="2591"/>
                </a:cubicBezTo>
                <a:cubicBezTo>
                  <a:pt x="597981" y="7127"/>
                  <a:pt x="523815" y="27368"/>
                  <a:pt x="456177" y="62023"/>
                </a:cubicBezTo>
                <a:cubicBezTo>
                  <a:pt x="378330" y="102539"/>
                  <a:pt x="333461" y="151257"/>
                  <a:pt x="279218" y="210188"/>
                </a:cubicBezTo>
                <a:cubicBezTo>
                  <a:pt x="212419" y="284671"/>
                  <a:pt x="154994" y="367174"/>
                  <a:pt x="108453" y="455789"/>
                </a:cubicBezTo>
                <a:cubicBezTo>
                  <a:pt x="66599" y="529938"/>
                  <a:pt x="30101" y="606899"/>
                  <a:pt x="-1038" y="686155"/>
                </a:cubicBezTo>
                <a:close/>
              </a:path>
            </a:pathLst>
          </a:custGeom>
          <a:solidFill>
            <a:schemeClr val="accent1">
              <a:lumMod val="90000"/>
            </a:schemeClr>
          </a:solidFill>
          <a:ln w="12547" cap="rnd">
            <a:noFill/>
            <a:prstDash val="solid"/>
            <a:round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Freihandform: Form 77">
            <a:extLst>
              <a:ext uri="{FF2B5EF4-FFF2-40B4-BE49-F238E27FC236}">
                <a16:creationId xmlns:a16="http://schemas.microsoft.com/office/drawing/2014/main" id="{9D053453-4C77-6043-9790-38C90044D377}"/>
              </a:ext>
            </a:extLst>
          </p:cNvPr>
          <p:cNvSpPr/>
          <p:nvPr/>
        </p:nvSpPr>
        <p:spPr>
          <a:xfrm>
            <a:off x="9223295" y="2510949"/>
            <a:ext cx="3122092" cy="1002092"/>
          </a:xfrm>
          <a:custGeom>
            <a:avLst/>
            <a:gdLst>
              <a:gd name="connsiteX0" fmla="*/ 2619710 w 2620748"/>
              <a:gd name="connsiteY0" fmla="*/ 840424 h 841177"/>
              <a:gd name="connsiteX1" fmla="*/ 2138553 w 2620748"/>
              <a:gd name="connsiteY1" fmla="*/ 840424 h 841177"/>
              <a:gd name="connsiteX2" fmla="*/ 2033582 w 2620748"/>
              <a:gd name="connsiteY2" fmla="*/ 828872 h 841177"/>
              <a:gd name="connsiteX3" fmla="*/ 1775091 w 2620748"/>
              <a:gd name="connsiteY3" fmla="*/ 748344 h 841177"/>
              <a:gd name="connsiteX4" fmla="*/ 1532001 w 2620748"/>
              <a:gd name="connsiteY4" fmla="*/ 589633 h 841177"/>
              <a:gd name="connsiteX5" fmla="*/ 1343824 w 2620748"/>
              <a:gd name="connsiteY5" fmla="*/ 420709 h 841177"/>
              <a:gd name="connsiteX6" fmla="*/ 1141752 w 2620748"/>
              <a:gd name="connsiteY6" fmla="*/ 241573 h 841177"/>
              <a:gd name="connsiteX7" fmla="*/ 989401 w 2620748"/>
              <a:gd name="connsiteY7" fmla="*/ 132752 h 841177"/>
              <a:gd name="connsiteX8" fmla="*/ 884430 w 2620748"/>
              <a:gd name="connsiteY8" fmla="*/ 86712 h 841177"/>
              <a:gd name="connsiteX9" fmla="*/ 597812 w 2620748"/>
              <a:gd name="connsiteY9" fmla="*/ 79011 h 841177"/>
              <a:gd name="connsiteX10" fmla="*/ 449480 w 2620748"/>
              <a:gd name="connsiteY10" fmla="*/ 158367 h 841177"/>
              <a:gd name="connsiteX11" fmla="*/ 363595 w 2620748"/>
              <a:gd name="connsiteY11" fmla="*/ 231863 h 841177"/>
              <a:gd name="connsiteX12" fmla="*/ 198522 w 2620748"/>
              <a:gd name="connsiteY12" fmla="*/ 487174 h 841177"/>
              <a:gd name="connsiteX13" fmla="*/ 112136 w 2620748"/>
              <a:gd name="connsiteY13" fmla="*/ 696445 h 841177"/>
              <a:gd name="connsiteX14" fmla="*/ -1038 w 2620748"/>
              <a:gd name="connsiteY14" fmla="*/ 684894 h 841177"/>
              <a:gd name="connsiteX15" fmla="*/ 108284 w 2620748"/>
              <a:gd name="connsiteY15" fmla="*/ 454528 h 841177"/>
              <a:gd name="connsiteX16" fmla="*/ 279051 w 2620748"/>
              <a:gd name="connsiteY16" fmla="*/ 208927 h 841177"/>
              <a:gd name="connsiteX17" fmla="*/ 456177 w 2620748"/>
              <a:gd name="connsiteY17" fmla="*/ 60762 h 841177"/>
              <a:gd name="connsiteX18" fmla="*/ 673820 w 2620748"/>
              <a:gd name="connsiteY18" fmla="*/ 1330 h 841177"/>
              <a:gd name="connsiteX19" fmla="*/ 917580 w 2620748"/>
              <a:gd name="connsiteY19" fmla="*/ 32636 h 841177"/>
              <a:gd name="connsiteX20" fmla="*/ 1034772 w 2620748"/>
              <a:gd name="connsiteY20" fmla="*/ 92572 h 841177"/>
              <a:gd name="connsiteX21" fmla="*/ 1228641 w 2620748"/>
              <a:gd name="connsiteY21" fmla="*/ 249943 h 841177"/>
              <a:gd name="connsiteX22" fmla="*/ 1410958 w 2620748"/>
              <a:gd name="connsiteY22" fmla="*/ 426569 h 841177"/>
              <a:gd name="connsiteX23" fmla="*/ 1556946 w 2620748"/>
              <a:gd name="connsiteY23" fmla="*/ 558996 h 841177"/>
              <a:gd name="connsiteX24" fmla="*/ 1681673 w 2620748"/>
              <a:gd name="connsiteY24" fmla="*/ 660618 h 841177"/>
              <a:gd name="connsiteX25" fmla="*/ 1893454 w 2620748"/>
              <a:gd name="connsiteY25" fmla="*/ 770108 h 841177"/>
              <a:gd name="connsiteX26" fmla="*/ 2075103 w 2620748"/>
              <a:gd name="connsiteY26" fmla="*/ 818660 h 841177"/>
              <a:gd name="connsiteX27" fmla="*/ 2139726 w 2620748"/>
              <a:gd name="connsiteY27" fmla="*/ 825022 h 841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2620748" h="841177">
                <a:moveTo>
                  <a:pt x="2619710" y="840424"/>
                </a:moveTo>
                <a:lnTo>
                  <a:pt x="2138553" y="840424"/>
                </a:lnTo>
                <a:cubicBezTo>
                  <a:pt x="2103396" y="838515"/>
                  <a:pt x="2068406" y="834648"/>
                  <a:pt x="2033582" y="828872"/>
                </a:cubicBezTo>
                <a:cubicBezTo>
                  <a:pt x="1944182" y="813972"/>
                  <a:pt x="1857126" y="786884"/>
                  <a:pt x="1775091" y="748344"/>
                </a:cubicBezTo>
                <a:cubicBezTo>
                  <a:pt x="1687700" y="706005"/>
                  <a:pt x="1606000" y="652666"/>
                  <a:pt x="1532001" y="589633"/>
                </a:cubicBezTo>
                <a:cubicBezTo>
                  <a:pt x="1507223" y="570046"/>
                  <a:pt x="1452813" y="520322"/>
                  <a:pt x="1343824" y="420709"/>
                </a:cubicBezTo>
                <a:cubicBezTo>
                  <a:pt x="1300296" y="380864"/>
                  <a:pt x="1232491" y="318753"/>
                  <a:pt x="1141752" y="241573"/>
                </a:cubicBezTo>
                <a:cubicBezTo>
                  <a:pt x="1095210" y="199636"/>
                  <a:pt x="1044147" y="163138"/>
                  <a:pt x="989401" y="132752"/>
                </a:cubicBezTo>
                <a:cubicBezTo>
                  <a:pt x="955917" y="114035"/>
                  <a:pt x="920760" y="98615"/>
                  <a:pt x="884430" y="86712"/>
                </a:cubicBezTo>
                <a:cubicBezTo>
                  <a:pt x="841907" y="73319"/>
                  <a:pt x="726054" y="36487"/>
                  <a:pt x="597812" y="79011"/>
                </a:cubicBezTo>
                <a:cubicBezTo>
                  <a:pt x="544742" y="98214"/>
                  <a:pt x="494852" y="124950"/>
                  <a:pt x="449480" y="158367"/>
                </a:cubicBezTo>
                <a:cubicBezTo>
                  <a:pt x="418844" y="180416"/>
                  <a:pt x="390048" y="205009"/>
                  <a:pt x="363595" y="231863"/>
                </a:cubicBezTo>
                <a:cubicBezTo>
                  <a:pt x="285245" y="311386"/>
                  <a:pt x="246403" y="391411"/>
                  <a:pt x="198522" y="487174"/>
                </a:cubicBezTo>
                <a:cubicBezTo>
                  <a:pt x="164703" y="554710"/>
                  <a:pt x="135740" y="624657"/>
                  <a:pt x="112136" y="696445"/>
                </a:cubicBezTo>
                <a:lnTo>
                  <a:pt x="-1038" y="684894"/>
                </a:lnTo>
                <a:cubicBezTo>
                  <a:pt x="29934" y="605622"/>
                  <a:pt x="66429" y="528643"/>
                  <a:pt x="108284" y="454528"/>
                </a:cubicBezTo>
                <a:cubicBezTo>
                  <a:pt x="154826" y="365913"/>
                  <a:pt x="212251" y="283411"/>
                  <a:pt x="279051" y="208927"/>
                </a:cubicBezTo>
                <a:cubicBezTo>
                  <a:pt x="333461" y="149996"/>
                  <a:pt x="378328" y="101278"/>
                  <a:pt x="456177" y="60762"/>
                </a:cubicBezTo>
                <a:cubicBezTo>
                  <a:pt x="523815" y="26091"/>
                  <a:pt x="597979" y="5850"/>
                  <a:pt x="673820" y="1330"/>
                </a:cubicBezTo>
                <a:cubicBezTo>
                  <a:pt x="756357" y="-5668"/>
                  <a:pt x="839396" y="5013"/>
                  <a:pt x="917580" y="32636"/>
                </a:cubicBezTo>
                <a:cubicBezTo>
                  <a:pt x="958764" y="48307"/>
                  <a:pt x="997939" y="68397"/>
                  <a:pt x="1034772" y="92572"/>
                </a:cubicBezTo>
                <a:cubicBezTo>
                  <a:pt x="1072609" y="115676"/>
                  <a:pt x="1118481" y="147652"/>
                  <a:pt x="1228641" y="249943"/>
                </a:cubicBezTo>
                <a:cubicBezTo>
                  <a:pt x="1309670" y="324947"/>
                  <a:pt x="1303811" y="325281"/>
                  <a:pt x="1410958" y="426569"/>
                </a:cubicBezTo>
                <a:cubicBezTo>
                  <a:pt x="1482947" y="493536"/>
                  <a:pt x="1525806" y="532209"/>
                  <a:pt x="1556946" y="558996"/>
                </a:cubicBezTo>
                <a:cubicBezTo>
                  <a:pt x="1596791" y="594991"/>
                  <a:pt x="1638310" y="628909"/>
                  <a:pt x="1681673" y="660618"/>
                </a:cubicBezTo>
                <a:cubicBezTo>
                  <a:pt x="1747467" y="705586"/>
                  <a:pt x="1818619" y="742368"/>
                  <a:pt x="1893454" y="770108"/>
                </a:cubicBezTo>
                <a:cubicBezTo>
                  <a:pt x="1952218" y="792258"/>
                  <a:pt x="2013158" y="808531"/>
                  <a:pt x="2075103" y="818660"/>
                </a:cubicBezTo>
                <a:cubicBezTo>
                  <a:pt x="2101052" y="822845"/>
                  <a:pt x="2123820" y="823850"/>
                  <a:pt x="2139726" y="825022"/>
                </a:cubicBezTo>
                <a:close/>
              </a:path>
            </a:pathLst>
          </a:custGeom>
          <a:solidFill>
            <a:schemeClr val="accent1">
              <a:lumMod val="90000"/>
            </a:schemeClr>
          </a:solidFill>
          <a:ln w="12547" cap="rnd">
            <a:noFill/>
            <a:prstDash val="solid"/>
            <a:round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Rechteck: abgerundete Ecken 83">
            <a:extLst>
              <a:ext uri="{FF2B5EF4-FFF2-40B4-BE49-F238E27FC236}">
                <a16:creationId xmlns:a16="http://schemas.microsoft.com/office/drawing/2014/main" id="{81C2599C-55E9-554E-95CA-C18117194A62}"/>
              </a:ext>
            </a:extLst>
          </p:cNvPr>
          <p:cNvSpPr/>
          <p:nvPr/>
        </p:nvSpPr>
        <p:spPr>
          <a:xfrm>
            <a:off x="2048256" y="3357348"/>
            <a:ext cx="8981031" cy="338633"/>
          </a:xfrm>
          <a:prstGeom prst="roundRect">
            <a:avLst>
              <a:gd name="adj" fmla="val 22194"/>
            </a:avLst>
          </a:prstGeom>
          <a:solidFill>
            <a:schemeClr val="accent4"/>
          </a:solidFill>
          <a:ln w="12547" cap="rnd">
            <a:solidFill>
              <a:schemeClr val="tx2"/>
            </a:solidFill>
            <a:prstDash val="solid"/>
            <a:round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Acquisition		 	Onboarding			 Expansion			 Retention</a:t>
            </a:r>
          </a:p>
        </p:txBody>
      </p:sp>
      <p:sp>
        <p:nvSpPr>
          <p:cNvPr id="88" name="Freihandform: Form 87">
            <a:extLst>
              <a:ext uri="{FF2B5EF4-FFF2-40B4-BE49-F238E27FC236}">
                <a16:creationId xmlns:a16="http://schemas.microsoft.com/office/drawing/2014/main" id="{6FC1CCD6-BE2D-644B-8579-02B866C6A46F}"/>
              </a:ext>
            </a:extLst>
          </p:cNvPr>
          <p:cNvSpPr/>
          <p:nvPr/>
        </p:nvSpPr>
        <p:spPr>
          <a:xfrm>
            <a:off x="10603541" y="2771669"/>
            <a:ext cx="179557" cy="179557"/>
          </a:xfrm>
          <a:custGeom>
            <a:avLst/>
            <a:gdLst>
              <a:gd name="connsiteX0" fmla="*/ 78686 w 78686"/>
              <a:gd name="connsiteY0" fmla="*/ 39343 h 78686"/>
              <a:gd name="connsiteX1" fmla="*/ 39343 w 78686"/>
              <a:gd name="connsiteY1" fmla="*/ 78686 h 78686"/>
              <a:gd name="connsiteX2" fmla="*/ 0 w 78686"/>
              <a:gd name="connsiteY2" fmla="*/ 39343 h 78686"/>
              <a:gd name="connsiteX3" fmla="*/ 39343 w 78686"/>
              <a:gd name="connsiteY3" fmla="*/ 0 h 78686"/>
              <a:gd name="connsiteX4" fmla="*/ 78686 w 78686"/>
              <a:gd name="connsiteY4" fmla="*/ 39343 h 78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686" h="78686">
                <a:moveTo>
                  <a:pt x="78686" y="39343"/>
                </a:moveTo>
                <a:cubicBezTo>
                  <a:pt x="78686" y="61072"/>
                  <a:pt x="61071" y="78686"/>
                  <a:pt x="39343" y="78686"/>
                </a:cubicBezTo>
                <a:cubicBezTo>
                  <a:pt x="17615" y="78686"/>
                  <a:pt x="0" y="61072"/>
                  <a:pt x="0" y="39343"/>
                </a:cubicBezTo>
                <a:cubicBezTo>
                  <a:pt x="0" y="17614"/>
                  <a:pt x="17615" y="0"/>
                  <a:pt x="39343" y="0"/>
                </a:cubicBezTo>
                <a:cubicBezTo>
                  <a:pt x="61071" y="0"/>
                  <a:pt x="78686" y="17614"/>
                  <a:pt x="78686" y="39343"/>
                </a:cubicBezTo>
                <a:close/>
              </a:path>
            </a:pathLst>
          </a:custGeom>
          <a:solidFill>
            <a:schemeClr val="tx1"/>
          </a:solidFill>
          <a:ln w="381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Freihandform: Form 88">
            <a:extLst>
              <a:ext uri="{FF2B5EF4-FFF2-40B4-BE49-F238E27FC236}">
                <a16:creationId xmlns:a16="http://schemas.microsoft.com/office/drawing/2014/main" id="{57C05EFA-2FDC-2940-886B-C90E261AD3A0}"/>
              </a:ext>
            </a:extLst>
          </p:cNvPr>
          <p:cNvSpPr/>
          <p:nvPr/>
        </p:nvSpPr>
        <p:spPr>
          <a:xfrm>
            <a:off x="9443514" y="2762028"/>
            <a:ext cx="179557" cy="179557"/>
          </a:xfrm>
          <a:custGeom>
            <a:avLst/>
            <a:gdLst>
              <a:gd name="connsiteX0" fmla="*/ 78686 w 78686"/>
              <a:gd name="connsiteY0" fmla="*/ 39343 h 78686"/>
              <a:gd name="connsiteX1" fmla="*/ 39343 w 78686"/>
              <a:gd name="connsiteY1" fmla="*/ 78686 h 78686"/>
              <a:gd name="connsiteX2" fmla="*/ 0 w 78686"/>
              <a:gd name="connsiteY2" fmla="*/ 39343 h 78686"/>
              <a:gd name="connsiteX3" fmla="*/ 39343 w 78686"/>
              <a:gd name="connsiteY3" fmla="*/ 0 h 78686"/>
              <a:gd name="connsiteX4" fmla="*/ 78686 w 78686"/>
              <a:gd name="connsiteY4" fmla="*/ 39343 h 78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686" h="78686">
                <a:moveTo>
                  <a:pt x="78686" y="39343"/>
                </a:moveTo>
                <a:cubicBezTo>
                  <a:pt x="78686" y="61072"/>
                  <a:pt x="61072" y="78686"/>
                  <a:pt x="39343" y="78686"/>
                </a:cubicBezTo>
                <a:cubicBezTo>
                  <a:pt x="17614" y="78686"/>
                  <a:pt x="0" y="61072"/>
                  <a:pt x="0" y="39343"/>
                </a:cubicBezTo>
                <a:cubicBezTo>
                  <a:pt x="0" y="17614"/>
                  <a:pt x="17614" y="0"/>
                  <a:pt x="39343" y="0"/>
                </a:cubicBezTo>
                <a:cubicBezTo>
                  <a:pt x="61072" y="0"/>
                  <a:pt x="78686" y="17614"/>
                  <a:pt x="78686" y="39343"/>
                </a:cubicBezTo>
                <a:close/>
              </a:path>
            </a:pathLst>
          </a:custGeom>
          <a:solidFill>
            <a:schemeClr val="tx1"/>
          </a:solidFill>
          <a:ln w="381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Freihandform: Form 89">
            <a:extLst>
              <a:ext uri="{FF2B5EF4-FFF2-40B4-BE49-F238E27FC236}">
                <a16:creationId xmlns:a16="http://schemas.microsoft.com/office/drawing/2014/main" id="{8FDEA92F-8C31-F945-A1CB-D0C635895027}"/>
              </a:ext>
            </a:extLst>
          </p:cNvPr>
          <p:cNvSpPr/>
          <p:nvPr/>
        </p:nvSpPr>
        <p:spPr>
          <a:xfrm>
            <a:off x="8929286" y="3831524"/>
            <a:ext cx="179557" cy="179557"/>
          </a:xfrm>
          <a:custGeom>
            <a:avLst/>
            <a:gdLst>
              <a:gd name="connsiteX0" fmla="*/ 78686 w 78686"/>
              <a:gd name="connsiteY0" fmla="*/ 39343 h 78686"/>
              <a:gd name="connsiteX1" fmla="*/ 39343 w 78686"/>
              <a:gd name="connsiteY1" fmla="*/ 78686 h 78686"/>
              <a:gd name="connsiteX2" fmla="*/ 0 w 78686"/>
              <a:gd name="connsiteY2" fmla="*/ 39343 h 78686"/>
              <a:gd name="connsiteX3" fmla="*/ 39343 w 78686"/>
              <a:gd name="connsiteY3" fmla="*/ 0 h 78686"/>
              <a:gd name="connsiteX4" fmla="*/ 78686 w 78686"/>
              <a:gd name="connsiteY4" fmla="*/ 39343 h 78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686" h="78686">
                <a:moveTo>
                  <a:pt x="78686" y="39343"/>
                </a:moveTo>
                <a:cubicBezTo>
                  <a:pt x="78686" y="61071"/>
                  <a:pt x="61072" y="78686"/>
                  <a:pt x="39343" y="78686"/>
                </a:cubicBezTo>
                <a:cubicBezTo>
                  <a:pt x="17614" y="78686"/>
                  <a:pt x="0" y="61071"/>
                  <a:pt x="0" y="39343"/>
                </a:cubicBezTo>
                <a:cubicBezTo>
                  <a:pt x="0" y="17614"/>
                  <a:pt x="17614" y="0"/>
                  <a:pt x="39343" y="0"/>
                </a:cubicBezTo>
                <a:cubicBezTo>
                  <a:pt x="61072" y="0"/>
                  <a:pt x="78686" y="17614"/>
                  <a:pt x="78686" y="39343"/>
                </a:cubicBezTo>
                <a:close/>
              </a:path>
            </a:pathLst>
          </a:custGeom>
          <a:solidFill>
            <a:schemeClr val="tx1"/>
          </a:solidFill>
          <a:ln w="38100" cap="flat">
            <a:solidFill>
              <a:srgbClr val="F0F0F0"/>
            </a:solidFill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Freihandform: Form 91">
            <a:extLst>
              <a:ext uri="{FF2B5EF4-FFF2-40B4-BE49-F238E27FC236}">
                <a16:creationId xmlns:a16="http://schemas.microsoft.com/office/drawing/2014/main" id="{BEB26576-8B8F-094C-84E0-EDB4CF5F2910}"/>
              </a:ext>
            </a:extLst>
          </p:cNvPr>
          <p:cNvSpPr/>
          <p:nvPr/>
        </p:nvSpPr>
        <p:spPr>
          <a:xfrm>
            <a:off x="7549334" y="3831524"/>
            <a:ext cx="179557" cy="179557"/>
          </a:xfrm>
          <a:custGeom>
            <a:avLst/>
            <a:gdLst>
              <a:gd name="connsiteX0" fmla="*/ 78686 w 78686"/>
              <a:gd name="connsiteY0" fmla="*/ 39343 h 78686"/>
              <a:gd name="connsiteX1" fmla="*/ 39343 w 78686"/>
              <a:gd name="connsiteY1" fmla="*/ 78686 h 78686"/>
              <a:gd name="connsiteX2" fmla="*/ 0 w 78686"/>
              <a:gd name="connsiteY2" fmla="*/ 39343 h 78686"/>
              <a:gd name="connsiteX3" fmla="*/ 39343 w 78686"/>
              <a:gd name="connsiteY3" fmla="*/ 0 h 78686"/>
              <a:gd name="connsiteX4" fmla="*/ 78686 w 78686"/>
              <a:gd name="connsiteY4" fmla="*/ 39343 h 78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686" h="78686">
                <a:moveTo>
                  <a:pt x="78686" y="39343"/>
                </a:moveTo>
                <a:cubicBezTo>
                  <a:pt x="78686" y="61071"/>
                  <a:pt x="61072" y="78686"/>
                  <a:pt x="39343" y="78686"/>
                </a:cubicBezTo>
                <a:cubicBezTo>
                  <a:pt x="17614" y="78686"/>
                  <a:pt x="0" y="61071"/>
                  <a:pt x="0" y="39343"/>
                </a:cubicBezTo>
                <a:cubicBezTo>
                  <a:pt x="0" y="17614"/>
                  <a:pt x="17614" y="0"/>
                  <a:pt x="39343" y="0"/>
                </a:cubicBezTo>
                <a:cubicBezTo>
                  <a:pt x="61072" y="0"/>
                  <a:pt x="78686" y="17614"/>
                  <a:pt x="78686" y="39343"/>
                </a:cubicBezTo>
                <a:close/>
              </a:path>
            </a:pathLst>
          </a:custGeom>
          <a:solidFill>
            <a:schemeClr val="tx1"/>
          </a:solidFill>
          <a:ln w="38100" cap="flat">
            <a:solidFill>
              <a:srgbClr val="F0F0F0"/>
            </a:solidFill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Freihandform: Form 92">
            <a:extLst>
              <a:ext uri="{FF2B5EF4-FFF2-40B4-BE49-F238E27FC236}">
                <a16:creationId xmlns:a16="http://schemas.microsoft.com/office/drawing/2014/main" id="{43BC1B2D-9CE4-F14A-9BBE-A85F4DE75FFF}"/>
              </a:ext>
            </a:extLst>
          </p:cNvPr>
          <p:cNvSpPr/>
          <p:nvPr/>
        </p:nvSpPr>
        <p:spPr>
          <a:xfrm>
            <a:off x="7052322" y="2828325"/>
            <a:ext cx="179557" cy="179557"/>
          </a:xfrm>
          <a:custGeom>
            <a:avLst/>
            <a:gdLst>
              <a:gd name="connsiteX0" fmla="*/ 78686 w 78686"/>
              <a:gd name="connsiteY0" fmla="*/ 39343 h 78686"/>
              <a:gd name="connsiteX1" fmla="*/ 39343 w 78686"/>
              <a:gd name="connsiteY1" fmla="*/ 78686 h 78686"/>
              <a:gd name="connsiteX2" fmla="*/ 0 w 78686"/>
              <a:gd name="connsiteY2" fmla="*/ 39343 h 78686"/>
              <a:gd name="connsiteX3" fmla="*/ 39343 w 78686"/>
              <a:gd name="connsiteY3" fmla="*/ 0 h 78686"/>
              <a:gd name="connsiteX4" fmla="*/ 78686 w 78686"/>
              <a:gd name="connsiteY4" fmla="*/ 39343 h 78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686" h="78686">
                <a:moveTo>
                  <a:pt x="78686" y="39343"/>
                </a:moveTo>
                <a:cubicBezTo>
                  <a:pt x="78686" y="61072"/>
                  <a:pt x="61072" y="78686"/>
                  <a:pt x="39343" y="78686"/>
                </a:cubicBezTo>
                <a:cubicBezTo>
                  <a:pt x="17614" y="78686"/>
                  <a:pt x="0" y="61072"/>
                  <a:pt x="0" y="39343"/>
                </a:cubicBezTo>
                <a:cubicBezTo>
                  <a:pt x="0" y="17614"/>
                  <a:pt x="17614" y="0"/>
                  <a:pt x="39343" y="0"/>
                </a:cubicBezTo>
                <a:cubicBezTo>
                  <a:pt x="61072" y="0"/>
                  <a:pt x="78686" y="17614"/>
                  <a:pt x="78686" y="39343"/>
                </a:cubicBezTo>
                <a:close/>
              </a:path>
            </a:pathLst>
          </a:custGeom>
          <a:solidFill>
            <a:schemeClr val="tx1"/>
          </a:solidFill>
          <a:ln w="381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Freihandform: Form 94">
            <a:extLst>
              <a:ext uri="{FF2B5EF4-FFF2-40B4-BE49-F238E27FC236}">
                <a16:creationId xmlns:a16="http://schemas.microsoft.com/office/drawing/2014/main" id="{344BC0A0-73CE-104D-8037-3162E309E424}"/>
              </a:ext>
            </a:extLst>
          </p:cNvPr>
          <p:cNvSpPr/>
          <p:nvPr/>
        </p:nvSpPr>
        <p:spPr>
          <a:xfrm>
            <a:off x="5883182" y="2828325"/>
            <a:ext cx="179557" cy="179557"/>
          </a:xfrm>
          <a:custGeom>
            <a:avLst/>
            <a:gdLst>
              <a:gd name="connsiteX0" fmla="*/ 78686 w 78686"/>
              <a:gd name="connsiteY0" fmla="*/ 39343 h 78686"/>
              <a:gd name="connsiteX1" fmla="*/ 39343 w 78686"/>
              <a:gd name="connsiteY1" fmla="*/ 78686 h 78686"/>
              <a:gd name="connsiteX2" fmla="*/ 0 w 78686"/>
              <a:gd name="connsiteY2" fmla="*/ 39343 h 78686"/>
              <a:gd name="connsiteX3" fmla="*/ 39343 w 78686"/>
              <a:gd name="connsiteY3" fmla="*/ 0 h 78686"/>
              <a:gd name="connsiteX4" fmla="*/ 78686 w 78686"/>
              <a:gd name="connsiteY4" fmla="*/ 39343 h 78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686" h="78686">
                <a:moveTo>
                  <a:pt x="78686" y="39343"/>
                </a:moveTo>
                <a:cubicBezTo>
                  <a:pt x="78686" y="61072"/>
                  <a:pt x="61072" y="78686"/>
                  <a:pt x="39343" y="78686"/>
                </a:cubicBezTo>
                <a:cubicBezTo>
                  <a:pt x="17614" y="78686"/>
                  <a:pt x="0" y="61072"/>
                  <a:pt x="0" y="39343"/>
                </a:cubicBezTo>
                <a:cubicBezTo>
                  <a:pt x="0" y="17614"/>
                  <a:pt x="17614" y="0"/>
                  <a:pt x="39343" y="0"/>
                </a:cubicBezTo>
                <a:cubicBezTo>
                  <a:pt x="61072" y="0"/>
                  <a:pt x="78686" y="17614"/>
                  <a:pt x="78686" y="39343"/>
                </a:cubicBezTo>
                <a:close/>
              </a:path>
            </a:pathLst>
          </a:custGeom>
          <a:solidFill>
            <a:schemeClr val="tx1"/>
          </a:solidFill>
          <a:ln w="381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Freihandform: Form 95">
            <a:extLst>
              <a:ext uri="{FF2B5EF4-FFF2-40B4-BE49-F238E27FC236}">
                <a16:creationId xmlns:a16="http://schemas.microsoft.com/office/drawing/2014/main" id="{1D5361FC-1343-6642-99A8-A0B9BF2F0981}"/>
              </a:ext>
            </a:extLst>
          </p:cNvPr>
          <p:cNvSpPr/>
          <p:nvPr/>
        </p:nvSpPr>
        <p:spPr>
          <a:xfrm>
            <a:off x="5349669" y="3937031"/>
            <a:ext cx="179557" cy="179557"/>
          </a:xfrm>
          <a:custGeom>
            <a:avLst/>
            <a:gdLst>
              <a:gd name="connsiteX0" fmla="*/ 78686 w 78686"/>
              <a:gd name="connsiteY0" fmla="*/ 39343 h 78686"/>
              <a:gd name="connsiteX1" fmla="*/ 39343 w 78686"/>
              <a:gd name="connsiteY1" fmla="*/ 78686 h 78686"/>
              <a:gd name="connsiteX2" fmla="*/ 0 w 78686"/>
              <a:gd name="connsiteY2" fmla="*/ 39343 h 78686"/>
              <a:gd name="connsiteX3" fmla="*/ 39343 w 78686"/>
              <a:gd name="connsiteY3" fmla="*/ 0 h 78686"/>
              <a:gd name="connsiteX4" fmla="*/ 78686 w 78686"/>
              <a:gd name="connsiteY4" fmla="*/ 39343 h 78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686" h="78686">
                <a:moveTo>
                  <a:pt x="78686" y="39343"/>
                </a:moveTo>
                <a:cubicBezTo>
                  <a:pt x="78686" y="61071"/>
                  <a:pt x="61072" y="78686"/>
                  <a:pt x="39343" y="78686"/>
                </a:cubicBezTo>
                <a:cubicBezTo>
                  <a:pt x="17614" y="78686"/>
                  <a:pt x="0" y="61071"/>
                  <a:pt x="0" y="39343"/>
                </a:cubicBezTo>
                <a:cubicBezTo>
                  <a:pt x="0" y="17614"/>
                  <a:pt x="17614" y="0"/>
                  <a:pt x="39343" y="0"/>
                </a:cubicBezTo>
                <a:cubicBezTo>
                  <a:pt x="61072" y="0"/>
                  <a:pt x="78686" y="17614"/>
                  <a:pt x="78686" y="39343"/>
                </a:cubicBezTo>
                <a:close/>
              </a:path>
            </a:pathLst>
          </a:custGeom>
          <a:solidFill>
            <a:schemeClr val="tx1"/>
          </a:solidFill>
          <a:ln w="38100" cap="flat">
            <a:solidFill>
              <a:srgbClr val="F0F0F0"/>
            </a:solidFill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Freihandform: Form 96">
            <a:extLst>
              <a:ext uri="{FF2B5EF4-FFF2-40B4-BE49-F238E27FC236}">
                <a16:creationId xmlns:a16="http://schemas.microsoft.com/office/drawing/2014/main" id="{E57D6F60-AD6D-254A-9B8E-F5D1D18A28F3}"/>
              </a:ext>
            </a:extLst>
          </p:cNvPr>
          <p:cNvSpPr/>
          <p:nvPr/>
        </p:nvSpPr>
        <p:spPr>
          <a:xfrm>
            <a:off x="4081207" y="3937031"/>
            <a:ext cx="179557" cy="179557"/>
          </a:xfrm>
          <a:custGeom>
            <a:avLst/>
            <a:gdLst>
              <a:gd name="connsiteX0" fmla="*/ 78686 w 78686"/>
              <a:gd name="connsiteY0" fmla="*/ 39343 h 78686"/>
              <a:gd name="connsiteX1" fmla="*/ 39343 w 78686"/>
              <a:gd name="connsiteY1" fmla="*/ 78686 h 78686"/>
              <a:gd name="connsiteX2" fmla="*/ 0 w 78686"/>
              <a:gd name="connsiteY2" fmla="*/ 39343 h 78686"/>
              <a:gd name="connsiteX3" fmla="*/ 39343 w 78686"/>
              <a:gd name="connsiteY3" fmla="*/ 0 h 78686"/>
              <a:gd name="connsiteX4" fmla="*/ 78686 w 78686"/>
              <a:gd name="connsiteY4" fmla="*/ 39343 h 78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686" h="78686">
                <a:moveTo>
                  <a:pt x="78686" y="39343"/>
                </a:moveTo>
                <a:cubicBezTo>
                  <a:pt x="78686" y="61071"/>
                  <a:pt x="61072" y="78686"/>
                  <a:pt x="39343" y="78686"/>
                </a:cubicBezTo>
                <a:cubicBezTo>
                  <a:pt x="17614" y="78686"/>
                  <a:pt x="0" y="61071"/>
                  <a:pt x="0" y="39343"/>
                </a:cubicBezTo>
                <a:cubicBezTo>
                  <a:pt x="0" y="17614"/>
                  <a:pt x="17614" y="0"/>
                  <a:pt x="39343" y="0"/>
                </a:cubicBezTo>
                <a:cubicBezTo>
                  <a:pt x="61071" y="0"/>
                  <a:pt x="78686" y="17614"/>
                  <a:pt x="78686" y="39343"/>
                </a:cubicBezTo>
                <a:close/>
              </a:path>
            </a:pathLst>
          </a:custGeom>
          <a:solidFill>
            <a:schemeClr val="tx1"/>
          </a:solidFill>
          <a:ln w="38100" cap="flat">
            <a:solidFill>
              <a:srgbClr val="F0F0F0"/>
            </a:solidFill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Freihandform: Form 97">
            <a:extLst>
              <a:ext uri="{FF2B5EF4-FFF2-40B4-BE49-F238E27FC236}">
                <a16:creationId xmlns:a16="http://schemas.microsoft.com/office/drawing/2014/main" id="{11952AB7-9F56-9D4B-87C3-3CD07A2FB072}"/>
              </a:ext>
            </a:extLst>
          </p:cNvPr>
          <p:cNvSpPr/>
          <p:nvPr/>
        </p:nvSpPr>
        <p:spPr>
          <a:xfrm>
            <a:off x="3535529" y="2828325"/>
            <a:ext cx="179557" cy="179557"/>
          </a:xfrm>
          <a:custGeom>
            <a:avLst/>
            <a:gdLst>
              <a:gd name="connsiteX0" fmla="*/ 78686 w 78686"/>
              <a:gd name="connsiteY0" fmla="*/ 39343 h 78686"/>
              <a:gd name="connsiteX1" fmla="*/ 39343 w 78686"/>
              <a:gd name="connsiteY1" fmla="*/ 78686 h 78686"/>
              <a:gd name="connsiteX2" fmla="*/ 0 w 78686"/>
              <a:gd name="connsiteY2" fmla="*/ 39343 h 78686"/>
              <a:gd name="connsiteX3" fmla="*/ 39343 w 78686"/>
              <a:gd name="connsiteY3" fmla="*/ 0 h 78686"/>
              <a:gd name="connsiteX4" fmla="*/ 78686 w 78686"/>
              <a:gd name="connsiteY4" fmla="*/ 39343 h 78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686" h="78686">
                <a:moveTo>
                  <a:pt x="78686" y="39343"/>
                </a:moveTo>
                <a:cubicBezTo>
                  <a:pt x="78686" y="61072"/>
                  <a:pt x="61072" y="78686"/>
                  <a:pt x="39343" y="78686"/>
                </a:cubicBezTo>
                <a:cubicBezTo>
                  <a:pt x="17614" y="78686"/>
                  <a:pt x="0" y="61072"/>
                  <a:pt x="0" y="39343"/>
                </a:cubicBezTo>
                <a:cubicBezTo>
                  <a:pt x="0" y="17614"/>
                  <a:pt x="17614" y="0"/>
                  <a:pt x="39343" y="0"/>
                </a:cubicBezTo>
                <a:cubicBezTo>
                  <a:pt x="61071" y="0"/>
                  <a:pt x="78686" y="17614"/>
                  <a:pt x="78686" y="39343"/>
                </a:cubicBezTo>
                <a:close/>
              </a:path>
            </a:pathLst>
          </a:custGeom>
          <a:solidFill>
            <a:schemeClr val="tx1"/>
          </a:solidFill>
          <a:ln w="381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Freihandform: Form 98">
            <a:extLst>
              <a:ext uri="{FF2B5EF4-FFF2-40B4-BE49-F238E27FC236}">
                <a16:creationId xmlns:a16="http://schemas.microsoft.com/office/drawing/2014/main" id="{51392588-DDAA-8347-9407-E4DD3960ED33}"/>
              </a:ext>
            </a:extLst>
          </p:cNvPr>
          <p:cNvSpPr/>
          <p:nvPr/>
        </p:nvSpPr>
        <p:spPr>
          <a:xfrm>
            <a:off x="2245925" y="2828325"/>
            <a:ext cx="179557" cy="179557"/>
          </a:xfrm>
          <a:custGeom>
            <a:avLst/>
            <a:gdLst>
              <a:gd name="connsiteX0" fmla="*/ 78686 w 78686"/>
              <a:gd name="connsiteY0" fmla="*/ 39343 h 78686"/>
              <a:gd name="connsiteX1" fmla="*/ 39343 w 78686"/>
              <a:gd name="connsiteY1" fmla="*/ 78686 h 78686"/>
              <a:gd name="connsiteX2" fmla="*/ 0 w 78686"/>
              <a:gd name="connsiteY2" fmla="*/ 39343 h 78686"/>
              <a:gd name="connsiteX3" fmla="*/ 39343 w 78686"/>
              <a:gd name="connsiteY3" fmla="*/ 0 h 78686"/>
              <a:gd name="connsiteX4" fmla="*/ 78686 w 78686"/>
              <a:gd name="connsiteY4" fmla="*/ 39343 h 78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686" h="78686">
                <a:moveTo>
                  <a:pt x="78686" y="39343"/>
                </a:moveTo>
                <a:cubicBezTo>
                  <a:pt x="78686" y="61072"/>
                  <a:pt x="61072" y="78686"/>
                  <a:pt x="39343" y="78686"/>
                </a:cubicBezTo>
                <a:cubicBezTo>
                  <a:pt x="17615" y="78686"/>
                  <a:pt x="0" y="61072"/>
                  <a:pt x="0" y="39343"/>
                </a:cubicBezTo>
                <a:cubicBezTo>
                  <a:pt x="0" y="17614"/>
                  <a:pt x="17615" y="0"/>
                  <a:pt x="39343" y="0"/>
                </a:cubicBezTo>
                <a:cubicBezTo>
                  <a:pt x="61072" y="0"/>
                  <a:pt x="78686" y="17614"/>
                  <a:pt x="78686" y="39343"/>
                </a:cubicBezTo>
                <a:close/>
              </a:path>
            </a:pathLst>
          </a:custGeom>
          <a:solidFill>
            <a:schemeClr val="tx1"/>
          </a:solidFill>
          <a:ln w="381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Textfeld 35">
            <a:extLst>
              <a:ext uri="{FF2B5EF4-FFF2-40B4-BE49-F238E27FC236}">
                <a16:creationId xmlns:a16="http://schemas.microsoft.com/office/drawing/2014/main" id="{E9E33320-C63F-1940-80A9-2A13AC4656A2}"/>
              </a:ext>
            </a:extLst>
          </p:cNvPr>
          <p:cNvSpPr txBox="1"/>
          <p:nvPr/>
        </p:nvSpPr>
        <p:spPr>
          <a:xfrm>
            <a:off x="1620953" y="2488664"/>
            <a:ext cx="956820" cy="2693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Registrierung</a:t>
            </a:r>
            <a:endParaRPr lang="en-US" sz="105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700" err="1">
                <a:latin typeface="Arial" panose="020B0604020202020204" pitchFamily="34" charset="0"/>
                <a:cs typeface="Arial" panose="020B0604020202020204" pitchFamily="34" charset="0"/>
              </a:rPr>
              <a:t>Daten</a:t>
            </a:r>
            <a:r>
              <a:rPr lang="en-US" sz="7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00" err="1">
                <a:latin typeface="Arial" panose="020B0604020202020204" pitchFamily="34" charset="0"/>
                <a:cs typeface="Arial" panose="020B0604020202020204" pitchFamily="34" charset="0"/>
              </a:rPr>
              <a:t>erfassen</a:t>
            </a:r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3" name="Gruppieren 102">
            <a:extLst>
              <a:ext uri="{FF2B5EF4-FFF2-40B4-BE49-F238E27FC236}">
                <a16:creationId xmlns:a16="http://schemas.microsoft.com/office/drawing/2014/main" id="{D7283CFC-B2EE-464C-AE6D-F08B8FFD18FE}"/>
              </a:ext>
            </a:extLst>
          </p:cNvPr>
          <p:cNvGrpSpPr/>
          <p:nvPr/>
        </p:nvGrpSpPr>
        <p:grpSpPr>
          <a:xfrm>
            <a:off x="1942829" y="2136302"/>
            <a:ext cx="313068" cy="313068"/>
            <a:chOff x="1402279" y="1628998"/>
            <a:chExt cx="326174" cy="326174"/>
          </a:xfrm>
        </p:grpSpPr>
        <p:sp>
          <p:nvSpPr>
            <p:cNvPr id="235" name="Ellipse 234">
              <a:extLst>
                <a:ext uri="{FF2B5EF4-FFF2-40B4-BE49-F238E27FC236}">
                  <a16:creationId xmlns:a16="http://schemas.microsoft.com/office/drawing/2014/main" id="{39CE8DD2-1928-724C-A292-405389811AC8}"/>
                </a:ext>
              </a:extLst>
            </p:cNvPr>
            <p:cNvSpPr/>
            <p:nvPr/>
          </p:nvSpPr>
          <p:spPr>
            <a:xfrm>
              <a:off x="1402279" y="1628998"/>
              <a:ext cx="326174" cy="326174"/>
            </a:xfrm>
            <a:prstGeom prst="ellipse">
              <a:avLst/>
            </a:prstGeom>
            <a:solidFill>
              <a:schemeClr val="accent1">
                <a:alpha val="66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36" name="Gruppieren 235">
              <a:extLst>
                <a:ext uri="{FF2B5EF4-FFF2-40B4-BE49-F238E27FC236}">
                  <a16:creationId xmlns:a16="http://schemas.microsoft.com/office/drawing/2014/main" id="{578A1930-F419-7A4E-A78A-F0A52AE2AFB8}"/>
                </a:ext>
              </a:extLst>
            </p:cNvPr>
            <p:cNvGrpSpPr/>
            <p:nvPr/>
          </p:nvGrpSpPr>
          <p:grpSpPr>
            <a:xfrm>
              <a:off x="1447828" y="1733150"/>
              <a:ext cx="235076" cy="117881"/>
              <a:chOff x="342042" y="1437224"/>
              <a:chExt cx="569786" cy="285723"/>
            </a:xfrm>
          </p:grpSpPr>
          <p:sp>
            <p:nvSpPr>
              <p:cNvPr id="237" name="Freihandform: Form 236">
                <a:extLst>
                  <a:ext uri="{FF2B5EF4-FFF2-40B4-BE49-F238E27FC236}">
                    <a16:creationId xmlns:a16="http://schemas.microsoft.com/office/drawing/2014/main" id="{96233B38-4C8F-654A-BF8D-76AFA4EC6BD4}"/>
                  </a:ext>
                </a:extLst>
              </p:cNvPr>
              <p:cNvSpPr/>
              <p:nvPr/>
            </p:nvSpPr>
            <p:spPr>
              <a:xfrm>
                <a:off x="342042" y="1437224"/>
                <a:ext cx="569786" cy="209550"/>
              </a:xfrm>
              <a:custGeom>
                <a:avLst/>
                <a:gdLst>
                  <a:gd name="connsiteX0" fmla="*/ 276288 w 569786"/>
                  <a:gd name="connsiteY0" fmla="*/ 208410 h 209550"/>
                  <a:gd name="connsiteX1" fmla="*/ 94170 w 569786"/>
                  <a:gd name="connsiteY1" fmla="*/ 208410 h 209550"/>
                  <a:gd name="connsiteX2" fmla="*/ -1080 w 569786"/>
                  <a:gd name="connsiteY2" fmla="*/ 113160 h 209550"/>
                  <a:gd name="connsiteX3" fmla="*/ -1080 w 569786"/>
                  <a:gd name="connsiteY3" fmla="*/ 94110 h 209550"/>
                  <a:gd name="connsiteX4" fmla="*/ 94170 w 569786"/>
                  <a:gd name="connsiteY4" fmla="*/ -1140 h 209550"/>
                  <a:gd name="connsiteX5" fmla="*/ 472979 w 569786"/>
                  <a:gd name="connsiteY5" fmla="*/ -1140 h 209550"/>
                  <a:gd name="connsiteX6" fmla="*/ 568706 w 569786"/>
                  <a:gd name="connsiteY6" fmla="*/ 94110 h 209550"/>
                  <a:gd name="connsiteX7" fmla="*/ 568706 w 569786"/>
                  <a:gd name="connsiteY7" fmla="*/ 113160 h 209550"/>
                  <a:gd name="connsiteX8" fmla="*/ 560133 w 569786"/>
                  <a:gd name="connsiteY8" fmla="*/ 152594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69786" h="209550">
                    <a:moveTo>
                      <a:pt x="276288" y="208410"/>
                    </a:moveTo>
                    <a:lnTo>
                      <a:pt x="94170" y="208410"/>
                    </a:lnTo>
                    <a:cubicBezTo>
                      <a:pt x="41782" y="208029"/>
                      <a:pt x="-699" y="165548"/>
                      <a:pt x="-1080" y="113160"/>
                    </a:cubicBezTo>
                    <a:lnTo>
                      <a:pt x="-1080" y="94110"/>
                    </a:lnTo>
                    <a:cubicBezTo>
                      <a:pt x="-699" y="41723"/>
                      <a:pt x="41782" y="-759"/>
                      <a:pt x="94170" y="-1140"/>
                    </a:cubicBezTo>
                    <a:lnTo>
                      <a:pt x="472979" y="-1140"/>
                    </a:lnTo>
                    <a:cubicBezTo>
                      <a:pt x="525557" y="-949"/>
                      <a:pt x="568324" y="41532"/>
                      <a:pt x="568706" y="94110"/>
                    </a:cubicBezTo>
                    <a:lnTo>
                      <a:pt x="568706" y="113160"/>
                    </a:lnTo>
                    <a:cubicBezTo>
                      <a:pt x="568706" y="126780"/>
                      <a:pt x="565753" y="140211"/>
                      <a:pt x="560133" y="152594"/>
                    </a:cubicBez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8" name="Freihandform: Form 237">
                <a:extLst>
                  <a:ext uri="{FF2B5EF4-FFF2-40B4-BE49-F238E27FC236}">
                    <a16:creationId xmlns:a16="http://schemas.microsoft.com/office/drawing/2014/main" id="{3DE3DF4A-EDA8-F547-BCFF-31BA0E0C5220}"/>
                  </a:ext>
                </a:extLst>
              </p:cNvPr>
              <p:cNvSpPr/>
              <p:nvPr/>
            </p:nvSpPr>
            <p:spPr>
              <a:xfrm>
                <a:off x="665226" y="1507898"/>
                <a:ext cx="215492" cy="215049"/>
              </a:xfrm>
              <a:custGeom>
                <a:avLst/>
                <a:gdLst>
                  <a:gd name="connsiteX0" fmla="*/ -1080 w 215492"/>
                  <a:gd name="connsiteY0" fmla="*/ -1140 h 215049"/>
                  <a:gd name="connsiteX1" fmla="*/ 198945 w 215492"/>
                  <a:gd name="connsiteY1" fmla="*/ 51153 h 215049"/>
                  <a:gd name="connsiteX2" fmla="*/ 122745 w 215492"/>
                  <a:gd name="connsiteY2" fmla="*/ 87824 h 215049"/>
                  <a:gd name="connsiteX3" fmla="*/ 208470 w 215492"/>
                  <a:gd name="connsiteY3" fmla="*/ 173549 h 215049"/>
                  <a:gd name="connsiteX4" fmla="*/ 206945 w 215492"/>
                  <a:gd name="connsiteY4" fmla="*/ 205839 h 215049"/>
                  <a:gd name="connsiteX5" fmla="*/ 206088 w 215492"/>
                  <a:gd name="connsiteY5" fmla="*/ 206601 h 215049"/>
                  <a:gd name="connsiteX6" fmla="*/ 171417 w 215492"/>
                  <a:gd name="connsiteY6" fmla="*/ 207553 h 215049"/>
                  <a:gd name="connsiteX7" fmla="*/ 87312 w 215492"/>
                  <a:gd name="connsiteY7" fmla="*/ 123352 h 215049"/>
                  <a:gd name="connsiteX8" fmla="*/ 50641 w 215492"/>
                  <a:gd name="connsiteY8" fmla="*/ 199552 h 2150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15492" h="215049">
                    <a:moveTo>
                      <a:pt x="-1080" y="-1140"/>
                    </a:moveTo>
                    <a:lnTo>
                      <a:pt x="198945" y="51153"/>
                    </a:lnTo>
                    <a:lnTo>
                      <a:pt x="122745" y="87824"/>
                    </a:lnTo>
                    <a:cubicBezTo>
                      <a:pt x="210756" y="175835"/>
                      <a:pt x="217995" y="183074"/>
                      <a:pt x="208470" y="173549"/>
                    </a:cubicBezTo>
                    <a:cubicBezTo>
                      <a:pt x="216947" y="182884"/>
                      <a:pt x="216280" y="197362"/>
                      <a:pt x="206945" y="205839"/>
                    </a:cubicBezTo>
                    <a:cubicBezTo>
                      <a:pt x="206660" y="206124"/>
                      <a:pt x="206374" y="206315"/>
                      <a:pt x="206088" y="206601"/>
                    </a:cubicBezTo>
                    <a:cubicBezTo>
                      <a:pt x="196563" y="215935"/>
                      <a:pt x="181419" y="216412"/>
                      <a:pt x="171417" y="207553"/>
                    </a:cubicBezTo>
                    <a:lnTo>
                      <a:pt x="87312" y="123352"/>
                    </a:lnTo>
                    <a:lnTo>
                      <a:pt x="50641" y="199552"/>
                    </a:lnTo>
                    <a:close/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05" name="Textfeld 49">
            <a:extLst>
              <a:ext uri="{FF2B5EF4-FFF2-40B4-BE49-F238E27FC236}">
                <a16:creationId xmlns:a16="http://schemas.microsoft.com/office/drawing/2014/main" id="{7BB8EE1A-6B90-994F-AADC-A7A361401735}"/>
              </a:ext>
            </a:extLst>
          </p:cNvPr>
          <p:cNvSpPr txBox="1"/>
          <p:nvPr/>
        </p:nvSpPr>
        <p:spPr>
          <a:xfrm>
            <a:off x="3306995" y="4189120"/>
            <a:ext cx="858590" cy="5386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Welcome-Incentive</a:t>
            </a:r>
          </a:p>
          <a:p>
            <a:pPr algn="ctr"/>
            <a:r>
              <a:rPr lang="en-US" sz="700" err="1">
                <a:latin typeface="Arial" panose="020B0604020202020204" pitchFamily="34" charset="0"/>
                <a:cs typeface="Arial" panose="020B0604020202020204" pitchFamily="34" charset="0"/>
              </a:rPr>
              <a:t>Willkommens</a:t>
            </a:r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70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700" err="1">
                <a:latin typeface="Arial" panose="020B0604020202020204" pitchFamily="34" charset="0"/>
                <a:cs typeface="Arial" panose="020B0604020202020204" pitchFamily="34" charset="0"/>
              </a:rPr>
              <a:t>vorteil</a:t>
            </a:r>
            <a:r>
              <a:rPr lang="en-US" sz="7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00" err="1">
                <a:latin typeface="Arial" panose="020B0604020202020204" pitchFamily="34" charset="0"/>
                <a:cs typeface="Arial" panose="020B0604020202020204" pitchFamily="34" charset="0"/>
              </a:rPr>
              <a:t>zuweisen</a:t>
            </a:r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6" name="Gruppieren 105">
            <a:extLst>
              <a:ext uri="{FF2B5EF4-FFF2-40B4-BE49-F238E27FC236}">
                <a16:creationId xmlns:a16="http://schemas.microsoft.com/office/drawing/2014/main" id="{CEEC34ED-31F7-D846-9AAE-65FA2E6FB978}"/>
              </a:ext>
            </a:extLst>
          </p:cNvPr>
          <p:cNvGrpSpPr/>
          <p:nvPr/>
        </p:nvGrpSpPr>
        <p:grpSpPr>
          <a:xfrm>
            <a:off x="3579756" y="3836758"/>
            <a:ext cx="313068" cy="313068"/>
            <a:chOff x="3371096" y="1628998"/>
            <a:chExt cx="326174" cy="326174"/>
          </a:xfrm>
        </p:grpSpPr>
        <p:sp>
          <p:nvSpPr>
            <p:cNvPr id="222" name="Ellipse 221">
              <a:extLst>
                <a:ext uri="{FF2B5EF4-FFF2-40B4-BE49-F238E27FC236}">
                  <a16:creationId xmlns:a16="http://schemas.microsoft.com/office/drawing/2014/main" id="{BA325061-1769-334A-99AC-B758316D290B}"/>
                </a:ext>
              </a:extLst>
            </p:cNvPr>
            <p:cNvSpPr/>
            <p:nvPr/>
          </p:nvSpPr>
          <p:spPr>
            <a:xfrm>
              <a:off x="3371096" y="1628998"/>
              <a:ext cx="326174" cy="326174"/>
            </a:xfrm>
            <a:prstGeom prst="ellipse">
              <a:avLst/>
            </a:prstGeom>
            <a:solidFill>
              <a:schemeClr val="accent1">
                <a:alpha val="66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23" name="Gruppieren 222">
              <a:extLst>
                <a:ext uri="{FF2B5EF4-FFF2-40B4-BE49-F238E27FC236}">
                  <a16:creationId xmlns:a16="http://schemas.microsoft.com/office/drawing/2014/main" id="{1E3FDD84-1C07-C146-9EF7-C7134DE1D825}"/>
                </a:ext>
              </a:extLst>
            </p:cNvPr>
            <p:cNvGrpSpPr/>
            <p:nvPr/>
          </p:nvGrpSpPr>
          <p:grpSpPr>
            <a:xfrm>
              <a:off x="3410771" y="1668674"/>
              <a:ext cx="246835" cy="246836"/>
              <a:chOff x="2496944" y="1602260"/>
              <a:chExt cx="478631" cy="478631"/>
            </a:xfrm>
          </p:grpSpPr>
          <p:sp>
            <p:nvSpPr>
              <p:cNvPr id="224" name="Freihandform: Form 223">
                <a:extLst>
                  <a:ext uri="{FF2B5EF4-FFF2-40B4-BE49-F238E27FC236}">
                    <a16:creationId xmlns:a16="http://schemas.microsoft.com/office/drawing/2014/main" id="{BF8E44C8-4CBF-594F-8657-10D6AB14C466}"/>
                  </a:ext>
                </a:extLst>
              </p:cNvPr>
              <p:cNvSpPr/>
              <p:nvPr/>
            </p:nvSpPr>
            <p:spPr>
              <a:xfrm>
                <a:off x="2709257" y="1740849"/>
                <a:ext cx="59626" cy="59626"/>
              </a:xfrm>
              <a:custGeom>
                <a:avLst/>
                <a:gdLst>
                  <a:gd name="connsiteX0" fmla="*/ 59626 w 59626"/>
                  <a:gd name="connsiteY0" fmla="*/ 29813 h 59626"/>
                  <a:gd name="connsiteX1" fmla="*/ 29813 w 59626"/>
                  <a:gd name="connsiteY1" fmla="*/ 59626 h 59626"/>
                  <a:gd name="connsiteX2" fmla="*/ 0 w 59626"/>
                  <a:gd name="connsiteY2" fmla="*/ 29813 h 59626"/>
                  <a:gd name="connsiteX3" fmla="*/ 29813 w 59626"/>
                  <a:gd name="connsiteY3" fmla="*/ 0 h 59626"/>
                  <a:gd name="connsiteX4" fmla="*/ 59626 w 59626"/>
                  <a:gd name="connsiteY4" fmla="*/ 29813 h 596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626" h="59626">
                    <a:moveTo>
                      <a:pt x="59626" y="29813"/>
                    </a:moveTo>
                    <a:cubicBezTo>
                      <a:pt x="59626" y="46279"/>
                      <a:pt x="46279" y="59626"/>
                      <a:pt x="29813" y="59626"/>
                    </a:cubicBezTo>
                    <a:cubicBezTo>
                      <a:pt x="13348" y="59626"/>
                      <a:pt x="0" y="46279"/>
                      <a:pt x="0" y="29813"/>
                    </a:cubicBezTo>
                    <a:cubicBezTo>
                      <a:pt x="0" y="13348"/>
                      <a:pt x="13348" y="0"/>
                      <a:pt x="29813" y="0"/>
                    </a:cubicBezTo>
                    <a:cubicBezTo>
                      <a:pt x="46279" y="0"/>
                      <a:pt x="59626" y="13348"/>
                      <a:pt x="59626" y="29813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5" name="Freihandform: Form 224">
                <a:extLst>
                  <a:ext uri="{FF2B5EF4-FFF2-40B4-BE49-F238E27FC236}">
                    <a16:creationId xmlns:a16="http://schemas.microsoft.com/office/drawing/2014/main" id="{6105F1FC-D0FF-254C-99CD-E622F2A65BDE}"/>
                  </a:ext>
                </a:extLst>
              </p:cNvPr>
              <p:cNvSpPr/>
              <p:nvPr/>
            </p:nvSpPr>
            <p:spPr>
              <a:xfrm>
                <a:off x="2707352" y="1882676"/>
                <a:ext cx="59626" cy="59626"/>
              </a:xfrm>
              <a:custGeom>
                <a:avLst/>
                <a:gdLst>
                  <a:gd name="connsiteX0" fmla="*/ 59627 w 59626"/>
                  <a:gd name="connsiteY0" fmla="*/ 29813 h 59626"/>
                  <a:gd name="connsiteX1" fmla="*/ 29813 w 59626"/>
                  <a:gd name="connsiteY1" fmla="*/ 59627 h 59626"/>
                  <a:gd name="connsiteX2" fmla="*/ 0 w 59626"/>
                  <a:gd name="connsiteY2" fmla="*/ 29813 h 59626"/>
                  <a:gd name="connsiteX3" fmla="*/ 29813 w 59626"/>
                  <a:gd name="connsiteY3" fmla="*/ 0 h 59626"/>
                  <a:gd name="connsiteX4" fmla="*/ 59627 w 59626"/>
                  <a:gd name="connsiteY4" fmla="*/ 29813 h 596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626" h="59626">
                    <a:moveTo>
                      <a:pt x="59627" y="29813"/>
                    </a:moveTo>
                    <a:cubicBezTo>
                      <a:pt x="59627" y="46279"/>
                      <a:pt x="46279" y="59627"/>
                      <a:pt x="29813" y="59627"/>
                    </a:cubicBezTo>
                    <a:cubicBezTo>
                      <a:pt x="13348" y="59627"/>
                      <a:pt x="0" y="46279"/>
                      <a:pt x="0" y="29813"/>
                    </a:cubicBezTo>
                    <a:cubicBezTo>
                      <a:pt x="0" y="13348"/>
                      <a:pt x="13348" y="0"/>
                      <a:pt x="29813" y="0"/>
                    </a:cubicBezTo>
                    <a:cubicBezTo>
                      <a:pt x="46279" y="0"/>
                      <a:pt x="59627" y="13348"/>
                      <a:pt x="59627" y="29813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6" name="Freihandform: Form 225">
                <a:extLst>
                  <a:ext uri="{FF2B5EF4-FFF2-40B4-BE49-F238E27FC236}">
                    <a16:creationId xmlns:a16="http://schemas.microsoft.com/office/drawing/2014/main" id="{122E60A4-29CC-114F-A8FF-4F1C9F55CD25}"/>
                  </a:ext>
                </a:extLst>
              </p:cNvPr>
              <p:cNvSpPr/>
              <p:nvPr/>
            </p:nvSpPr>
            <p:spPr>
              <a:xfrm>
                <a:off x="2638867" y="1826003"/>
                <a:ext cx="194786" cy="28765"/>
              </a:xfrm>
              <a:custGeom>
                <a:avLst/>
                <a:gdLst>
                  <a:gd name="connsiteX0" fmla="*/ 0 w 194786"/>
                  <a:gd name="connsiteY0" fmla="*/ 28766 h 28765"/>
                  <a:gd name="connsiteX1" fmla="*/ 194786 w 194786"/>
                  <a:gd name="connsiteY1" fmla="*/ 0 h 28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94786" h="28765">
                    <a:moveTo>
                      <a:pt x="0" y="28766"/>
                    </a:moveTo>
                    <a:lnTo>
                      <a:pt x="194786" y="0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7" name="Freihandform: Form 226">
                <a:extLst>
                  <a:ext uri="{FF2B5EF4-FFF2-40B4-BE49-F238E27FC236}">
                    <a16:creationId xmlns:a16="http://schemas.microsoft.com/office/drawing/2014/main" id="{56405C90-0343-8F44-BF9A-2C854670B5B7}"/>
                  </a:ext>
                </a:extLst>
              </p:cNvPr>
              <p:cNvSpPr/>
              <p:nvPr/>
            </p:nvSpPr>
            <p:spPr>
              <a:xfrm>
                <a:off x="2496944" y="1602260"/>
                <a:ext cx="478631" cy="478631"/>
              </a:xfrm>
              <a:custGeom>
                <a:avLst/>
                <a:gdLst>
                  <a:gd name="connsiteX0" fmla="*/ 174403 w 478631"/>
                  <a:gd name="connsiteY0" fmla="*/ 478631 h 478631"/>
                  <a:gd name="connsiteX1" fmla="*/ 130969 w 478631"/>
                  <a:gd name="connsiteY1" fmla="*/ 347567 h 478631"/>
                  <a:gd name="connsiteX2" fmla="*/ 0 w 478631"/>
                  <a:gd name="connsiteY2" fmla="*/ 304229 h 478631"/>
                  <a:gd name="connsiteX3" fmla="*/ 304229 w 478631"/>
                  <a:gd name="connsiteY3" fmla="*/ 0 h 478631"/>
                  <a:gd name="connsiteX4" fmla="*/ 360331 w 478631"/>
                  <a:gd name="connsiteY4" fmla="*/ 118301 h 478631"/>
                  <a:gd name="connsiteX5" fmla="*/ 478631 w 478631"/>
                  <a:gd name="connsiteY5" fmla="*/ 174403 h 478631"/>
                  <a:gd name="connsiteX6" fmla="*/ 174403 w 478631"/>
                  <a:gd name="connsiteY6" fmla="*/ 478631 h 4786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8631" h="478631">
                    <a:moveTo>
                      <a:pt x="174403" y="478631"/>
                    </a:moveTo>
                    <a:lnTo>
                      <a:pt x="130969" y="347567"/>
                    </a:lnTo>
                    <a:lnTo>
                      <a:pt x="0" y="304229"/>
                    </a:lnTo>
                    <a:lnTo>
                      <a:pt x="304229" y="0"/>
                    </a:lnTo>
                    <a:lnTo>
                      <a:pt x="360331" y="118301"/>
                    </a:lnTo>
                    <a:lnTo>
                      <a:pt x="478631" y="174403"/>
                    </a:lnTo>
                    <a:lnTo>
                      <a:pt x="174403" y="478631"/>
                    </a:lnTo>
                    <a:close/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07" name="Textfeld 57">
            <a:extLst>
              <a:ext uri="{FF2B5EF4-FFF2-40B4-BE49-F238E27FC236}">
                <a16:creationId xmlns:a16="http://schemas.microsoft.com/office/drawing/2014/main" id="{B3DA3709-5BFD-C14E-AEE9-EB9818834EA8}"/>
              </a:ext>
            </a:extLst>
          </p:cNvPr>
          <p:cNvSpPr txBox="1"/>
          <p:nvPr/>
        </p:nvSpPr>
        <p:spPr>
          <a:xfrm>
            <a:off x="5150961" y="4498093"/>
            <a:ext cx="1097676" cy="3770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Punktemechanik</a:t>
            </a:r>
            <a:endParaRPr lang="en-US" sz="105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700" err="1">
                <a:latin typeface="Arial" panose="020B0604020202020204" pitchFamily="34" charset="0"/>
                <a:cs typeface="Arial" panose="020B0604020202020204" pitchFamily="34" charset="0"/>
              </a:rPr>
              <a:t>Punkte</a:t>
            </a:r>
            <a:r>
              <a:rPr lang="en-US" sz="7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00" err="1">
                <a:latin typeface="Arial" panose="020B0604020202020204" pitchFamily="34" charset="0"/>
                <a:cs typeface="Arial" panose="020B0604020202020204" pitchFamily="34" charset="0"/>
              </a:rPr>
              <a:t>sammeln</a:t>
            </a:r>
            <a:r>
              <a:rPr lang="en-US" sz="700">
                <a:latin typeface="Arial" panose="020B0604020202020204" pitchFamily="34" charset="0"/>
                <a:cs typeface="Arial" panose="020B0604020202020204" pitchFamily="34" charset="0"/>
              </a:rPr>
              <a:t> und </a:t>
            </a:r>
            <a:r>
              <a:rPr lang="en-US" sz="700" err="1">
                <a:latin typeface="Arial" panose="020B0604020202020204" pitchFamily="34" charset="0"/>
                <a:cs typeface="Arial" panose="020B0604020202020204" pitchFamily="34" charset="0"/>
              </a:rPr>
              <a:t>einlösen</a:t>
            </a:r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Textfeld 58">
            <a:extLst>
              <a:ext uri="{FF2B5EF4-FFF2-40B4-BE49-F238E27FC236}">
                <a16:creationId xmlns:a16="http://schemas.microsoft.com/office/drawing/2014/main" id="{D91F5153-F1E3-4F46-9B64-0D082179B11B}"/>
              </a:ext>
            </a:extLst>
          </p:cNvPr>
          <p:cNvSpPr txBox="1"/>
          <p:nvPr/>
        </p:nvSpPr>
        <p:spPr>
          <a:xfrm>
            <a:off x="6987305" y="4429293"/>
            <a:ext cx="925023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Gamification-</a:t>
            </a:r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Elemente</a:t>
            </a:r>
            <a:endParaRPr lang="en-US" sz="10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Textfeld 61">
            <a:extLst>
              <a:ext uri="{FF2B5EF4-FFF2-40B4-BE49-F238E27FC236}">
                <a16:creationId xmlns:a16="http://schemas.microsoft.com/office/drawing/2014/main" id="{ADD485FD-21B3-B04D-B765-4206706BE8E2}"/>
              </a:ext>
            </a:extLst>
          </p:cNvPr>
          <p:cNvSpPr txBox="1"/>
          <p:nvPr/>
        </p:nvSpPr>
        <p:spPr>
          <a:xfrm>
            <a:off x="8672572" y="4362376"/>
            <a:ext cx="1209011" cy="5386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Reaktivierung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Wiederkauf</a:t>
            </a:r>
            <a:endParaRPr lang="en-US" sz="105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700">
                <a:latin typeface="Arial" panose="020B0604020202020204" pitchFamily="34" charset="0"/>
                <a:cs typeface="Arial" panose="020B0604020202020204" pitchFamily="34" charset="0"/>
              </a:rPr>
              <a:t>Coupon / </a:t>
            </a:r>
            <a:r>
              <a:rPr lang="en-US" sz="700" err="1">
                <a:latin typeface="Arial" panose="020B0604020202020204" pitchFamily="34" charset="0"/>
                <a:cs typeface="Arial" panose="020B0604020202020204" pitchFamily="34" charset="0"/>
              </a:rPr>
              <a:t>Punkte</a:t>
            </a:r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700" err="1">
                <a:latin typeface="Arial" panose="020B0604020202020204" pitchFamily="34" charset="0"/>
                <a:cs typeface="Arial" panose="020B0604020202020204" pitchFamily="34" charset="0"/>
              </a:rPr>
              <a:t>Verfall</a:t>
            </a:r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" name="Textfeld 62">
            <a:extLst>
              <a:ext uri="{FF2B5EF4-FFF2-40B4-BE49-F238E27FC236}">
                <a16:creationId xmlns:a16="http://schemas.microsoft.com/office/drawing/2014/main" id="{CDF0CC9E-3DF9-3D49-8908-8BCB976A9EEE}"/>
              </a:ext>
            </a:extLst>
          </p:cNvPr>
          <p:cNvSpPr txBox="1"/>
          <p:nvPr/>
        </p:nvSpPr>
        <p:spPr>
          <a:xfrm>
            <a:off x="5162166" y="2364538"/>
            <a:ext cx="985158" cy="3770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050">
                <a:latin typeface="Arial" panose="020B0604020202020204" pitchFamily="34" charset="0"/>
                <a:cs typeface="Arial" panose="020B0604020202020204" pitchFamily="34" charset="0"/>
              </a:rPr>
              <a:t>Status-Level</a:t>
            </a:r>
          </a:p>
          <a:p>
            <a:pPr algn="ctr"/>
            <a:r>
              <a:rPr lang="en-GB" sz="700">
                <a:latin typeface="Arial" panose="020B0604020202020204" pitchFamily="34" charset="0"/>
                <a:cs typeface="Arial" panose="020B0604020202020204" pitchFamily="34" charset="0"/>
              </a:rPr>
              <a:t>Frei </a:t>
            </a:r>
            <a:r>
              <a:rPr lang="en-GB" sz="700" err="1">
                <a:latin typeface="Arial" panose="020B0604020202020204" pitchFamily="34" charset="0"/>
                <a:cs typeface="Arial" panose="020B0604020202020204" pitchFamily="34" charset="0"/>
              </a:rPr>
              <a:t>definierbare</a:t>
            </a:r>
            <a:r>
              <a:rPr lang="en-GB" sz="700">
                <a:latin typeface="Arial" panose="020B0604020202020204" pitchFamily="34" charset="0"/>
                <a:cs typeface="Arial" panose="020B0604020202020204" pitchFamily="34" charset="0"/>
              </a:rPr>
              <a:t> Status-Level</a:t>
            </a:r>
          </a:p>
        </p:txBody>
      </p:sp>
      <p:sp>
        <p:nvSpPr>
          <p:cNvPr id="113" name="Textfeld 63">
            <a:extLst>
              <a:ext uri="{FF2B5EF4-FFF2-40B4-BE49-F238E27FC236}">
                <a16:creationId xmlns:a16="http://schemas.microsoft.com/office/drawing/2014/main" id="{1F37F745-C4FB-8746-8989-5D8F57FE9FBF}"/>
              </a:ext>
            </a:extLst>
          </p:cNvPr>
          <p:cNvSpPr txBox="1"/>
          <p:nvPr/>
        </p:nvSpPr>
        <p:spPr>
          <a:xfrm>
            <a:off x="9134378" y="2110947"/>
            <a:ext cx="704816" cy="5386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Cross- &amp; Upsell</a:t>
            </a:r>
          </a:p>
          <a:p>
            <a:pPr algn="ctr"/>
            <a:r>
              <a:rPr lang="en-US" sz="700" err="1">
                <a:latin typeface="Arial" panose="020B0604020202020204" pitchFamily="34" charset="0"/>
                <a:cs typeface="Arial" panose="020B0604020202020204" pitchFamily="34" charset="0"/>
              </a:rPr>
              <a:t>Saisonal</a:t>
            </a:r>
            <a:r>
              <a:rPr lang="en-US" sz="7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700" err="1">
                <a:latin typeface="Arial" panose="020B0604020202020204" pitchFamily="34" charset="0"/>
                <a:cs typeface="Arial" panose="020B0604020202020204" pitchFamily="34" charset="0"/>
              </a:rPr>
              <a:t>Zubehör</a:t>
            </a:r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6" name="Textfeld 66">
            <a:extLst>
              <a:ext uri="{FF2B5EF4-FFF2-40B4-BE49-F238E27FC236}">
                <a16:creationId xmlns:a16="http://schemas.microsoft.com/office/drawing/2014/main" id="{6A30DC7B-1CB9-5F41-A21B-C826AFBB92E7}"/>
              </a:ext>
            </a:extLst>
          </p:cNvPr>
          <p:cNvSpPr txBox="1"/>
          <p:nvPr/>
        </p:nvSpPr>
        <p:spPr>
          <a:xfrm>
            <a:off x="10388379" y="2322435"/>
            <a:ext cx="915709" cy="3770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News</a:t>
            </a:r>
          </a:p>
          <a:p>
            <a:pPr algn="ctr"/>
            <a:r>
              <a:rPr lang="en-US" sz="700" err="1">
                <a:latin typeface="Arial" panose="020B0604020202020204" pitchFamily="34" charset="0"/>
                <a:cs typeface="Arial" panose="020B0604020202020204" pitchFamily="34" charset="0"/>
              </a:rPr>
              <a:t>Benachrichtigungen</a:t>
            </a:r>
            <a:r>
              <a:rPr lang="en-US" sz="7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00" err="1">
                <a:latin typeface="Arial" panose="020B0604020202020204" pitchFamily="34" charset="0"/>
                <a:cs typeface="Arial" panose="020B0604020202020204" pitchFamily="34" charset="0"/>
              </a:rPr>
              <a:t>zu</a:t>
            </a:r>
            <a:r>
              <a:rPr lang="en-US" sz="7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00" err="1">
                <a:latin typeface="Arial" panose="020B0604020202020204" pitchFamily="34" charset="0"/>
                <a:cs typeface="Arial" panose="020B0604020202020204" pitchFamily="34" charset="0"/>
              </a:rPr>
              <a:t>Aktionen</a:t>
            </a:r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Textfeld 67">
            <a:extLst>
              <a:ext uri="{FF2B5EF4-FFF2-40B4-BE49-F238E27FC236}">
                <a16:creationId xmlns:a16="http://schemas.microsoft.com/office/drawing/2014/main" id="{851E4B54-0459-9D45-9840-A8BBCE2C4079}"/>
              </a:ext>
            </a:extLst>
          </p:cNvPr>
          <p:cNvSpPr txBox="1"/>
          <p:nvPr/>
        </p:nvSpPr>
        <p:spPr>
          <a:xfrm>
            <a:off x="6994961" y="2428631"/>
            <a:ext cx="1223671" cy="3770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Couponing</a:t>
            </a:r>
          </a:p>
          <a:p>
            <a:pPr algn="ctr"/>
            <a:r>
              <a:rPr lang="en-US" sz="700" err="1">
                <a:latin typeface="Arial" panose="020B0604020202020204" pitchFamily="34" charset="0"/>
                <a:cs typeface="Arial" panose="020B0604020202020204" pitchFamily="34" charset="0"/>
              </a:rPr>
              <a:t>Kampagnen</a:t>
            </a:r>
            <a:r>
              <a:rPr lang="en-US" sz="70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700" err="1">
                <a:latin typeface="Arial" panose="020B0604020202020204" pitchFamily="34" charset="0"/>
                <a:cs typeface="Arial" panose="020B0604020202020204" pitchFamily="34" charset="0"/>
              </a:rPr>
              <a:t>oder</a:t>
            </a:r>
            <a:r>
              <a:rPr lang="en-US" sz="7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700" err="1">
                <a:latin typeface="Arial" panose="020B0604020202020204" pitchFamily="34" charset="0"/>
                <a:cs typeface="Arial" panose="020B0604020202020204" pitchFamily="34" charset="0"/>
              </a:rPr>
              <a:t>regelbasiert</a:t>
            </a:r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8" name="Gruppieren 117">
            <a:extLst>
              <a:ext uri="{FF2B5EF4-FFF2-40B4-BE49-F238E27FC236}">
                <a16:creationId xmlns:a16="http://schemas.microsoft.com/office/drawing/2014/main" id="{18664DF4-7920-2746-8F63-EC024E2F48DF}"/>
              </a:ext>
            </a:extLst>
          </p:cNvPr>
          <p:cNvGrpSpPr/>
          <p:nvPr/>
        </p:nvGrpSpPr>
        <p:grpSpPr>
          <a:xfrm>
            <a:off x="5498211" y="2012176"/>
            <a:ext cx="313068" cy="313068"/>
            <a:chOff x="5019239" y="1628998"/>
            <a:chExt cx="326174" cy="326174"/>
          </a:xfrm>
        </p:grpSpPr>
        <p:sp>
          <p:nvSpPr>
            <p:cNvPr id="220" name="Ellipse 219">
              <a:extLst>
                <a:ext uri="{FF2B5EF4-FFF2-40B4-BE49-F238E27FC236}">
                  <a16:creationId xmlns:a16="http://schemas.microsoft.com/office/drawing/2014/main" id="{29D5DC34-2759-694D-9F92-25F0C31101B3}"/>
                </a:ext>
              </a:extLst>
            </p:cNvPr>
            <p:cNvSpPr/>
            <p:nvPr/>
          </p:nvSpPr>
          <p:spPr>
            <a:xfrm>
              <a:off x="5019239" y="1628998"/>
              <a:ext cx="326174" cy="326174"/>
            </a:xfrm>
            <a:prstGeom prst="ellipse">
              <a:avLst/>
            </a:prstGeom>
            <a:solidFill>
              <a:schemeClr val="accent1">
                <a:alpha val="66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1" name="Stern: 5 Zacken 220">
              <a:extLst>
                <a:ext uri="{FF2B5EF4-FFF2-40B4-BE49-F238E27FC236}">
                  <a16:creationId xmlns:a16="http://schemas.microsoft.com/office/drawing/2014/main" id="{31B28D1B-2E55-DE4D-8104-60120934D430}"/>
                </a:ext>
              </a:extLst>
            </p:cNvPr>
            <p:cNvSpPr/>
            <p:nvPr/>
          </p:nvSpPr>
          <p:spPr>
            <a:xfrm>
              <a:off x="5082313" y="1692073"/>
              <a:ext cx="200025" cy="200025"/>
            </a:xfrm>
            <a:prstGeom prst="star5">
              <a:avLst>
                <a:gd name="adj" fmla="val 27712"/>
                <a:gd name="hf" fmla="val 105146"/>
                <a:gd name="vf" fmla="val 110557"/>
              </a:avLst>
            </a:prstGeom>
            <a:noFill/>
            <a:ln w="12700" cap="rnd">
              <a:solidFill>
                <a:schemeClr val="tx1"/>
              </a:solidFill>
              <a:prstDash val="solid"/>
              <a:round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16" name="Ellipse 215">
            <a:extLst>
              <a:ext uri="{FF2B5EF4-FFF2-40B4-BE49-F238E27FC236}">
                <a16:creationId xmlns:a16="http://schemas.microsoft.com/office/drawing/2014/main" id="{5F0395CC-0861-A144-A4E6-EEBC6A0AB29F}"/>
              </a:ext>
            </a:extLst>
          </p:cNvPr>
          <p:cNvSpPr/>
          <p:nvPr/>
        </p:nvSpPr>
        <p:spPr>
          <a:xfrm rot="5400000" flipH="1">
            <a:off x="7434890" y="2099422"/>
            <a:ext cx="313068" cy="313068"/>
          </a:xfrm>
          <a:prstGeom prst="ellipse">
            <a:avLst/>
          </a:prstGeom>
          <a:solidFill>
            <a:schemeClr val="accent1">
              <a:alpha val="66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20" name="Gruppieren 119">
            <a:extLst>
              <a:ext uri="{FF2B5EF4-FFF2-40B4-BE49-F238E27FC236}">
                <a16:creationId xmlns:a16="http://schemas.microsoft.com/office/drawing/2014/main" id="{793B2A5D-AAB1-E044-B7B4-544E4038E145}"/>
              </a:ext>
            </a:extLst>
          </p:cNvPr>
          <p:cNvGrpSpPr/>
          <p:nvPr/>
        </p:nvGrpSpPr>
        <p:grpSpPr>
          <a:xfrm>
            <a:off x="9330252" y="1758585"/>
            <a:ext cx="313068" cy="313068"/>
            <a:chOff x="7267139" y="1628998"/>
            <a:chExt cx="326174" cy="326174"/>
          </a:xfrm>
        </p:grpSpPr>
        <p:sp>
          <p:nvSpPr>
            <p:cNvPr id="206" name="Ellipse 205">
              <a:extLst>
                <a:ext uri="{FF2B5EF4-FFF2-40B4-BE49-F238E27FC236}">
                  <a16:creationId xmlns:a16="http://schemas.microsoft.com/office/drawing/2014/main" id="{FA754781-C8B5-AB4A-B08E-A5C6D82E3887}"/>
                </a:ext>
              </a:extLst>
            </p:cNvPr>
            <p:cNvSpPr/>
            <p:nvPr/>
          </p:nvSpPr>
          <p:spPr>
            <a:xfrm>
              <a:off x="7267139" y="1628998"/>
              <a:ext cx="326174" cy="326174"/>
            </a:xfrm>
            <a:prstGeom prst="ellipse">
              <a:avLst/>
            </a:prstGeom>
            <a:solidFill>
              <a:schemeClr val="accent1">
                <a:alpha val="66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07" name="Gruppieren 206">
              <a:extLst>
                <a:ext uri="{FF2B5EF4-FFF2-40B4-BE49-F238E27FC236}">
                  <a16:creationId xmlns:a16="http://schemas.microsoft.com/office/drawing/2014/main" id="{34F113E3-1990-CE47-88A9-204868213E83}"/>
                </a:ext>
              </a:extLst>
            </p:cNvPr>
            <p:cNvGrpSpPr/>
            <p:nvPr/>
          </p:nvGrpSpPr>
          <p:grpSpPr>
            <a:xfrm>
              <a:off x="7297108" y="1708033"/>
              <a:ext cx="266239" cy="168104"/>
              <a:chOff x="7572234" y="2277321"/>
              <a:chExt cx="461010" cy="291083"/>
            </a:xfrm>
          </p:grpSpPr>
          <p:sp>
            <p:nvSpPr>
              <p:cNvPr id="208" name="Freihandform: Form 207">
                <a:extLst>
                  <a:ext uri="{FF2B5EF4-FFF2-40B4-BE49-F238E27FC236}">
                    <a16:creationId xmlns:a16="http://schemas.microsoft.com/office/drawing/2014/main" id="{28EEE1B6-10E7-E944-AB13-8F6CE1C73EDA}"/>
                  </a:ext>
                </a:extLst>
              </p:cNvPr>
              <p:cNvSpPr/>
              <p:nvPr/>
            </p:nvSpPr>
            <p:spPr>
              <a:xfrm>
                <a:off x="7606905" y="2319326"/>
                <a:ext cx="390715" cy="249078"/>
              </a:xfrm>
              <a:custGeom>
                <a:avLst/>
                <a:gdLst>
                  <a:gd name="connsiteX0" fmla="*/ 18955 w 390715"/>
                  <a:gd name="connsiteY0" fmla="*/ 74676 h 249078"/>
                  <a:gd name="connsiteX1" fmla="*/ 60865 w 390715"/>
                  <a:gd name="connsiteY1" fmla="*/ 211646 h 249078"/>
                  <a:gd name="connsiteX2" fmla="*/ 60865 w 390715"/>
                  <a:gd name="connsiteY2" fmla="*/ 249079 h 249078"/>
                  <a:gd name="connsiteX3" fmla="*/ 330708 w 390715"/>
                  <a:gd name="connsiteY3" fmla="*/ 249079 h 249078"/>
                  <a:gd name="connsiteX4" fmla="*/ 330708 w 390715"/>
                  <a:gd name="connsiteY4" fmla="*/ 211646 h 249078"/>
                  <a:gd name="connsiteX5" fmla="*/ 390716 w 390715"/>
                  <a:gd name="connsiteY5" fmla="*/ 22479 h 249078"/>
                  <a:gd name="connsiteX6" fmla="*/ 277463 w 390715"/>
                  <a:gd name="connsiteY6" fmla="*/ 108585 h 249078"/>
                  <a:gd name="connsiteX7" fmla="*/ 195834 w 390715"/>
                  <a:gd name="connsiteY7" fmla="*/ 0 h 249078"/>
                  <a:gd name="connsiteX8" fmla="*/ 114110 w 390715"/>
                  <a:gd name="connsiteY8" fmla="*/ 108585 h 249078"/>
                  <a:gd name="connsiteX9" fmla="*/ 0 w 390715"/>
                  <a:gd name="connsiteY9" fmla="*/ 23336 h 2490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90715" h="249078">
                    <a:moveTo>
                      <a:pt x="18955" y="74676"/>
                    </a:moveTo>
                    <a:lnTo>
                      <a:pt x="60865" y="211646"/>
                    </a:lnTo>
                    <a:lnTo>
                      <a:pt x="60865" y="249079"/>
                    </a:lnTo>
                    <a:lnTo>
                      <a:pt x="330708" y="249079"/>
                    </a:lnTo>
                    <a:lnTo>
                      <a:pt x="330708" y="211646"/>
                    </a:lnTo>
                    <a:lnTo>
                      <a:pt x="390716" y="22479"/>
                    </a:lnTo>
                    <a:lnTo>
                      <a:pt x="277463" y="108585"/>
                    </a:lnTo>
                    <a:lnTo>
                      <a:pt x="195834" y="0"/>
                    </a:lnTo>
                    <a:lnTo>
                      <a:pt x="114110" y="108585"/>
                    </a:lnTo>
                    <a:lnTo>
                      <a:pt x="0" y="23336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9" name="Freihandform: Form 208">
                <a:extLst>
                  <a:ext uri="{FF2B5EF4-FFF2-40B4-BE49-F238E27FC236}">
                    <a16:creationId xmlns:a16="http://schemas.microsoft.com/office/drawing/2014/main" id="{7E249973-77FB-D94D-B1A2-0D6F7027B354}"/>
                  </a:ext>
                </a:extLst>
              </p:cNvPr>
              <p:cNvSpPr/>
              <p:nvPr/>
            </p:nvSpPr>
            <p:spPr>
              <a:xfrm>
                <a:off x="7697107" y="2531067"/>
                <a:ext cx="240506" cy="9525"/>
              </a:xfrm>
              <a:custGeom>
                <a:avLst/>
                <a:gdLst>
                  <a:gd name="connsiteX0" fmla="*/ 240506 w 240506"/>
                  <a:gd name="connsiteY0" fmla="*/ 0 h 9525"/>
                  <a:gd name="connsiteX1" fmla="*/ 0 w 24050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0506" h="9525">
                    <a:moveTo>
                      <a:pt x="240506" y="0"/>
                    </a:moveTo>
                    <a:lnTo>
                      <a:pt x="0" y="0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0" name="Freihandform: Form 209">
                <a:extLst>
                  <a:ext uri="{FF2B5EF4-FFF2-40B4-BE49-F238E27FC236}">
                    <a16:creationId xmlns:a16="http://schemas.microsoft.com/office/drawing/2014/main" id="{256184D8-B24F-394F-9058-110B12C97B96}"/>
                  </a:ext>
                </a:extLst>
              </p:cNvPr>
              <p:cNvSpPr/>
              <p:nvPr/>
            </p:nvSpPr>
            <p:spPr>
              <a:xfrm>
                <a:off x="7773878" y="2418672"/>
                <a:ext cx="57150" cy="57150"/>
              </a:xfrm>
              <a:custGeom>
                <a:avLst/>
                <a:gdLst>
                  <a:gd name="connsiteX0" fmla="*/ 57133 w 57150"/>
                  <a:gd name="connsiteY0" fmla="*/ 28419 h 57150"/>
                  <a:gd name="connsiteX1" fmla="*/ 28558 w 57150"/>
                  <a:gd name="connsiteY1" fmla="*/ 56994 h 57150"/>
                  <a:gd name="connsiteX2" fmla="*/ -17 w 57150"/>
                  <a:gd name="connsiteY2" fmla="*/ 28419 h 57150"/>
                  <a:gd name="connsiteX3" fmla="*/ 28558 w 57150"/>
                  <a:gd name="connsiteY3" fmla="*/ -156 h 57150"/>
                  <a:gd name="connsiteX4" fmla="*/ 57133 w 57150"/>
                  <a:gd name="connsiteY4" fmla="*/ 28419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7133" y="28419"/>
                    </a:moveTo>
                    <a:cubicBezTo>
                      <a:pt x="57133" y="44202"/>
                      <a:pt x="44340" y="56994"/>
                      <a:pt x="28558" y="56994"/>
                    </a:cubicBezTo>
                    <a:cubicBezTo>
                      <a:pt x="12776" y="56994"/>
                      <a:pt x="-17" y="44202"/>
                      <a:pt x="-17" y="28419"/>
                    </a:cubicBezTo>
                    <a:cubicBezTo>
                      <a:pt x="-17" y="12636"/>
                      <a:pt x="12776" y="-156"/>
                      <a:pt x="28558" y="-156"/>
                    </a:cubicBezTo>
                    <a:cubicBezTo>
                      <a:pt x="44340" y="-156"/>
                      <a:pt x="57133" y="12636"/>
                      <a:pt x="57133" y="28419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1" name="Freihandform: Form 210">
                <a:extLst>
                  <a:ext uri="{FF2B5EF4-FFF2-40B4-BE49-F238E27FC236}">
                    <a16:creationId xmlns:a16="http://schemas.microsoft.com/office/drawing/2014/main" id="{2620F228-8189-1844-8858-4E0DA6DE2E25}"/>
                  </a:ext>
                </a:extLst>
              </p:cNvPr>
              <p:cNvSpPr/>
              <p:nvPr/>
            </p:nvSpPr>
            <p:spPr>
              <a:xfrm>
                <a:off x="7683677" y="2334852"/>
                <a:ext cx="51053" cy="31051"/>
              </a:xfrm>
              <a:custGeom>
                <a:avLst/>
                <a:gdLst>
                  <a:gd name="connsiteX0" fmla="*/ 51054 w 51053"/>
                  <a:gd name="connsiteY0" fmla="*/ 29147 h 31051"/>
                  <a:gd name="connsiteX1" fmla="*/ 20479 w 51053"/>
                  <a:gd name="connsiteY1" fmla="*/ 0 h 31051"/>
                  <a:gd name="connsiteX2" fmla="*/ 0 w 51053"/>
                  <a:gd name="connsiteY2" fmla="*/ 31052 h 31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1053" h="31051">
                    <a:moveTo>
                      <a:pt x="51054" y="29147"/>
                    </a:moveTo>
                    <a:lnTo>
                      <a:pt x="20479" y="0"/>
                    </a:lnTo>
                    <a:lnTo>
                      <a:pt x="0" y="31052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2" name="Freihandform: Form 211">
                <a:extLst>
                  <a:ext uri="{FF2B5EF4-FFF2-40B4-BE49-F238E27FC236}">
                    <a16:creationId xmlns:a16="http://schemas.microsoft.com/office/drawing/2014/main" id="{0AA74C58-46E2-6C44-B818-379037E66D52}"/>
                  </a:ext>
                </a:extLst>
              </p:cNvPr>
              <p:cNvSpPr/>
              <p:nvPr/>
            </p:nvSpPr>
            <p:spPr>
              <a:xfrm>
                <a:off x="7870653" y="2334852"/>
                <a:ext cx="51054" cy="31051"/>
              </a:xfrm>
              <a:custGeom>
                <a:avLst/>
                <a:gdLst>
                  <a:gd name="connsiteX0" fmla="*/ 0 w 51054"/>
                  <a:gd name="connsiteY0" fmla="*/ 29147 h 31051"/>
                  <a:gd name="connsiteX1" fmla="*/ 30671 w 51054"/>
                  <a:gd name="connsiteY1" fmla="*/ 0 h 31051"/>
                  <a:gd name="connsiteX2" fmla="*/ 51054 w 51054"/>
                  <a:gd name="connsiteY2" fmla="*/ 31052 h 31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1054" h="31051">
                    <a:moveTo>
                      <a:pt x="0" y="29147"/>
                    </a:moveTo>
                    <a:lnTo>
                      <a:pt x="30671" y="0"/>
                    </a:lnTo>
                    <a:lnTo>
                      <a:pt x="51054" y="31052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3" name="Freihandform: Form 212">
                <a:extLst>
                  <a:ext uri="{FF2B5EF4-FFF2-40B4-BE49-F238E27FC236}">
                    <a16:creationId xmlns:a16="http://schemas.microsoft.com/office/drawing/2014/main" id="{C0099F94-AACF-1C4F-A761-0040CAD3C824}"/>
                  </a:ext>
                </a:extLst>
              </p:cNvPr>
              <p:cNvSpPr/>
              <p:nvPr/>
            </p:nvSpPr>
            <p:spPr>
              <a:xfrm>
                <a:off x="7781689" y="2277321"/>
                <a:ext cx="42100" cy="42100"/>
              </a:xfrm>
              <a:custGeom>
                <a:avLst/>
                <a:gdLst>
                  <a:gd name="connsiteX0" fmla="*/ 42084 w 42100"/>
                  <a:gd name="connsiteY0" fmla="*/ 20894 h 42100"/>
                  <a:gd name="connsiteX1" fmla="*/ 21033 w 42100"/>
                  <a:gd name="connsiteY1" fmla="*/ 41944 h 42100"/>
                  <a:gd name="connsiteX2" fmla="*/ -17 w 42100"/>
                  <a:gd name="connsiteY2" fmla="*/ 20894 h 42100"/>
                  <a:gd name="connsiteX3" fmla="*/ 21033 w 42100"/>
                  <a:gd name="connsiteY3" fmla="*/ -156 h 42100"/>
                  <a:gd name="connsiteX4" fmla="*/ 42084 w 42100"/>
                  <a:gd name="connsiteY4" fmla="*/ 20894 h 42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2100" h="42100">
                    <a:moveTo>
                      <a:pt x="42084" y="20894"/>
                    </a:moveTo>
                    <a:cubicBezTo>
                      <a:pt x="42084" y="32524"/>
                      <a:pt x="32659" y="41944"/>
                      <a:pt x="21033" y="41944"/>
                    </a:cubicBezTo>
                    <a:cubicBezTo>
                      <a:pt x="9408" y="41944"/>
                      <a:pt x="-17" y="32524"/>
                      <a:pt x="-17" y="20894"/>
                    </a:cubicBezTo>
                    <a:cubicBezTo>
                      <a:pt x="-17" y="9264"/>
                      <a:pt x="9408" y="-156"/>
                      <a:pt x="21033" y="-156"/>
                    </a:cubicBezTo>
                    <a:cubicBezTo>
                      <a:pt x="32660" y="-156"/>
                      <a:pt x="42084" y="9264"/>
                      <a:pt x="42084" y="20894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4" name="Freihandform: Form 213">
                <a:extLst>
                  <a:ext uri="{FF2B5EF4-FFF2-40B4-BE49-F238E27FC236}">
                    <a16:creationId xmlns:a16="http://schemas.microsoft.com/office/drawing/2014/main" id="{87D4EF43-089A-1243-B91E-7BD86F53D9FC}"/>
                  </a:ext>
                </a:extLst>
              </p:cNvPr>
              <p:cNvSpPr/>
              <p:nvPr/>
            </p:nvSpPr>
            <p:spPr>
              <a:xfrm>
                <a:off x="7572234" y="2305611"/>
                <a:ext cx="42100" cy="42100"/>
              </a:xfrm>
              <a:custGeom>
                <a:avLst/>
                <a:gdLst>
                  <a:gd name="connsiteX0" fmla="*/ 42084 w 42100"/>
                  <a:gd name="connsiteY0" fmla="*/ 20894 h 42100"/>
                  <a:gd name="connsiteX1" fmla="*/ 21033 w 42100"/>
                  <a:gd name="connsiteY1" fmla="*/ 41944 h 42100"/>
                  <a:gd name="connsiteX2" fmla="*/ -17 w 42100"/>
                  <a:gd name="connsiteY2" fmla="*/ 20894 h 42100"/>
                  <a:gd name="connsiteX3" fmla="*/ 21033 w 42100"/>
                  <a:gd name="connsiteY3" fmla="*/ -156 h 42100"/>
                  <a:gd name="connsiteX4" fmla="*/ 42084 w 42100"/>
                  <a:gd name="connsiteY4" fmla="*/ 20894 h 42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2100" h="42100">
                    <a:moveTo>
                      <a:pt x="42084" y="20894"/>
                    </a:moveTo>
                    <a:cubicBezTo>
                      <a:pt x="42084" y="32524"/>
                      <a:pt x="32660" y="41944"/>
                      <a:pt x="21033" y="41944"/>
                    </a:cubicBezTo>
                    <a:cubicBezTo>
                      <a:pt x="9408" y="41944"/>
                      <a:pt x="-17" y="32524"/>
                      <a:pt x="-17" y="20894"/>
                    </a:cubicBezTo>
                    <a:cubicBezTo>
                      <a:pt x="-17" y="9264"/>
                      <a:pt x="9408" y="-156"/>
                      <a:pt x="21033" y="-156"/>
                    </a:cubicBezTo>
                    <a:cubicBezTo>
                      <a:pt x="32660" y="-156"/>
                      <a:pt x="42084" y="9264"/>
                      <a:pt x="42084" y="20894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5" name="Freihandform: Form 214">
                <a:extLst>
                  <a:ext uri="{FF2B5EF4-FFF2-40B4-BE49-F238E27FC236}">
                    <a16:creationId xmlns:a16="http://schemas.microsoft.com/office/drawing/2014/main" id="{5564B8D2-A0EC-EF47-911D-969DE8B30315}"/>
                  </a:ext>
                </a:extLst>
              </p:cNvPr>
              <p:cNvSpPr/>
              <p:nvPr/>
            </p:nvSpPr>
            <p:spPr>
              <a:xfrm>
                <a:off x="7991144" y="2305611"/>
                <a:ext cx="42100" cy="42100"/>
              </a:xfrm>
              <a:custGeom>
                <a:avLst/>
                <a:gdLst>
                  <a:gd name="connsiteX0" fmla="*/ 42084 w 42100"/>
                  <a:gd name="connsiteY0" fmla="*/ 20894 h 42100"/>
                  <a:gd name="connsiteX1" fmla="*/ 21033 w 42100"/>
                  <a:gd name="connsiteY1" fmla="*/ 41944 h 42100"/>
                  <a:gd name="connsiteX2" fmla="*/ -17 w 42100"/>
                  <a:gd name="connsiteY2" fmla="*/ 20894 h 42100"/>
                  <a:gd name="connsiteX3" fmla="*/ 21033 w 42100"/>
                  <a:gd name="connsiteY3" fmla="*/ -156 h 42100"/>
                  <a:gd name="connsiteX4" fmla="*/ 42084 w 42100"/>
                  <a:gd name="connsiteY4" fmla="*/ 20894 h 42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2100" h="42100">
                    <a:moveTo>
                      <a:pt x="42084" y="20894"/>
                    </a:moveTo>
                    <a:cubicBezTo>
                      <a:pt x="42084" y="32524"/>
                      <a:pt x="32659" y="41944"/>
                      <a:pt x="21033" y="41944"/>
                    </a:cubicBezTo>
                    <a:cubicBezTo>
                      <a:pt x="9407" y="41944"/>
                      <a:pt x="-17" y="32524"/>
                      <a:pt x="-17" y="20894"/>
                    </a:cubicBezTo>
                    <a:cubicBezTo>
                      <a:pt x="-17" y="9264"/>
                      <a:pt x="9408" y="-156"/>
                      <a:pt x="21033" y="-156"/>
                    </a:cubicBezTo>
                    <a:cubicBezTo>
                      <a:pt x="32659" y="-156"/>
                      <a:pt x="42084" y="9264"/>
                      <a:pt x="42084" y="20894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21" name="Gruppieren 120">
            <a:extLst>
              <a:ext uri="{FF2B5EF4-FFF2-40B4-BE49-F238E27FC236}">
                <a16:creationId xmlns:a16="http://schemas.microsoft.com/office/drawing/2014/main" id="{ACFD83C2-5B89-514C-9549-57A47E929B8C}"/>
              </a:ext>
            </a:extLst>
          </p:cNvPr>
          <p:cNvGrpSpPr/>
          <p:nvPr/>
        </p:nvGrpSpPr>
        <p:grpSpPr>
          <a:xfrm>
            <a:off x="10689700" y="1995399"/>
            <a:ext cx="313068" cy="313068"/>
            <a:chOff x="10803228" y="1919141"/>
            <a:chExt cx="326174" cy="326174"/>
          </a:xfrm>
        </p:grpSpPr>
        <p:sp>
          <p:nvSpPr>
            <p:cNvPr id="199" name="Ellipse 198">
              <a:extLst>
                <a:ext uri="{FF2B5EF4-FFF2-40B4-BE49-F238E27FC236}">
                  <a16:creationId xmlns:a16="http://schemas.microsoft.com/office/drawing/2014/main" id="{70899B58-E281-5F44-85A5-FC587021FF1A}"/>
                </a:ext>
              </a:extLst>
            </p:cNvPr>
            <p:cNvSpPr/>
            <p:nvPr/>
          </p:nvSpPr>
          <p:spPr>
            <a:xfrm>
              <a:off x="10803228" y="1919141"/>
              <a:ext cx="326174" cy="326174"/>
            </a:xfrm>
            <a:prstGeom prst="ellipse">
              <a:avLst/>
            </a:prstGeom>
            <a:solidFill>
              <a:schemeClr val="accent1">
                <a:alpha val="66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00" name="Gruppieren 199">
              <a:extLst>
                <a:ext uri="{FF2B5EF4-FFF2-40B4-BE49-F238E27FC236}">
                  <a16:creationId xmlns:a16="http://schemas.microsoft.com/office/drawing/2014/main" id="{BF4B25BE-5635-DB43-9974-CB7E02F9329F}"/>
                </a:ext>
              </a:extLst>
            </p:cNvPr>
            <p:cNvGrpSpPr/>
            <p:nvPr/>
          </p:nvGrpSpPr>
          <p:grpSpPr>
            <a:xfrm>
              <a:off x="10845784" y="1997869"/>
              <a:ext cx="240981" cy="168718"/>
              <a:chOff x="5878445" y="3278218"/>
              <a:chExt cx="426914" cy="298894"/>
            </a:xfrm>
          </p:grpSpPr>
          <p:sp>
            <p:nvSpPr>
              <p:cNvPr id="201" name="Freihandform: Form 200">
                <a:extLst>
                  <a:ext uri="{FF2B5EF4-FFF2-40B4-BE49-F238E27FC236}">
                    <a16:creationId xmlns:a16="http://schemas.microsoft.com/office/drawing/2014/main" id="{2872394E-9DD5-9F4D-A431-07DA934B9C35}"/>
                  </a:ext>
                </a:extLst>
              </p:cNvPr>
              <p:cNvSpPr/>
              <p:nvPr/>
            </p:nvSpPr>
            <p:spPr>
              <a:xfrm>
                <a:off x="6268402" y="3324891"/>
                <a:ext cx="36957" cy="159639"/>
              </a:xfrm>
              <a:custGeom>
                <a:avLst/>
                <a:gdLst>
                  <a:gd name="connsiteX0" fmla="*/ 3253 w 36957"/>
                  <a:gd name="connsiteY0" fmla="*/ 159182 h 159639"/>
                  <a:gd name="connsiteX1" fmla="*/ 5444 w 36957"/>
                  <a:gd name="connsiteY1" fmla="*/ 157277 h 159639"/>
                  <a:gd name="connsiteX2" fmla="*/ 4301 w 36957"/>
                  <a:gd name="connsiteY2" fmla="*/ 3543 h 159639"/>
                  <a:gd name="connsiteX3" fmla="*/ -271 w 36957"/>
                  <a:gd name="connsiteY3" fmla="*/ -458 h 1596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957" h="159639">
                    <a:moveTo>
                      <a:pt x="3253" y="159182"/>
                    </a:moveTo>
                    <a:lnTo>
                      <a:pt x="5444" y="157277"/>
                    </a:lnTo>
                    <a:cubicBezTo>
                      <a:pt x="47544" y="114490"/>
                      <a:pt x="47030" y="45691"/>
                      <a:pt x="4301" y="3543"/>
                    </a:cubicBezTo>
                    <a:lnTo>
                      <a:pt x="-271" y="-458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2" name="Freihandform: Form 201">
                <a:extLst>
                  <a:ext uri="{FF2B5EF4-FFF2-40B4-BE49-F238E27FC236}">
                    <a16:creationId xmlns:a16="http://schemas.microsoft.com/office/drawing/2014/main" id="{AE3024A8-0BAA-ED48-B8F7-A0FEE0CE6E3C}"/>
                  </a:ext>
                </a:extLst>
              </p:cNvPr>
              <p:cNvSpPr/>
              <p:nvPr/>
            </p:nvSpPr>
            <p:spPr>
              <a:xfrm>
                <a:off x="6238112" y="3355656"/>
                <a:ext cx="24002" cy="98583"/>
              </a:xfrm>
              <a:custGeom>
                <a:avLst/>
                <a:gdLst>
                  <a:gd name="connsiteX0" fmla="*/ 2777 w 24002"/>
                  <a:gd name="connsiteY0" fmla="*/ 98126 h 98583"/>
                  <a:gd name="connsiteX1" fmla="*/ 4872 w 24002"/>
                  <a:gd name="connsiteY1" fmla="*/ 96126 h 98583"/>
                  <a:gd name="connsiteX2" fmla="*/ 4253 w 24002"/>
                  <a:gd name="connsiteY2" fmla="*/ 3591 h 98583"/>
                  <a:gd name="connsiteX3" fmla="*/ 4206 w 24002"/>
                  <a:gd name="connsiteY3" fmla="*/ 3543 h 98583"/>
                  <a:gd name="connsiteX4" fmla="*/ -271 w 24002"/>
                  <a:gd name="connsiteY4" fmla="*/ -458 h 98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002" h="98583">
                    <a:moveTo>
                      <a:pt x="2777" y="98126"/>
                    </a:moveTo>
                    <a:lnTo>
                      <a:pt x="4872" y="96126"/>
                    </a:lnTo>
                    <a:cubicBezTo>
                      <a:pt x="30257" y="70399"/>
                      <a:pt x="29981" y="28965"/>
                      <a:pt x="4253" y="3591"/>
                    </a:cubicBezTo>
                    <a:cubicBezTo>
                      <a:pt x="4234" y="3572"/>
                      <a:pt x="4225" y="3562"/>
                      <a:pt x="4206" y="3543"/>
                    </a:cubicBezTo>
                    <a:cubicBezTo>
                      <a:pt x="2787" y="2133"/>
                      <a:pt x="1291" y="800"/>
                      <a:pt x="-271" y="-458"/>
                    </a:cubicBez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3" name="Freihandform: Form 202">
                <a:extLst>
                  <a:ext uri="{FF2B5EF4-FFF2-40B4-BE49-F238E27FC236}">
                    <a16:creationId xmlns:a16="http://schemas.microsoft.com/office/drawing/2014/main" id="{24BE42D1-8E6B-834F-AA75-4A4DA07C624B}"/>
                  </a:ext>
                </a:extLst>
              </p:cNvPr>
              <p:cNvSpPr/>
              <p:nvPr/>
            </p:nvSpPr>
            <p:spPr>
              <a:xfrm>
                <a:off x="5878445" y="3345176"/>
                <a:ext cx="129067" cy="124211"/>
              </a:xfrm>
              <a:custGeom>
                <a:avLst/>
                <a:gdLst>
                  <a:gd name="connsiteX0" fmla="*/ 66693 w 129067"/>
                  <a:gd name="connsiteY0" fmla="*/ -264 h 124211"/>
                  <a:gd name="connsiteX1" fmla="*/ 66693 w 129067"/>
                  <a:gd name="connsiteY1" fmla="*/ -264 h 124211"/>
                  <a:gd name="connsiteX2" fmla="*/ -77 w 129067"/>
                  <a:gd name="connsiteY2" fmla="*/ 56791 h 124211"/>
                  <a:gd name="connsiteX3" fmla="*/ 56968 w 129067"/>
                  <a:gd name="connsiteY3" fmla="*/ 123561 h 124211"/>
                  <a:gd name="connsiteX4" fmla="*/ 66693 w 129067"/>
                  <a:gd name="connsiteY4" fmla="*/ 123561 h 124211"/>
                  <a:gd name="connsiteX5" fmla="*/ 128796 w 129067"/>
                  <a:gd name="connsiteY5" fmla="*/ 123561 h 124211"/>
                  <a:gd name="connsiteX6" fmla="*/ 128796 w 129067"/>
                  <a:gd name="connsiteY6" fmla="*/ -264 h 124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9067" h="124211">
                    <a:moveTo>
                      <a:pt x="66693" y="-264"/>
                    </a:moveTo>
                    <a:lnTo>
                      <a:pt x="66693" y="-264"/>
                    </a:lnTo>
                    <a:cubicBezTo>
                      <a:pt x="32498" y="-2950"/>
                      <a:pt x="2609" y="22596"/>
                      <a:pt x="-77" y="56791"/>
                    </a:cubicBezTo>
                    <a:cubicBezTo>
                      <a:pt x="-2763" y="90986"/>
                      <a:pt x="22783" y="120875"/>
                      <a:pt x="56968" y="123561"/>
                    </a:cubicBezTo>
                    <a:cubicBezTo>
                      <a:pt x="60207" y="123818"/>
                      <a:pt x="63455" y="123818"/>
                      <a:pt x="66693" y="123561"/>
                    </a:cubicBezTo>
                    <a:lnTo>
                      <a:pt x="128796" y="123561"/>
                    </a:lnTo>
                    <a:lnTo>
                      <a:pt x="128796" y="-264"/>
                    </a:lnTo>
                    <a:close/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4" name="Freihandform: Form 203">
                <a:extLst>
                  <a:ext uri="{FF2B5EF4-FFF2-40B4-BE49-F238E27FC236}">
                    <a16:creationId xmlns:a16="http://schemas.microsoft.com/office/drawing/2014/main" id="{1E73045C-1DE4-B14F-98CA-BC793A8E8BDF}"/>
                  </a:ext>
                </a:extLst>
              </p:cNvPr>
              <p:cNvSpPr/>
              <p:nvPr/>
            </p:nvSpPr>
            <p:spPr>
              <a:xfrm>
                <a:off x="6028753" y="3278218"/>
                <a:ext cx="165068" cy="259080"/>
              </a:xfrm>
              <a:custGeom>
                <a:avLst/>
                <a:gdLst>
                  <a:gd name="connsiteX0" fmla="*/ -271 w 165068"/>
                  <a:gd name="connsiteY0" fmla="*/ 190900 h 259080"/>
                  <a:gd name="connsiteX1" fmla="*/ 164797 w 165068"/>
                  <a:gd name="connsiteY1" fmla="*/ 258623 h 259080"/>
                  <a:gd name="connsiteX2" fmla="*/ 164797 w 165068"/>
                  <a:gd name="connsiteY2" fmla="*/ -458 h 259080"/>
                  <a:gd name="connsiteX3" fmla="*/ -271 w 165068"/>
                  <a:gd name="connsiteY3" fmla="*/ 66694 h 259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5068" h="259080">
                    <a:moveTo>
                      <a:pt x="-271" y="190900"/>
                    </a:moveTo>
                    <a:cubicBezTo>
                      <a:pt x="76500" y="190900"/>
                      <a:pt x="164797" y="258623"/>
                      <a:pt x="164797" y="258623"/>
                    </a:cubicBezTo>
                    <a:lnTo>
                      <a:pt x="164797" y="-458"/>
                    </a:lnTo>
                    <a:cubicBezTo>
                      <a:pt x="164797" y="-458"/>
                      <a:pt x="76976" y="66694"/>
                      <a:pt x="-271" y="66694"/>
                    </a:cubicBez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5" name="Freihandform: Form 204">
                <a:extLst>
                  <a:ext uri="{FF2B5EF4-FFF2-40B4-BE49-F238E27FC236}">
                    <a16:creationId xmlns:a16="http://schemas.microsoft.com/office/drawing/2014/main" id="{3EA078A7-27C2-A444-808C-3CA362951AF7}"/>
                  </a:ext>
                </a:extLst>
              </p:cNvPr>
              <p:cNvSpPr/>
              <p:nvPr/>
            </p:nvSpPr>
            <p:spPr>
              <a:xfrm>
                <a:off x="5922930" y="3465289"/>
                <a:ext cx="112871" cy="111823"/>
              </a:xfrm>
              <a:custGeom>
                <a:avLst/>
                <a:gdLst>
                  <a:gd name="connsiteX0" fmla="*/ 84487 w 112871"/>
                  <a:gd name="connsiteY0" fmla="*/ 4286 h 111823"/>
                  <a:gd name="connsiteX1" fmla="*/ 112871 w 112871"/>
                  <a:gd name="connsiteY1" fmla="*/ 111824 h 111823"/>
                  <a:gd name="connsiteX2" fmla="*/ 48673 w 112871"/>
                  <a:gd name="connsiteY2" fmla="*/ 111824 h 111823"/>
                  <a:gd name="connsiteX3" fmla="*/ 0 w 112871"/>
                  <a:gd name="connsiteY3" fmla="*/ 0 h 1118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2871" h="111823">
                    <a:moveTo>
                      <a:pt x="84487" y="4286"/>
                    </a:moveTo>
                    <a:lnTo>
                      <a:pt x="112871" y="111824"/>
                    </a:lnTo>
                    <a:lnTo>
                      <a:pt x="48673" y="111824"/>
                    </a:lnTo>
                    <a:lnTo>
                      <a:pt x="0" y="0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23" name="Gruppieren 122">
            <a:extLst>
              <a:ext uri="{FF2B5EF4-FFF2-40B4-BE49-F238E27FC236}">
                <a16:creationId xmlns:a16="http://schemas.microsoft.com/office/drawing/2014/main" id="{2BC09FFC-B44A-E94E-B791-DA75A1E0A6BB}"/>
              </a:ext>
            </a:extLst>
          </p:cNvPr>
          <p:cNvGrpSpPr/>
          <p:nvPr/>
        </p:nvGrpSpPr>
        <p:grpSpPr>
          <a:xfrm>
            <a:off x="5543265" y="4145731"/>
            <a:ext cx="313068" cy="313068"/>
            <a:chOff x="3083759" y="3484468"/>
            <a:chExt cx="326174" cy="326174"/>
          </a:xfrm>
        </p:grpSpPr>
        <p:sp>
          <p:nvSpPr>
            <p:cNvPr id="185" name="Ellipse 184">
              <a:extLst>
                <a:ext uri="{FF2B5EF4-FFF2-40B4-BE49-F238E27FC236}">
                  <a16:creationId xmlns:a16="http://schemas.microsoft.com/office/drawing/2014/main" id="{012294E6-7CE5-5540-8AA2-9A5DE8B15A5A}"/>
                </a:ext>
              </a:extLst>
            </p:cNvPr>
            <p:cNvSpPr/>
            <p:nvPr/>
          </p:nvSpPr>
          <p:spPr>
            <a:xfrm>
              <a:off x="3083759" y="3484468"/>
              <a:ext cx="326174" cy="326174"/>
            </a:xfrm>
            <a:prstGeom prst="ellipse">
              <a:avLst/>
            </a:prstGeom>
            <a:solidFill>
              <a:schemeClr val="accent1">
                <a:lumMod val="90000"/>
                <a:alpha val="66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86" name="Gruppieren 185">
              <a:extLst>
                <a:ext uri="{FF2B5EF4-FFF2-40B4-BE49-F238E27FC236}">
                  <a16:creationId xmlns:a16="http://schemas.microsoft.com/office/drawing/2014/main" id="{BA8EC4B0-455C-AD4A-801A-166C0EB791C6}"/>
                </a:ext>
              </a:extLst>
            </p:cNvPr>
            <p:cNvGrpSpPr/>
            <p:nvPr/>
          </p:nvGrpSpPr>
          <p:grpSpPr>
            <a:xfrm flipH="1">
              <a:off x="3133960" y="3538536"/>
              <a:ext cx="211459" cy="218034"/>
              <a:chOff x="5875972" y="3202018"/>
              <a:chExt cx="444055" cy="457867"/>
            </a:xfrm>
          </p:grpSpPr>
          <p:grpSp>
            <p:nvGrpSpPr>
              <p:cNvPr id="187" name="Grafik 144">
                <a:extLst>
                  <a:ext uri="{FF2B5EF4-FFF2-40B4-BE49-F238E27FC236}">
                    <a16:creationId xmlns:a16="http://schemas.microsoft.com/office/drawing/2014/main" id="{43B6118B-DAA9-9443-A41C-46347C0E3C2A}"/>
                  </a:ext>
                </a:extLst>
              </p:cNvPr>
              <p:cNvGrpSpPr/>
              <p:nvPr/>
            </p:nvGrpSpPr>
            <p:grpSpPr>
              <a:xfrm>
                <a:off x="5875972" y="3261740"/>
                <a:ext cx="444055" cy="398145"/>
                <a:chOff x="5875972" y="3261740"/>
                <a:chExt cx="444055" cy="398145"/>
              </a:xfrm>
              <a:noFill/>
            </p:grpSpPr>
            <p:sp>
              <p:nvSpPr>
                <p:cNvPr id="189" name="Freihandform: Form 188">
                  <a:extLst>
                    <a:ext uri="{FF2B5EF4-FFF2-40B4-BE49-F238E27FC236}">
                      <a16:creationId xmlns:a16="http://schemas.microsoft.com/office/drawing/2014/main" id="{BA537DC3-AC4B-A74F-9080-1F9842D7FFF6}"/>
                    </a:ext>
                  </a:extLst>
                </p:cNvPr>
                <p:cNvSpPr/>
                <p:nvPr/>
              </p:nvSpPr>
              <p:spPr>
                <a:xfrm>
                  <a:off x="6108287" y="3580828"/>
                  <a:ext cx="79057" cy="79057"/>
                </a:xfrm>
                <a:custGeom>
                  <a:avLst/>
                  <a:gdLst>
                    <a:gd name="connsiteX0" fmla="*/ 79058 w 79057"/>
                    <a:gd name="connsiteY0" fmla="*/ 39529 h 79057"/>
                    <a:gd name="connsiteX1" fmla="*/ 39529 w 79057"/>
                    <a:gd name="connsiteY1" fmla="*/ 79058 h 79057"/>
                    <a:gd name="connsiteX2" fmla="*/ 0 w 79057"/>
                    <a:gd name="connsiteY2" fmla="*/ 39529 h 79057"/>
                    <a:gd name="connsiteX3" fmla="*/ 39529 w 79057"/>
                    <a:gd name="connsiteY3" fmla="*/ 0 h 79057"/>
                    <a:gd name="connsiteX4" fmla="*/ 79058 w 79057"/>
                    <a:gd name="connsiteY4" fmla="*/ 39529 h 790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9057" h="79057">
                      <a:moveTo>
                        <a:pt x="79058" y="39529"/>
                      </a:moveTo>
                      <a:cubicBezTo>
                        <a:pt x="79058" y="61360"/>
                        <a:pt x="61360" y="79058"/>
                        <a:pt x="39529" y="79058"/>
                      </a:cubicBezTo>
                      <a:cubicBezTo>
                        <a:pt x="17698" y="79058"/>
                        <a:pt x="0" y="61360"/>
                        <a:pt x="0" y="39529"/>
                      </a:cubicBezTo>
                      <a:cubicBezTo>
                        <a:pt x="0" y="17698"/>
                        <a:pt x="17698" y="0"/>
                        <a:pt x="39529" y="0"/>
                      </a:cubicBezTo>
                      <a:cubicBezTo>
                        <a:pt x="61360" y="0"/>
                        <a:pt x="79058" y="17698"/>
                        <a:pt x="79058" y="39529"/>
                      </a:cubicBez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de-DE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de-DE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0" name="Freihandform: Form 189">
                  <a:extLst>
                    <a:ext uri="{FF2B5EF4-FFF2-40B4-BE49-F238E27FC236}">
                      <a16:creationId xmlns:a16="http://schemas.microsoft.com/office/drawing/2014/main" id="{16558C4B-3A86-8E4D-A86C-C3FB06AB5F0D}"/>
                    </a:ext>
                  </a:extLst>
                </p:cNvPr>
                <p:cNvSpPr/>
                <p:nvPr/>
              </p:nvSpPr>
              <p:spPr>
                <a:xfrm>
                  <a:off x="5924169" y="3580828"/>
                  <a:ext cx="79057" cy="79057"/>
                </a:xfrm>
                <a:custGeom>
                  <a:avLst/>
                  <a:gdLst>
                    <a:gd name="connsiteX0" fmla="*/ 79058 w 79057"/>
                    <a:gd name="connsiteY0" fmla="*/ 39529 h 79057"/>
                    <a:gd name="connsiteX1" fmla="*/ 39529 w 79057"/>
                    <a:gd name="connsiteY1" fmla="*/ 79058 h 79057"/>
                    <a:gd name="connsiteX2" fmla="*/ 0 w 79057"/>
                    <a:gd name="connsiteY2" fmla="*/ 39529 h 79057"/>
                    <a:gd name="connsiteX3" fmla="*/ 39529 w 79057"/>
                    <a:gd name="connsiteY3" fmla="*/ 0 h 79057"/>
                    <a:gd name="connsiteX4" fmla="*/ 79058 w 79057"/>
                    <a:gd name="connsiteY4" fmla="*/ 39529 h 790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9057" h="79057">
                      <a:moveTo>
                        <a:pt x="79058" y="39529"/>
                      </a:moveTo>
                      <a:cubicBezTo>
                        <a:pt x="79058" y="61360"/>
                        <a:pt x="61360" y="79058"/>
                        <a:pt x="39529" y="79058"/>
                      </a:cubicBezTo>
                      <a:cubicBezTo>
                        <a:pt x="17698" y="79058"/>
                        <a:pt x="0" y="61360"/>
                        <a:pt x="0" y="39529"/>
                      </a:cubicBezTo>
                      <a:cubicBezTo>
                        <a:pt x="0" y="17698"/>
                        <a:pt x="17698" y="0"/>
                        <a:pt x="39529" y="0"/>
                      </a:cubicBezTo>
                      <a:cubicBezTo>
                        <a:pt x="61360" y="0"/>
                        <a:pt x="79058" y="17698"/>
                        <a:pt x="79058" y="39529"/>
                      </a:cubicBez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de-DE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de-DE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1" name="Freihandform: Form 190">
                  <a:extLst>
                    <a:ext uri="{FF2B5EF4-FFF2-40B4-BE49-F238E27FC236}">
                      <a16:creationId xmlns:a16="http://schemas.microsoft.com/office/drawing/2014/main" id="{5D20BC9B-1456-2E4E-92EB-58876D4436CB}"/>
                    </a:ext>
                  </a:extLst>
                </p:cNvPr>
                <p:cNvSpPr/>
                <p:nvPr/>
              </p:nvSpPr>
              <p:spPr>
                <a:xfrm>
                  <a:off x="6200203" y="3261740"/>
                  <a:ext cx="119824" cy="201549"/>
                </a:xfrm>
                <a:custGeom>
                  <a:avLst/>
                  <a:gdLst>
                    <a:gd name="connsiteX0" fmla="*/ 119453 w 119824"/>
                    <a:gd name="connsiteY0" fmla="*/ -373 h 201549"/>
                    <a:gd name="connsiteX1" fmla="*/ 58779 w 119824"/>
                    <a:gd name="connsiteY1" fmla="*/ -373 h 201549"/>
                    <a:gd name="connsiteX2" fmla="*/ -371 w 119824"/>
                    <a:gd name="connsiteY2" fmla="*/ 201176 h 2015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19824" h="201549">
                      <a:moveTo>
                        <a:pt x="119453" y="-373"/>
                      </a:moveTo>
                      <a:lnTo>
                        <a:pt x="58779" y="-373"/>
                      </a:lnTo>
                      <a:cubicBezTo>
                        <a:pt x="58779" y="-373"/>
                        <a:pt x="21536" y="128214"/>
                        <a:pt x="-371" y="201176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de-DE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de-DE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2" name="Freihandform: Form 191">
                  <a:extLst>
                    <a:ext uri="{FF2B5EF4-FFF2-40B4-BE49-F238E27FC236}">
                      <a16:creationId xmlns:a16="http://schemas.microsoft.com/office/drawing/2014/main" id="{F6C36AF4-F31B-3740-B047-DCD95EF4DAFE}"/>
                    </a:ext>
                  </a:extLst>
                </p:cNvPr>
                <p:cNvSpPr/>
                <p:nvPr/>
              </p:nvSpPr>
              <p:spPr>
                <a:xfrm>
                  <a:off x="5875972" y="3324510"/>
                  <a:ext cx="327088" cy="228409"/>
                </a:xfrm>
                <a:custGeom>
                  <a:avLst/>
                  <a:gdLst>
                    <a:gd name="connsiteX0" fmla="*/ 81353 w 327088"/>
                    <a:gd name="connsiteY0" fmla="*/ -373 h 228409"/>
                    <a:gd name="connsiteX1" fmla="*/ -371 w 327088"/>
                    <a:gd name="connsiteY1" fmla="*/ -373 h 228409"/>
                    <a:gd name="connsiteX2" fmla="*/ 49159 w 327088"/>
                    <a:gd name="connsiteY2" fmla="*/ 140882 h 228409"/>
                    <a:gd name="connsiteX3" fmla="*/ 307667 w 327088"/>
                    <a:gd name="connsiteY3" fmla="*/ 183173 h 228409"/>
                    <a:gd name="connsiteX4" fmla="*/ 326717 w 327088"/>
                    <a:gd name="connsiteY4" fmla="*/ 203747 h 228409"/>
                    <a:gd name="connsiteX5" fmla="*/ 297476 w 327088"/>
                    <a:gd name="connsiteY5" fmla="*/ 228036 h 228409"/>
                    <a:gd name="connsiteX6" fmla="*/ 51921 w 327088"/>
                    <a:gd name="connsiteY6" fmla="*/ 228036 h 2284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27088" h="228409">
                      <a:moveTo>
                        <a:pt x="81353" y="-373"/>
                      </a:moveTo>
                      <a:lnTo>
                        <a:pt x="-371" y="-373"/>
                      </a:lnTo>
                      <a:lnTo>
                        <a:pt x="49159" y="140882"/>
                      </a:lnTo>
                      <a:cubicBezTo>
                        <a:pt x="49159" y="140882"/>
                        <a:pt x="297952" y="180887"/>
                        <a:pt x="307667" y="183173"/>
                      </a:cubicBezTo>
                      <a:cubicBezTo>
                        <a:pt x="317764" y="185250"/>
                        <a:pt x="325422" y="193517"/>
                        <a:pt x="326717" y="203747"/>
                      </a:cubicBezTo>
                      <a:cubicBezTo>
                        <a:pt x="326717" y="212796"/>
                        <a:pt x="325765" y="228036"/>
                        <a:pt x="297476" y="228036"/>
                      </a:cubicBezTo>
                      <a:lnTo>
                        <a:pt x="51921" y="228036"/>
                      </a:ln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de-DE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de-DE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3" name="Freihandform: Form 192">
                  <a:extLst>
                    <a:ext uri="{FF2B5EF4-FFF2-40B4-BE49-F238E27FC236}">
                      <a16:creationId xmlns:a16="http://schemas.microsoft.com/office/drawing/2014/main" id="{8359C9C5-EDEB-5E4A-BAE3-3E0714FC585C}"/>
                    </a:ext>
                  </a:extLst>
                </p:cNvPr>
                <p:cNvSpPr/>
                <p:nvPr/>
              </p:nvSpPr>
              <p:spPr>
                <a:xfrm>
                  <a:off x="6189916" y="3324700"/>
                  <a:ext cx="51244" cy="9525"/>
                </a:xfrm>
                <a:custGeom>
                  <a:avLst/>
                  <a:gdLst>
                    <a:gd name="connsiteX0" fmla="*/ 51245 w 51244"/>
                    <a:gd name="connsiteY0" fmla="*/ 0 h 9525"/>
                    <a:gd name="connsiteX1" fmla="*/ 0 w 51244"/>
                    <a:gd name="connsiteY1" fmla="*/ 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51244" h="9525">
                      <a:moveTo>
                        <a:pt x="51245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de-DE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de-DE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88" name="Freihandform: Form 187">
                <a:extLst>
                  <a:ext uri="{FF2B5EF4-FFF2-40B4-BE49-F238E27FC236}">
                    <a16:creationId xmlns:a16="http://schemas.microsoft.com/office/drawing/2014/main" id="{A0FF2009-FCE8-D94C-805C-21CC3A64D885}"/>
                  </a:ext>
                </a:extLst>
              </p:cNvPr>
              <p:cNvSpPr/>
              <p:nvPr/>
            </p:nvSpPr>
            <p:spPr>
              <a:xfrm>
                <a:off x="5982652" y="3202018"/>
                <a:ext cx="178689" cy="178689"/>
              </a:xfrm>
              <a:custGeom>
                <a:avLst/>
                <a:gdLst>
                  <a:gd name="connsiteX0" fmla="*/ 97345 w 178689"/>
                  <a:gd name="connsiteY0" fmla="*/ 91631 h 178689"/>
                  <a:gd name="connsiteX1" fmla="*/ 178689 w 178689"/>
                  <a:gd name="connsiteY1" fmla="*/ 132017 h 178689"/>
                  <a:gd name="connsiteX2" fmla="*/ 0 w 178689"/>
                  <a:gd name="connsiteY2" fmla="*/ 178689 h 178689"/>
                  <a:gd name="connsiteX3" fmla="*/ 46672 w 178689"/>
                  <a:gd name="connsiteY3" fmla="*/ 0 h 178689"/>
                  <a:gd name="connsiteX4" fmla="*/ 82963 w 178689"/>
                  <a:gd name="connsiteY4" fmla="*/ 75914 h 178689"/>
                  <a:gd name="connsiteX5" fmla="*/ 87820 w 178689"/>
                  <a:gd name="connsiteY5" fmla="*/ 86011 h 178689"/>
                  <a:gd name="connsiteX6" fmla="*/ 97345 w 178689"/>
                  <a:gd name="connsiteY6" fmla="*/ 91631 h 1786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8689" h="178689">
                    <a:moveTo>
                      <a:pt x="97345" y="91631"/>
                    </a:moveTo>
                    <a:lnTo>
                      <a:pt x="178689" y="132017"/>
                    </a:lnTo>
                    <a:lnTo>
                      <a:pt x="0" y="178689"/>
                    </a:lnTo>
                    <a:lnTo>
                      <a:pt x="46672" y="0"/>
                    </a:lnTo>
                    <a:lnTo>
                      <a:pt x="82963" y="75914"/>
                    </a:lnTo>
                    <a:lnTo>
                      <a:pt x="87820" y="86011"/>
                    </a:lnTo>
                    <a:lnTo>
                      <a:pt x="97345" y="91631"/>
                    </a:lnTo>
                    <a:close/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77" name="Ellipse 176">
            <a:extLst>
              <a:ext uri="{FF2B5EF4-FFF2-40B4-BE49-F238E27FC236}">
                <a16:creationId xmlns:a16="http://schemas.microsoft.com/office/drawing/2014/main" id="{E439DDE3-F7ED-5843-BD86-C03B5D566CF7}"/>
              </a:ext>
            </a:extLst>
          </p:cNvPr>
          <p:cNvSpPr/>
          <p:nvPr/>
        </p:nvSpPr>
        <p:spPr>
          <a:xfrm>
            <a:off x="7293282" y="4086075"/>
            <a:ext cx="313068" cy="313068"/>
          </a:xfrm>
          <a:prstGeom prst="ellipse">
            <a:avLst/>
          </a:prstGeom>
          <a:solidFill>
            <a:schemeClr val="accent1">
              <a:lumMod val="90000"/>
              <a:alpha val="66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27" name="Gruppieren 126">
            <a:extLst>
              <a:ext uri="{FF2B5EF4-FFF2-40B4-BE49-F238E27FC236}">
                <a16:creationId xmlns:a16="http://schemas.microsoft.com/office/drawing/2014/main" id="{2FA91F71-5C76-D44A-825E-34F2C553ADF0}"/>
              </a:ext>
            </a:extLst>
          </p:cNvPr>
          <p:cNvGrpSpPr/>
          <p:nvPr/>
        </p:nvGrpSpPr>
        <p:grpSpPr>
          <a:xfrm>
            <a:off x="9120543" y="4010014"/>
            <a:ext cx="313068" cy="313068"/>
            <a:chOff x="9143581" y="3484468"/>
            <a:chExt cx="326174" cy="326174"/>
          </a:xfrm>
        </p:grpSpPr>
        <p:sp>
          <p:nvSpPr>
            <p:cNvPr id="163" name="Ellipse 162">
              <a:extLst>
                <a:ext uri="{FF2B5EF4-FFF2-40B4-BE49-F238E27FC236}">
                  <a16:creationId xmlns:a16="http://schemas.microsoft.com/office/drawing/2014/main" id="{560F5655-2BF1-FB41-8AA3-2FC17987C331}"/>
                </a:ext>
              </a:extLst>
            </p:cNvPr>
            <p:cNvSpPr/>
            <p:nvPr/>
          </p:nvSpPr>
          <p:spPr>
            <a:xfrm>
              <a:off x="9143581" y="3484468"/>
              <a:ext cx="326174" cy="326174"/>
            </a:xfrm>
            <a:prstGeom prst="ellipse">
              <a:avLst/>
            </a:prstGeom>
            <a:solidFill>
              <a:schemeClr val="accent1">
                <a:lumMod val="90000"/>
                <a:alpha val="66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64" name="Gruppieren 163">
              <a:extLst>
                <a:ext uri="{FF2B5EF4-FFF2-40B4-BE49-F238E27FC236}">
                  <a16:creationId xmlns:a16="http://schemas.microsoft.com/office/drawing/2014/main" id="{F0428999-B829-6448-8ABF-7797CA290272}"/>
                </a:ext>
              </a:extLst>
            </p:cNvPr>
            <p:cNvGrpSpPr/>
            <p:nvPr/>
          </p:nvGrpSpPr>
          <p:grpSpPr>
            <a:xfrm>
              <a:off x="9212129" y="3535847"/>
              <a:ext cx="189012" cy="223433"/>
              <a:chOff x="5916602" y="3216211"/>
              <a:chExt cx="358984" cy="424354"/>
            </a:xfrm>
          </p:grpSpPr>
          <p:sp>
            <p:nvSpPr>
              <p:cNvPr id="165" name="Freihandform: Form 164">
                <a:extLst>
                  <a:ext uri="{FF2B5EF4-FFF2-40B4-BE49-F238E27FC236}">
                    <a16:creationId xmlns:a16="http://schemas.microsoft.com/office/drawing/2014/main" id="{B7816C95-B951-954D-B6D1-BCFA98FA5567}"/>
                  </a:ext>
                </a:extLst>
              </p:cNvPr>
              <p:cNvSpPr/>
              <p:nvPr/>
            </p:nvSpPr>
            <p:spPr>
              <a:xfrm>
                <a:off x="6063043" y="3216211"/>
                <a:ext cx="66294" cy="66293"/>
              </a:xfrm>
              <a:custGeom>
                <a:avLst/>
                <a:gdLst>
                  <a:gd name="connsiteX0" fmla="*/ 66294 w 66294"/>
                  <a:gd name="connsiteY0" fmla="*/ 33147 h 66293"/>
                  <a:gd name="connsiteX1" fmla="*/ 33147 w 66294"/>
                  <a:gd name="connsiteY1" fmla="*/ 66294 h 66293"/>
                  <a:gd name="connsiteX2" fmla="*/ 0 w 66294"/>
                  <a:gd name="connsiteY2" fmla="*/ 33147 h 66293"/>
                  <a:gd name="connsiteX3" fmla="*/ 33147 w 66294"/>
                  <a:gd name="connsiteY3" fmla="*/ 0 h 66293"/>
                  <a:gd name="connsiteX4" fmla="*/ 66294 w 66294"/>
                  <a:gd name="connsiteY4" fmla="*/ 33147 h 66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294" h="66293">
                    <a:moveTo>
                      <a:pt x="66294" y="33147"/>
                    </a:moveTo>
                    <a:cubicBezTo>
                      <a:pt x="66294" y="51454"/>
                      <a:pt x="51454" y="66294"/>
                      <a:pt x="33147" y="66294"/>
                    </a:cubicBezTo>
                    <a:cubicBezTo>
                      <a:pt x="14840" y="66294"/>
                      <a:pt x="0" y="51454"/>
                      <a:pt x="0" y="33147"/>
                    </a:cubicBezTo>
                    <a:cubicBezTo>
                      <a:pt x="0" y="14840"/>
                      <a:pt x="14840" y="0"/>
                      <a:pt x="33147" y="0"/>
                    </a:cubicBezTo>
                    <a:cubicBezTo>
                      <a:pt x="51454" y="0"/>
                      <a:pt x="66294" y="14840"/>
                      <a:pt x="66294" y="33147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6" name="Freihandform: Form 165">
                <a:extLst>
                  <a:ext uri="{FF2B5EF4-FFF2-40B4-BE49-F238E27FC236}">
                    <a16:creationId xmlns:a16="http://schemas.microsoft.com/office/drawing/2014/main" id="{E8FBFAA5-98CF-C348-9A48-9A2E63D65F39}"/>
                  </a:ext>
                </a:extLst>
              </p:cNvPr>
              <p:cNvSpPr/>
              <p:nvPr/>
            </p:nvSpPr>
            <p:spPr>
              <a:xfrm>
                <a:off x="6039897" y="3590448"/>
                <a:ext cx="112586" cy="50117"/>
              </a:xfrm>
              <a:custGeom>
                <a:avLst/>
                <a:gdLst>
                  <a:gd name="connsiteX0" fmla="*/ -1240 w 112586"/>
                  <a:gd name="connsiteY0" fmla="*/ -946 h 50117"/>
                  <a:gd name="connsiteX1" fmla="*/ 61624 w 112586"/>
                  <a:gd name="connsiteY1" fmla="*/ 48784 h 50117"/>
                  <a:gd name="connsiteX2" fmla="*/ 111346 w 112586"/>
                  <a:gd name="connsiteY2" fmla="*/ -946 h 501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586" h="50117">
                    <a:moveTo>
                      <a:pt x="-1240" y="-946"/>
                    </a:moveTo>
                    <a:cubicBezTo>
                      <a:pt x="2379" y="30144"/>
                      <a:pt x="30479" y="52413"/>
                      <a:pt x="61624" y="48784"/>
                    </a:cubicBezTo>
                    <a:cubicBezTo>
                      <a:pt x="87723" y="45745"/>
                      <a:pt x="108297" y="25153"/>
                      <a:pt x="111346" y="-946"/>
                    </a:cubicBez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7" name="Freihandform: Form 166">
                <a:extLst>
                  <a:ext uri="{FF2B5EF4-FFF2-40B4-BE49-F238E27FC236}">
                    <a16:creationId xmlns:a16="http://schemas.microsoft.com/office/drawing/2014/main" id="{6BFD3BD2-BCB3-5949-92F5-ACC2F15AD228}"/>
                  </a:ext>
                </a:extLst>
              </p:cNvPr>
              <p:cNvSpPr/>
              <p:nvPr/>
            </p:nvSpPr>
            <p:spPr>
              <a:xfrm>
                <a:off x="5941122" y="3282218"/>
                <a:ext cx="310134" cy="285275"/>
              </a:xfrm>
              <a:custGeom>
                <a:avLst/>
                <a:gdLst>
                  <a:gd name="connsiteX0" fmla="*/ 246314 w 310134"/>
                  <a:gd name="connsiteY0" fmla="*/ 91828 h 285275"/>
                  <a:gd name="connsiteX1" fmla="*/ 308894 w 310134"/>
                  <a:gd name="connsiteY1" fmla="*/ 221369 h 285275"/>
                  <a:gd name="connsiteX2" fmla="*/ 308894 w 310134"/>
                  <a:gd name="connsiteY2" fmla="*/ 284329 h 285275"/>
                  <a:gd name="connsiteX3" fmla="*/ 45718 w 310134"/>
                  <a:gd name="connsiteY3" fmla="*/ 284329 h 285275"/>
                  <a:gd name="connsiteX4" fmla="*/ -1240 w 310134"/>
                  <a:gd name="connsiteY4" fmla="*/ 283377 h 285275"/>
                  <a:gd name="connsiteX5" fmla="*/ -1240 w 310134"/>
                  <a:gd name="connsiteY5" fmla="*/ 221083 h 285275"/>
                  <a:gd name="connsiteX6" fmla="*/ 61339 w 310134"/>
                  <a:gd name="connsiteY6" fmla="*/ 91543 h 285275"/>
                  <a:gd name="connsiteX7" fmla="*/ 153827 w 310134"/>
                  <a:gd name="connsiteY7" fmla="*/ -945 h 285275"/>
                  <a:gd name="connsiteX8" fmla="*/ 234885 w 310134"/>
                  <a:gd name="connsiteY8" fmla="*/ 46680 h 285275"/>
                  <a:gd name="connsiteX9" fmla="*/ 244410 w 310134"/>
                  <a:gd name="connsiteY9" fmla="*/ 73921 h 285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0134" h="285275">
                    <a:moveTo>
                      <a:pt x="246314" y="91828"/>
                    </a:moveTo>
                    <a:cubicBezTo>
                      <a:pt x="246314" y="133167"/>
                      <a:pt x="247648" y="174791"/>
                      <a:pt x="308894" y="221369"/>
                    </a:cubicBezTo>
                    <a:lnTo>
                      <a:pt x="308894" y="284329"/>
                    </a:lnTo>
                    <a:lnTo>
                      <a:pt x="45718" y="284329"/>
                    </a:lnTo>
                    <a:lnTo>
                      <a:pt x="-1240" y="283377"/>
                    </a:lnTo>
                    <a:lnTo>
                      <a:pt x="-1240" y="221083"/>
                    </a:lnTo>
                    <a:cubicBezTo>
                      <a:pt x="57625" y="176696"/>
                      <a:pt x="61339" y="131071"/>
                      <a:pt x="61339" y="91543"/>
                    </a:cubicBezTo>
                    <a:cubicBezTo>
                      <a:pt x="61339" y="40460"/>
                      <a:pt x="102773" y="-945"/>
                      <a:pt x="153827" y="-945"/>
                    </a:cubicBezTo>
                    <a:cubicBezTo>
                      <a:pt x="187546" y="-1135"/>
                      <a:pt x="218597" y="17143"/>
                      <a:pt x="234885" y="46680"/>
                    </a:cubicBezTo>
                    <a:cubicBezTo>
                      <a:pt x="239456" y="55195"/>
                      <a:pt x="242695" y="64387"/>
                      <a:pt x="244410" y="73921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8" name="Freihandform: Form 167">
                <a:extLst>
                  <a:ext uri="{FF2B5EF4-FFF2-40B4-BE49-F238E27FC236}">
                    <a16:creationId xmlns:a16="http://schemas.microsoft.com/office/drawing/2014/main" id="{66AED5F7-2CC9-474F-A1D5-B9B2616AAA8C}"/>
                  </a:ext>
                </a:extLst>
              </p:cNvPr>
              <p:cNvSpPr/>
              <p:nvPr/>
            </p:nvSpPr>
            <p:spPr>
              <a:xfrm>
                <a:off x="6212203" y="3270313"/>
                <a:ext cx="63383" cy="129921"/>
              </a:xfrm>
              <a:custGeom>
                <a:avLst/>
                <a:gdLst>
                  <a:gd name="connsiteX0" fmla="*/ 44575 w 63383"/>
                  <a:gd name="connsiteY0" fmla="*/ 128975 h 129921"/>
                  <a:gd name="connsiteX1" fmla="*/ 31240 w 63383"/>
                  <a:gd name="connsiteY1" fmla="*/ 14579 h 129921"/>
                  <a:gd name="connsiteX2" fmla="*/ 23335 w 63383"/>
                  <a:gd name="connsiteY2" fmla="*/ 9055 h 129921"/>
                  <a:gd name="connsiteX3" fmla="*/ -1240 w 63383"/>
                  <a:gd name="connsiteY3" fmla="*/ -946 h 1299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383" h="129921">
                    <a:moveTo>
                      <a:pt x="44575" y="128975"/>
                    </a:moveTo>
                    <a:cubicBezTo>
                      <a:pt x="72484" y="93704"/>
                      <a:pt x="66483" y="42488"/>
                      <a:pt x="31240" y="14579"/>
                    </a:cubicBezTo>
                    <a:cubicBezTo>
                      <a:pt x="28668" y="12579"/>
                      <a:pt x="26097" y="10741"/>
                      <a:pt x="23335" y="9055"/>
                    </a:cubicBezTo>
                    <a:cubicBezTo>
                      <a:pt x="15714" y="4435"/>
                      <a:pt x="7428" y="1054"/>
                      <a:pt x="-1240" y="-946"/>
                    </a:cubicBez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9" name="Freihandform: Form 168">
                <a:extLst>
                  <a:ext uri="{FF2B5EF4-FFF2-40B4-BE49-F238E27FC236}">
                    <a16:creationId xmlns:a16="http://schemas.microsoft.com/office/drawing/2014/main" id="{4124D84B-854F-374B-A0E8-9CEFFC06A89B}"/>
                  </a:ext>
                </a:extLst>
              </p:cNvPr>
              <p:cNvSpPr/>
              <p:nvPr/>
            </p:nvSpPr>
            <p:spPr>
              <a:xfrm>
                <a:off x="5916602" y="3270313"/>
                <a:ext cx="63383" cy="129921"/>
              </a:xfrm>
              <a:custGeom>
                <a:avLst/>
                <a:gdLst>
                  <a:gd name="connsiteX0" fmla="*/ 16327 w 63383"/>
                  <a:gd name="connsiteY0" fmla="*/ 128975 h 129921"/>
                  <a:gd name="connsiteX1" fmla="*/ 29662 w 63383"/>
                  <a:gd name="connsiteY1" fmla="*/ 14579 h 129921"/>
                  <a:gd name="connsiteX2" fmla="*/ 62143 w 63383"/>
                  <a:gd name="connsiteY2" fmla="*/ -946 h 1299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3383" h="129921">
                    <a:moveTo>
                      <a:pt x="16327" y="128975"/>
                    </a:moveTo>
                    <a:cubicBezTo>
                      <a:pt x="-11582" y="93694"/>
                      <a:pt x="-5581" y="42478"/>
                      <a:pt x="29662" y="14579"/>
                    </a:cubicBezTo>
                    <a:cubicBezTo>
                      <a:pt x="39187" y="7055"/>
                      <a:pt x="50331" y="1749"/>
                      <a:pt x="62143" y="-946"/>
                    </a:cubicBez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29" name="Textfeld 160">
            <a:extLst>
              <a:ext uri="{FF2B5EF4-FFF2-40B4-BE49-F238E27FC236}">
                <a16:creationId xmlns:a16="http://schemas.microsoft.com/office/drawing/2014/main" id="{AA4ABAA5-2458-BB4F-9231-01BBECCD180A}"/>
              </a:ext>
            </a:extLst>
          </p:cNvPr>
          <p:cNvSpPr txBox="1"/>
          <p:nvPr/>
        </p:nvSpPr>
        <p:spPr>
          <a:xfrm>
            <a:off x="3013471" y="2241645"/>
            <a:ext cx="1223671" cy="2693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Consent</a:t>
            </a:r>
          </a:p>
          <a:p>
            <a:pPr algn="ctr"/>
            <a:r>
              <a:rPr lang="en-US" sz="700" err="1">
                <a:latin typeface="Arial" panose="020B0604020202020204" pitchFamily="34" charset="0"/>
                <a:cs typeface="Arial" panose="020B0604020202020204" pitchFamily="34" charset="0"/>
              </a:rPr>
              <a:t>Nutzer</a:t>
            </a:r>
            <a:r>
              <a:rPr lang="en-US" sz="7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00" err="1">
                <a:latin typeface="Arial" panose="020B0604020202020204" pitchFamily="34" charset="0"/>
                <a:cs typeface="Arial" panose="020B0604020202020204" pitchFamily="34" charset="0"/>
              </a:rPr>
              <a:t>Einwilligung</a:t>
            </a:r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Ellipse 129">
            <a:extLst>
              <a:ext uri="{FF2B5EF4-FFF2-40B4-BE49-F238E27FC236}">
                <a16:creationId xmlns:a16="http://schemas.microsoft.com/office/drawing/2014/main" id="{E3A8C303-17BF-7842-84CE-F6E06E0ABA77}"/>
              </a:ext>
            </a:extLst>
          </p:cNvPr>
          <p:cNvSpPr/>
          <p:nvPr/>
        </p:nvSpPr>
        <p:spPr>
          <a:xfrm rot="5400000" flipH="1">
            <a:off x="3486964" y="1906631"/>
            <a:ext cx="313068" cy="313068"/>
          </a:xfrm>
          <a:prstGeom prst="ellipse">
            <a:avLst/>
          </a:prstGeom>
          <a:solidFill>
            <a:schemeClr val="accent1">
              <a:alpha val="66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1" name="Grafik 130" descr="Abzeichen Tick1 mit einfarbiger Füllung">
            <a:extLst>
              <a:ext uri="{FF2B5EF4-FFF2-40B4-BE49-F238E27FC236}">
                <a16:creationId xmlns:a16="http://schemas.microsoft.com/office/drawing/2014/main" id="{0341DCA7-842A-0946-8BD3-10A45D35CDC3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22559" y="1942228"/>
            <a:ext cx="241876" cy="241874"/>
          </a:xfrm>
          <a:prstGeom prst="rect">
            <a:avLst/>
          </a:prstGeom>
        </p:spPr>
      </p:pic>
      <p:sp>
        <p:nvSpPr>
          <p:cNvPr id="142" name="Gleichschenkliges Dreieck 141">
            <a:extLst>
              <a:ext uri="{FF2B5EF4-FFF2-40B4-BE49-F238E27FC236}">
                <a16:creationId xmlns:a16="http://schemas.microsoft.com/office/drawing/2014/main" id="{0A4175BA-128F-3342-BAEE-040839E27D61}"/>
              </a:ext>
            </a:extLst>
          </p:cNvPr>
          <p:cNvSpPr/>
          <p:nvPr/>
        </p:nvSpPr>
        <p:spPr>
          <a:xfrm rot="10800000">
            <a:off x="5992215" y="5376893"/>
            <a:ext cx="270473" cy="142873"/>
          </a:xfrm>
          <a:prstGeom prst="triangle">
            <a:avLst/>
          </a:prstGeom>
          <a:solidFill>
            <a:schemeClr val="tx2">
              <a:alpha val="26355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" name="Gleichschenkliges Dreieck 142">
            <a:extLst>
              <a:ext uri="{FF2B5EF4-FFF2-40B4-BE49-F238E27FC236}">
                <a16:creationId xmlns:a16="http://schemas.microsoft.com/office/drawing/2014/main" id="{8EA0490A-EE80-A447-8647-84B04863D2E7}"/>
              </a:ext>
            </a:extLst>
          </p:cNvPr>
          <p:cNvSpPr/>
          <p:nvPr/>
        </p:nvSpPr>
        <p:spPr>
          <a:xfrm rot="10800000">
            <a:off x="8929286" y="5373228"/>
            <a:ext cx="270473" cy="142873"/>
          </a:xfrm>
          <a:prstGeom prst="triangle">
            <a:avLst/>
          </a:prstGeom>
          <a:solidFill>
            <a:schemeClr val="tx2">
              <a:alpha val="26355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4" name="Gleichschenkliges Dreieck 143">
            <a:extLst>
              <a:ext uri="{FF2B5EF4-FFF2-40B4-BE49-F238E27FC236}">
                <a16:creationId xmlns:a16="http://schemas.microsoft.com/office/drawing/2014/main" id="{8FF0724D-76A7-7047-91C2-713F0AF0DF57}"/>
              </a:ext>
            </a:extLst>
          </p:cNvPr>
          <p:cNvSpPr/>
          <p:nvPr/>
        </p:nvSpPr>
        <p:spPr>
          <a:xfrm rot="10800000">
            <a:off x="2944501" y="5376893"/>
            <a:ext cx="270473" cy="142873"/>
          </a:xfrm>
          <a:prstGeom prst="triangle">
            <a:avLst/>
          </a:prstGeom>
          <a:solidFill>
            <a:schemeClr val="tx2">
              <a:alpha val="26355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7969052F-7F3B-0380-032A-0E3373245F95}"/>
              </a:ext>
            </a:extLst>
          </p:cNvPr>
          <p:cNvSpPr txBox="1">
            <a:spLocks/>
          </p:cNvSpPr>
          <p:nvPr/>
        </p:nvSpPr>
        <p:spPr>
          <a:xfrm>
            <a:off x="393976" y="551659"/>
            <a:ext cx="9099918" cy="3837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600" dirty="0" err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Convercus</a:t>
            </a:r>
            <a:r>
              <a:rPr lang="de-DE" sz="1600" dirty="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 </a:t>
            </a:r>
            <a:r>
              <a:rPr lang="de-DE" sz="1600" dirty="0" err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Loyalty</a:t>
            </a:r>
            <a:r>
              <a:rPr lang="de-DE" sz="1600" dirty="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 &amp; </a:t>
            </a:r>
            <a:r>
              <a:rPr lang="de-DE" sz="1600" dirty="0" err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Couponing</a:t>
            </a:r>
            <a:r>
              <a:rPr lang="de-DE" sz="1600" dirty="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 schafft Mehrwert in der gesamten Customer Journey </a:t>
            </a:r>
            <a:endParaRPr lang="en-GB" sz="1600" dirty="0">
              <a:solidFill>
                <a:schemeClr val="accent4">
                  <a:lumMod val="25000"/>
                </a:schemeClr>
              </a:solidFill>
              <a:latin typeface="Montserrat" panose="02000505000000020004" pitchFamily="2" charset="77"/>
            </a:endParaRPr>
          </a:p>
        </p:txBody>
      </p:sp>
      <p:sp>
        <p:nvSpPr>
          <p:cNvPr id="4" name="Google Shape;231;p37">
            <a:extLst>
              <a:ext uri="{FF2B5EF4-FFF2-40B4-BE49-F238E27FC236}">
                <a16:creationId xmlns:a16="http://schemas.microsoft.com/office/drawing/2014/main" id="{4BF26A7F-9547-714B-0404-D31632A7BD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3623" y="165902"/>
            <a:ext cx="11002858" cy="38565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de-DE" sz="2200" b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Unsere Leistungen</a:t>
            </a: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16D21A62-12D9-CA0B-7F45-6DA0A365DC33}"/>
              </a:ext>
            </a:extLst>
          </p:cNvPr>
          <p:cNvGrpSpPr/>
          <p:nvPr/>
        </p:nvGrpSpPr>
        <p:grpSpPr>
          <a:xfrm>
            <a:off x="229599" y="5582129"/>
            <a:ext cx="8789465" cy="596876"/>
            <a:chOff x="1893497" y="5606528"/>
            <a:chExt cx="8789465" cy="596876"/>
          </a:xfrm>
        </p:grpSpPr>
        <p:sp>
          <p:nvSpPr>
            <p:cNvPr id="134" name="Rechteck 133">
              <a:extLst>
                <a:ext uri="{FF2B5EF4-FFF2-40B4-BE49-F238E27FC236}">
                  <a16:creationId xmlns:a16="http://schemas.microsoft.com/office/drawing/2014/main" id="{4C8B5140-97D9-4242-970B-35951F8E6D4D}"/>
                </a:ext>
              </a:extLst>
            </p:cNvPr>
            <p:cNvSpPr/>
            <p:nvPr/>
          </p:nvSpPr>
          <p:spPr>
            <a:xfrm>
              <a:off x="7856962" y="5606528"/>
              <a:ext cx="2826000" cy="596876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</p:spPr>
          <p:txBody>
            <a:bodyPr wrap="square" anchor="ctr"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1200" err="1">
                  <a:latin typeface="Arial" panose="020B0604020202020204" pitchFamily="34" charset="0"/>
                  <a:cs typeface="Arial" panose="020B0604020202020204" pitchFamily="34" charset="0"/>
                </a:rPr>
                <a:t>Einfache</a:t>
              </a:r>
              <a:r>
                <a:rPr lang="en-GB" sz="120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err="1">
                  <a:latin typeface="Arial" panose="020B0604020202020204" pitchFamily="34" charset="0"/>
                  <a:cs typeface="Arial" panose="020B0604020202020204" pitchFamily="34" charset="0"/>
                </a:rPr>
                <a:t>Erstellung</a:t>
              </a:r>
              <a:r>
                <a:rPr lang="en-GB" sz="1200">
                  <a:latin typeface="Arial" panose="020B0604020202020204" pitchFamily="34" charset="0"/>
                  <a:cs typeface="Arial" panose="020B0604020202020204" pitchFamily="34" charset="0"/>
                </a:rPr>
                <a:t> von </a:t>
              </a:r>
            </a:p>
            <a:p>
              <a:r>
                <a:rPr lang="en-GB" sz="1200" err="1">
                  <a:latin typeface="Arial" panose="020B0604020202020204" pitchFamily="34" charset="0"/>
                  <a:cs typeface="Arial" panose="020B0604020202020204" pitchFamily="34" charset="0"/>
                </a:rPr>
                <a:t>individuellen</a:t>
              </a:r>
              <a:r>
                <a:rPr lang="en-GB" sz="120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GB" sz="1200" err="1">
                  <a:latin typeface="Arial" panose="020B0604020202020204" pitchFamily="34" charset="0"/>
                  <a:cs typeface="Arial" panose="020B0604020202020204" pitchFamily="34" charset="0"/>
                </a:rPr>
                <a:t>Prozessen</a:t>
              </a:r>
              <a:endParaRPr lang="en-GB" sz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" name="Rechteck 134">
              <a:extLst>
                <a:ext uri="{FF2B5EF4-FFF2-40B4-BE49-F238E27FC236}">
                  <a16:creationId xmlns:a16="http://schemas.microsoft.com/office/drawing/2014/main" id="{03BF123D-977D-584E-B02B-6312DCB304A0}"/>
                </a:ext>
              </a:extLst>
            </p:cNvPr>
            <p:cNvSpPr/>
            <p:nvPr/>
          </p:nvSpPr>
          <p:spPr>
            <a:xfrm>
              <a:off x="1893497" y="5606528"/>
              <a:ext cx="2826941" cy="596876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</p:spPr>
          <p:txBody>
            <a:bodyPr wrap="square" anchor="ctr"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1200">
                  <a:latin typeface="Arial" panose="020B0604020202020204" pitchFamily="34" charset="0"/>
                  <a:cs typeface="Arial" panose="020B0604020202020204" pitchFamily="34" charset="0"/>
                </a:rPr>
                <a:t>Motivation und </a:t>
              </a:r>
              <a:r>
                <a:rPr lang="en-GB" sz="1200" err="1">
                  <a:latin typeface="Arial" panose="020B0604020202020204" pitchFamily="34" charset="0"/>
                  <a:cs typeface="Arial" panose="020B0604020202020204" pitchFamily="34" charset="0"/>
                </a:rPr>
                <a:t>Belohnung</a:t>
              </a:r>
              <a:endParaRPr lang="en-GB" sz="120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GB" sz="1200">
                  <a:latin typeface="Arial" panose="020B0604020202020204" pitchFamily="34" charset="0"/>
                  <a:cs typeface="Arial" panose="020B0604020202020204" pitchFamily="34" charset="0"/>
                </a:rPr>
                <a:t>der </a:t>
              </a:r>
              <a:r>
                <a:rPr lang="en-GB" sz="1200" err="1">
                  <a:latin typeface="Arial" panose="020B0604020202020204" pitchFamily="34" charset="0"/>
                  <a:cs typeface="Arial" panose="020B0604020202020204" pitchFamily="34" charset="0"/>
                </a:rPr>
                <a:t>Kunden</a:t>
              </a:r>
              <a:endParaRPr lang="en-GB" sz="1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" name="Rechteck 136">
              <a:extLst>
                <a:ext uri="{FF2B5EF4-FFF2-40B4-BE49-F238E27FC236}">
                  <a16:creationId xmlns:a16="http://schemas.microsoft.com/office/drawing/2014/main" id="{599CB7B1-3318-4858-BD90-9437E710F4B6}"/>
                </a:ext>
              </a:extLst>
            </p:cNvPr>
            <p:cNvSpPr/>
            <p:nvPr/>
          </p:nvSpPr>
          <p:spPr>
            <a:xfrm>
              <a:off x="4875700" y="5606528"/>
              <a:ext cx="2826000" cy="596876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</p:spPr>
          <p:txBody>
            <a:bodyPr wrap="square" anchor="ctr"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200" err="1">
                  <a:latin typeface="Arial" panose="020B0604020202020204" pitchFamily="34" charset="0"/>
                  <a:cs typeface="Arial" panose="020B0604020202020204" pitchFamily="34" charset="0"/>
                </a:rPr>
                <a:t>Generierung</a:t>
              </a:r>
              <a:r>
                <a:rPr lang="en-US" sz="1200">
                  <a:latin typeface="Arial" panose="020B0604020202020204" pitchFamily="34" charset="0"/>
                  <a:cs typeface="Arial" panose="020B0604020202020204" pitchFamily="34" charset="0"/>
                </a:rPr>
                <a:t> und </a:t>
              </a:r>
              <a:r>
                <a:rPr lang="en-US" sz="1200" err="1">
                  <a:latin typeface="Arial" panose="020B0604020202020204" pitchFamily="34" charset="0"/>
                  <a:cs typeface="Arial" panose="020B0604020202020204" pitchFamily="34" charset="0"/>
                </a:rPr>
                <a:t>Analyse</a:t>
              </a:r>
              <a:r>
                <a:rPr lang="en-US" sz="120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br>
                <a:rPr lang="en-US" sz="120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1200">
                  <a:latin typeface="Arial" panose="020B0604020202020204" pitchFamily="34" charset="0"/>
                  <a:cs typeface="Arial" panose="020B0604020202020204" pitchFamily="34" charset="0"/>
                </a:rPr>
                <a:t>von 1</a:t>
              </a:r>
              <a:r>
                <a:rPr lang="en-US" sz="1200" baseline="30000">
                  <a:latin typeface="Arial" panose="020B0604020202020204" pitchFamily="34" charset="0"/>
                  <a:cs typeface="Arial" panose="020B0604020202020204" pitchFamily="34" charset="0"/>
                </a:rPr>
                <a:t>st</a:t>
              </a:r>
              <a:r>
                <a:rPr lang="en-US" sz="1200">
                  <a:latin typeface="Arial" panose="020B0604020202020204" pitchFamily="34" charset="0"/>
                  <a:cs typeface="Arial" panose="020B0604020202020204" pitchFamily="34" charset="0"/>
                </a:rPr>
                <a:t> Party </a:t>
              </a:r>
              <a:r>
                <a:rPr lang="en-US" sz="1200" err="1">
                  <a:latin typeface="Arial" panose="020B0604020202020204" pitchFamily="34" charset="0"/>
                  <a:cs typeface="Arial" panose="020B0604020202020204" pitchFamily="34" charset="0"/>
                </a:rPr>
                <a:t>Daten</a:t>
              </a:r>
              <a:r>
                <a:rPr lang="en-US" sz="120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</a:p>
          </p:txBody>
        </p:sp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D70C8F53-C9DB-3E14-EA00-507E4A3FC34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247806" y="5712157"/>
              <a:ext cx="360000" cy="360000"/>
            </a:xfrm>
            <a:prstGeom prst="rect">
              <a:avLst/>
            </a:prstGeom>
          </p:spPr>
        </p:pic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30F5E324-127C-1BE8-2DFF-C115EAE74DF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183697" y="5712157"/>
              <a:ext cx="360000" cy="360000"/>
            </a:xfrm>
            <a:prstGeom prst="rect">
              <a:avLst/>
            </a:prstGeom>
          </p:spPr>
        </p:pic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D439FBF7-418E-13C1-1D12-69444C39CFD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149712" y="5691660"/>
              <a:ext cx="360000" cy="360000"/>
            </a:xfrm>
            <a:prstGeom prst="rect">
              <a:avLst/>
            </a:prstGeom>
          </p:spPr>
        </p:pic>
      </p:grpSp>
      <p:pic>
        <p:nvPicPr>
          <p:cNvPr id="16" name="Grafik 15">
            <a:extLst>
              <a:ext uri="{FF2B5EF4-FFF2-40B4-BE49-F238E27FC236}">
                <a16:creationId xmlns:a16="http://schemas.microsoft.com/office/drawing/2014/main" id="{027770FF-BBEE-79E2-9323-D98B85C4FF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54547" y="3383651"/>
            <a:ext cx="304800" cy="30480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FFC677FC-15BB-108B-864B-1D2F4C499B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47113" y="3371397"/>
            <a:ext cx="304800" cy="304800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209397BD-962B-4028-A6D0-F8B5740F27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35021" y="3374264"/>
            <a:ext cx="304800" cy="304800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EBD072F5-1475-31A7-578A-2B23A8C0E3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81316" y="2144268"/>
            <a:ext cx="228600" cy="228600"/>
          </a:xfrm>
          <a:prstGeom prst="rect">
            <a:avLst/>
          </a:prstGeom>
        </p:spPr>
      </p:pic>
      <p:pic>
        <p:nvPicPr>
          <p:cNvPr id="24" name="Grafik 23" descr="Gamecontroller Silhouette">
            <a:extLst>
              <a:ext uri="{FF2B5EF4-FFF2-40B4-BE49-F238E27FC236}">
                <a16:creationId xmlns:a16="http://schemas.microsoft.com/office/drawing/2014/main" id="{DD48F638-9F6B-CD19-B1A0-908711760C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16878" y="4110382"/>
            <a:ext cx="264869" cy="264869"/>
          </a:xfrm>
          <a:prstGeom prst="rect">
            <a:avLst/>
          </a:prstGeom>
        </p:spPr>
      </p:pic>
      <p:sp>
        <p:nvSpPr>
          <p:cNvPr id="25" name="Rechteck 24">
            <a:extLst>
              <a:ext uri="{FF2B5EF4-FFF2-40B4-BE49-F238E27FC236}">
                <a16:creationId xmlns:a16="http://schemas.microsoft.com/office/drawing/2014/main" id="{94B6616E-C32D-46D4-1D93-6C22C24844CC}"/>
              </a:ext>
            </a:extLst>
          </p:cNvPr>
          <p:cNvSpPr/>
          <p:nvPr/>
        </p:nvSpPr>
        <p:spPr>
          <a:xfrm>
            <a:off x="9174326" y="5576269"/>
            <a:ext cx="2826000" cy="59687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anchor="ctr"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err="1">
                <a:latin typeface="Arial" panose="020B0604020202020204" pitchFamily="34" charset="0"/>
                <a:cs typeface="Arial" panose="020B0604020202020204" pitchFamily="34" charset="0"/>
              </a:rPr>
              <a:t>Einheitliche</a:t>
            </a:r>
            <a:r>
              <a:rPr lang="en-GB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err="1">
                <a:latin typeface="Arial" panose="020B0604020202020204" pitchFamily="34" charset="0"/>
                <a:cs typeface="Arial" panose="020B0604020202020204" pitchFamily="34" charset="0"/>
              </a:rPr>
              <a:t>Erfahrung</a:t>
            </a:r>
            <a:r>
              <a:rPr lang="en-GB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err="1">
                <a:latin typeface="Arial" panose="020B0604020202020204" pitchFamily="34" charset="0"/>
                <a:cs typeface="Arial" panose="020B0604020202020204" pitchFamily="34" charset="0"/>
              </a:rPr>
              <a:t>über</a:t>
            </a:r>
            <a:r>
              <a:rPr lang="en-GB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GB" sz="1200">
                <a:latin typeface="Arial" panose="020B0604020202020204" pitchFamily="34" charset="0"/>
                <a:cs typeface="Arial" panose="020B0604020202020204" pitchFamily="34" charset="0"/>
              </a:rPr>
              <a:t>alle </a:t>
            </a:r>
            <a:r>
              <a:rPr lang="en-GB" sz="1200" err="1">
                <a:latin typeface="Arial" panose="020B0604020202020204" pitchFamily="34" charset="0"/>
                <a:cs typeface="Arial" panose="020B0604020202020204" pitchFamily="34" charset="0"/>
              </a:rPr>
              <a:t>Kanäle</a:t>
            </a:r>
            <a:r>
              <a:rPr lang="en-GB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err="1">
                <a:latin typeface="Arial" panose="020B0604020202020204" pitchFamily="34" charset="0"/>
                <a:cs typeface="Arial" panose="020B0604020202020204" pitchFamily="34" charset="0"/>
              </a:rPr>
              <a:t>hinweg</a:t>
            </a:r>
            <a:endParaRPr lang="en-GB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E25C4879-1756-25E7-4619-8FC0D6F937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54824" y="5700567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652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773FE4-512B-D6AC-96B2-5856F77C0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2A2CA2A2-F792-A40F-FFA5-D9E4EC83F4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0502567"/>
              </p:ext>
            </p:extLst>
          </p:nvPr>
        </p:nvGraphicFramePr>
        <p:xfrm>
          <a:off x="-495294" y="1005893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8" name="Grafik 37" descr="Datenbank Silhouette">
            <a:extLst>
              <a:ext uri="{FF2B5EF4-FFF2-40B4-BE49-F238E27FC236}">
                <a16:creationId xmlns:a16="http://schemas.microsoft.com/office/drawing/2014/main" id="{0D6C1AF2-92E5-7D67-D285-BDCB772D30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66575" y="4526053"/>
            <a:ext cx="734938" cy="734938"/>
          </a:xfrm>
          <a:prstGeom prst="rect">
            <a:avLst/>
          </a:prstGeom>
        </p:spPr>
      </p:pic>
      <p:sp>
        <p:nvSpPr>
          <p:cNvPr id="39" name="Textfeld 38">
            <a:extLst>
              <a:ext uri="{FF2B5EF4-FFF2-40B4-BE49-F238E27FC236}">
                <a16:creationId xmlns:a16="http://schemas.microsoft.com/office/drawing/2014/main" id="{11D9EA57-5E8B-5B69-7776-61D9F1AB521F}"/>
              </a:ext>
            </a:extLst>
          </p:cNvPr>
          <p:cNvSpPr txBox="1"/>
          <p:nvPr/>
        </p:nvSpPr>
        <p:spPr>
          <a:xfrm>
            <a:off x="6395135" y="1048484"/>
            <a:ext cx="5436886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DE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Endkunden Verwaltung</a:t>
            </a:r>
          </a:p>
          <a:p>
            <a:pPr marL="285750" indent="-285750" algn="l">
              <a:buFont typeface="Symbol" pitchFamily="2" charset="2"/>
              <a:buChar char="-"/>
            </a:pPr>
            <a:r>
              <a:rPr lang="de-DE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Verwaltung von Stammdaten, </a:t>
            </a:r>
            <a:r>
              <a:rPr lang="de-DE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</a:t>
            </a:r>
            <a:r>
              <a:rPr lang="de-DE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-Ins, </a:t>
            </a:r>
            <a:r>
              <a:rPr lang="de-DE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de-DE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-Identifier, Käufen, Buchungen und Coupons</a:t>
            </a:r>
          </a:p>
          <a:p>
            <a:pPr marL="285750" indent="-285750" algn="l">
              <a:buFont typeface="Symbol" pitchFamily="2" charset="2"/>
              <a:buChar char="-"/>
            </a:pPr>
            <a:r>
              <a:rPr lang="de-DE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Kunden-Segmentierung für zielgerichtete Ansprache</a:t>
            </a:r>
          </a:p>
          <a:p>
            <a:pPr marL="285750" indent="-285750" algn="l">
              <a:buFont typeface="Symbol" pitchFamily="2" charset="2"/>
              <a:buChar char="-"/>
            </a:pPr>
            <a:endParaRPr lang="de-DE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de-DE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Punktesystem</a:t>
            </a:r>
          </a:p>
          <a:p>
            <a:pPr marL="285750" indent="-285750" algn="l">
              <a:buFont typeface="Symbol" pitchFamily="2" charset="2"/>
              <a:buChar char="-"/>
            </a:pPr>
            <a:r>
              <a:rPr lang="de-DE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EARN &amp; BURN: Punkte sammeln und mit Punkten bezahlen</a:t>
            </a:r>
          </a:p>
          <a:p>
            <a:pPr marL="285750" indent="-285750" algn="l">
              <a:buFont typeface="Symbol" pitchFamily="2" charset="2"/>
              <a:buChar char="-"/>
            </a:pPr>
            <a:r>
              <a:rPr lang="de-DE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Statuspunkte und Statuslevel für treue Kunden</a:t>
            </a:r>
          </a:p>
          <a:p>
            <a:pPr marL="285750" indent="-285750" algn="l">
              <a:buFont typeface="Symbol" pitchFamily="2" charset="2"/>
              <a:buChar char="-"/>
            </a:pPr>
            <a:endParaRPr lang="de-DE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de-DE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Coupons</a:t>
            </a:r>
          </a:p>
          <a:p>
            <a:pPr marL="285750" indent="-285750" algn="l">
              <a:buFont typeface="Symbol" pitchFamily="2" charset="2"/>
              <a:buChar char="-"/>
            </a:pPr>
            <a:r>
              <a:rPr lang="de-DE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Rabatte, Mehrfach- und Extra-Punkte, exklusive </a:t>
            </a:r>
            <a:r>
              <a:rPr lang="de-DE" sz="120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Rewards</a:t>
            </a:r>
            <a:endParaRPr lang="de-DE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Symbol" pitchFamily="2" charset="2"/>
              <a:buChar char="-"/>
            </a:pPr>
            <a:r>
              <a:rPr lang="de-DE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Regelbasierte Steuerung, Kampagnen-Coupons, Zeiträume, Kanäle und Zielgruppen</a:t>
            </a:r>
          </a:p>
          <a:p>
            <a:pPr marL="285750" indent="-285750" algn="l">
              <a:buFont typeface="Symbol" pitchFamily="2" charset="2"/>
              <a:buChar char="-"/>
            </a:pPr>
            <a:endParaRPr lang="de-DE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de-DE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News mit Push-Option</a:t>
            </a:r>
          </a:p>
          <a:p>
            <a:pPr marL="285750" indent="-285750" algn="l">
              <a:buFont typeface="Symbol" pitchFamily="2" charset="2"/>
              <a:buChar char="-"/>
            </a:pPr>
            <a:r>
              <a:rPr lang="de-DE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Versand von Text- und Bildinhalten, mit oder ohne Coupons</a:t>
            </a:r>
          </a:p>
          <a:p>
            <a:pPr marL="285750" indent="-285750" algn="l">
              <a:buFont typeface="Symbol" pitchFamily="2" charset="2"/>
              <a:buChar char="-"/>
            </a:pPr>
            <a:endParaRPr lang="de-DE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de-DE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Automatisierte Workflows</a:t>
            </a:r>
          </a:p>
          <a:p>
            <a:pPr marL="285750" indent="-285750" algn="l">
              <a:buFont typeface="Symbol" pitchFamily="2" charset="2"/>
              <a:buChar char="-"/>
            </a:pPr>
            <a:r>
              <a:rPr lang="de-DE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Automatische Zuweisung von News oder Coupons</a:t>
            </a:r>
          </a:p>
          <a:p>
            <a:pPr marL="285750" indent="-285750" algn="l">
              <a:buFont typeface="Symbol" pitchFamily="2" charset="2"/>
              <a:buChar char="-"/>
            </a:pPr>
            <a:endParaRPr lang="de-DE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de-DE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Kassenintegration</a:t>
            </a:r>
          </a:p>
          <a:p>
            <a:pPr marL="285750" indent="-285750" algn="l">
              <a:buFont typeface="Symbol" pitchFamily="2" charset="2"/>
              <a:buChar char="-"/>
            </a:pPr>
            <a:r>
              <a:rPr lang="de-DE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Verarbeitung von Transaktionen und digitalen Kassenbons</a:t>
            </a:r>
          </a:p>
          <a:p>
            <a:pPr marL="285750" indent="-285750" algn="l">
              <a:buFont typeface="Symbol" pitchFamily="2" charset="2"/>
              <a:buChar char="-"/>
            </a:pPr>
            <a:endParaRPr lang="de-DE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de-DE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Kundenkarten</a:t>
            </a:r>
          </a:p>
          <a:p>
            <a:pPr marL="285750" indent="-285750" algn="l">
              <a:buFont typeface="Symbol" pitchFamily="2" charset="2"/>
              <a:buChar char="-"/>
            </a:pPr>
            <a:r>
              <a:rPr lang="de-DE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 basiert, physische Karten, in der Kasse verwaltet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de-DE" sz="120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de-DE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Sonstiges</a:t>
            </a:r>
          </a:p>
          <a:p>
            <a:pPr marL="285750" indent="-285750" algn="l">
              <a:buFont typeface="Symbol" pitchFamily="2" charset="2"/>
              <a:buChar char="-"/>
            </a:pPr>
            <a:r>
              <a:rPr lang="de-DE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Multi-Partner-Programme, Filialverwaltung und flexible Anpassungen über Customer Properties</a:t>
            </a:r>
          </a:p>
        </p:txBody>
      </p:sp>
      <p:sp>
        <p:nvSpPr>
          <p:cNvPr id="4" name="Gleichschenkliges Dreieck 3">
            <a:extLst>
              <a:ext uri="{FF2B5EF4-FFF2-40B4-BE49-F238E27FC236}">
                <a16:creationId xmlns:a16="http://schemas.microsoft.com/office/drawing/2014/main" id="{A299BDF2-5844-14E0-5925-B3C47EC1C525}"/>
              </a:ext>
            </a:extLst>
          </p:cNvPr>
          <p:cNvSpPr/>
          <p:nvPr/>
        </p:nvSpPr>
        <p:spPr>
          <a:xfrm rot="10800000">
            <a:off x="862470" y="1029621"/>
            <a:ext cx="2604139" cy="2582726"/>
          </a:xfrm>
          <a:prstGeom prst="triangle">
            <a:avLst/>
          </a:prstGeom>
          <a:solidFill>
            <a:schemeClr val="bg1"/>
          </a:solidFill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512AB44-3BDD-0B06-16EA-3B6168F7EC16}"/>
              </a:ext>
            </a:extLst>
          </p:cNvPr>
          <p:cNvSpPr txBox="1"/>
          <p:nvPr/>
        </p:nvSpPr>
        <p:spPr>
          <a:xfrm>
            <a:off x="1517649" y="1366458"/>
            <a:ext cx="12937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3rd Party</a:t>
            </a:r>
          </a:p>
          <a:p>
            <a:pPr algn="ctr"/>
            <a:r>
              <a:rPr lang="de-DE"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Commerce</a:t>
            </a:r>
          </a:p>
          <a:p>
            <a:pPr algn="ctr"/>
            <a:r>
              <a:rPr lang="de-DE"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Online</a:t>
            </a:r>
          </a:p>
          <a:p>
            <a:pPr algn="ctr"/>
            <a:r>
              <a:rPr lang="de-DE"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Mobile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140720C1-357E-CF13-7660-7E903E692A6E}"/>
              </a:ext>
            </a:extLst>
          </p:cNvPr>
          <p:cNvSpPr txBox="1"/>
          <p:nvPr/>
        </p:nvSpPr>
        <p:spPr>
          <a:xfrm>
            <a:off x="3271759" y="3772307"/>
            <a:ext cx="4940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API</a:t>
            </a:r>
          </a:p>
        </p:txBody>
      </p:sp>
      <p:pic>
        <p:nvPicPr>
          <p:cNvPr id="23" name="Graphic 272" descr="Repeat with solid fill">
            <a:extLst>
              <a:ext uri="{FF2B5EF4-FFF2-40B4-BE49-F238E27FC236}">
                <a16:creationId xmlns:a16="http://schemas.microsoft.com/office/drawing/2014/main" id="{845207FA-F0F1-B7EA-A56D-0FDCC8F62F1D}"/>
              </a:ext>
            </a:extLst>
          </p:cNvPr>
          <p:cNvPicPr>
            <a:picLocks noGrp="1" noChangeAspect="1"/>
          </p:cNvPicPr>
          <p:nvPr>
            <p:ph type="tbl" sz="quarter" idx="11"/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19088" y="3492860"/>
            <a:ext cx="461665" cy="461665"/>
          </a:xfrm>
          <a:prstGeom prst="rect">
            <a:avLst/>
          </a:prstGeom>
        </p:spPr>
      </p:pic>
      <p:pic>
        <p:nvPicPr>
          <p:cNvPr id="24" name="Graphic 272" descr="Repeat with solid fill">
            <a:extLst>
              <a:ext uri="{FF2B5EF4-FFF2-40B4-BE49-F238E27FC236}">
                <a16:creationId xmlns:a16="http://schemas.microsoft.com/office/drawing/2014/main" id="{71F1525B-8785-E786-3B57-BF62FAB3EB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56811" y="3492859"/>
            <a:ext cx="461665" cy="461665"/>
          </a:xfrm>
          <a:prstGeom prst="rect">
            <a:avLst/>
          </a:prstGeom>
        </p:spPr>
      </p:pic>
      <p:pic>
        <p:nvPicPr>
          <p:cNvPr id="8" name="Grafik 7" descr="Ein Bild, das Computer, Multimedia, Software, Text enthält.&#10;&#10;Automatisch generierte Beschreibung">
            <a:extLst>
              <a:ext uri="{FF2B5EF4-FFF2-40B4-BE49-F238E27FC236}">
                <a16:creationId xmlns:a16="http://schemas.microsoft.com/office/drawing/2014/main" id="{5B76E22D-EF2C-B22E-0F21-00BDA054148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948" y="4693189"/>
            <a:ext cx="1605179" cy="895196"/>
          </a:xfrm>
          <a:prstGeom prst="rect">
            <a:avLst/>
          </a:prstGeom>
        </p:spPr>
      </p:pic>
      <p:pic>
        <p:nvPicPr>
          <p:cNvPr id="9" name="Grafik 8" descr="Ein Bild, das Text, Handy, Screenshot, mobiles Gerät enthält.&#10;&#10;Automatisch generierte Beschreibung">
            <a:extLst>
              <a:ext uri="{FF2B5EF4-FFF2-40B4-BE49-F238E27FC236}">
                <a16:creationId xmlns:a16="http://schemas.microsoft.com/office/drawing/2014/main" id="{71BE3E88-0ADF-3A8A-6423-FF8D7E67975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3463" y="1262480"/>
            <a:ext cx="789941" cy="1573326"/>
          </a:xfrm>
          <a:prstGeom prst="rect">
            <a:avLst/>
          </a:prstGeom>
        </p:spPr>
      </p:pic>
      <p:sp>
        <p:nvSpPr>
          <p:cNvPr id="14" name="Titel 1">
            <a:extLst>
              <a:ext uri="{FF2B5EF4-FFF2-40B4-BE49-F238E27FC236}">
                <a16:creationId xmlns:a16="http://schemas.microsoft.com/office/drawing/2014/main" id="{8077BFFF-A928-2F4D-5A18-DECC0745CFDF}"/>
              </a:ext>
            </a:extLst>
          </p:cNvPr>
          <p:cNvSpPr txBox="1">
            <a:spLocks/>
          </p:cNvSpPr>
          <p:nvPr/>
        </p:nvSpPr>
        <p:spPr>
          <a:xfrm>
            <a:off x="393976" y="551659"/>
            <a:ext cx="9099918" cy="3837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6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Bestandteile und Features im Überblick</a:t>
            </a:r>
            <a:endParaRPr lang="en-GB" sz="1600">
              <a:solidFill>
                <a:schemeClr val="accent4">
                  <a:lumMod val="25000"/>
                </a:schemeClr>
              </a:solidFill>
              <a:latin typeface="Montserrat" panose="02000505000000020004" pitchFamily="2" charset="77"/>
            </a:endParaRPr>
          </a:p>
        </p:txBody>
      </p:sp>
      <p:sp>
        <p:nvSpPr>
          <p:cNvPr id="15" name="Google Shape;231;p37">
            <a:extLst>
              <a:ext uri="{FF2B5EF4-FFF2-40B4-BE49-F238E27FC236}">
                <a16:creationId xmlns:a16="http://schemas.microsoft.com/office/drawing/2014/main" id="{596F1A76-5306-AA11-C47A-08A83A3A07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3623" y="165902"/>
            <a:ext cx="11002858" cy="38565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de-DE" sz="2200" b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Ganzheitliche </a:t>
            </a:r>
            <a:r>
              <a:rPr lang="de-DE" sz="2200" b="1" err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Loyalty</a:t>
            </a:r>
            <a:r>
              <a:rPr lang="de-DE" sz="2200" b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-Lösung</a:t>
            </a:r>
          </a:p>
        </p:txBody>
      </p:sp>
      <p:sp>
        <p:nvSpPr>
          <p:cNvPr id="16" name="Textplatzhalter 3">
            <a:extLst>
              <a:ext uri="{FF2B5EF4-FFF2-40B4-BE49-F238E27FC236}">
                <a16:creationId xmlns:a16="http://schemas.microsoft.com/office/drawing/2014/main" id="{4CEA475B-0652-7297-362A-41B442F65CD3}"/>
              </a:ext>
            </a:extLst>
          </p:cNvPr>
          <p:cNvSpPr txBox="1">
            <a:spLocks/>
          </p:cNvSpPr>
          <p:nvPr/>
        </p:nvSpPr>
        <p:spPr>
          <a:xfrm>
            <a:off x="6395135" y="828767"/>
            <a:ext cx="3287532" cy="33618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ü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v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200" b="1">
                <a:latin typeface="Arial" panose="020B0604020202020204" pitchFamily="34" charset="0"/>
                <a:cs typeface="Arial" panose="020B0604020202020204" pitchFamily="34" charset="0"/>
              </a:rPr>
              <a:t>Eine Auswahl der Features</a:t>
            </a:r>
          </a:p>
        </p:txBody>
      </p:sp>
    </p:spTree>
    <p:extLst>
      <p:ext uri="{BB962C8B-B14F-4D97-AF65-F5344CB8AC3E}">
        <p14:creationId xmlns:p14="http://schemas.microsoft.com/office/powerpoint/2010/main" val="2311546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hteck 49">
            <a:extLst>
              <a:ext uri="{FF2B5EF4-FFF2-40B4-BE49-F238E27FC236}">
                <a16:creationId xmlns:a16="http://schemas.microsoft.com/office/drawing/2014/main" id="{798D8D8A-807E-3746-B44D-4DD9622579DC}"/>
              </a:ext>
            </a:extLst>
          </p:cNvPr>
          <p:cNvSpPr/>
          <p:nvPr/>
        </p:nvSpPr>
        <p:spPr>
          <a:xfrm>
            <a:off x="575344" y="3875329"/>
            <a:ext cx="5430656" cy="1098888"/>
          </a:xfrm>
          <a:prstGeom prst="rect">
            <a:avLst/>
          </a:prstGeom>
          <a:solidFill>
            <a:srgbClr val="94AFC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2C7C3233-3049-1245-9BC3-12193EB72F35}"/>
              </a:ext>
            </a:extLst>
          </p:cNvPr>
          <p:cNvCxnSpPr/>
          <p:nvPr/>
        </p:nvCxnSpPr>
        <p:spPr>
          <a:xfrm>
            <a:off x="956799" y="3947657"/>
            <a:ext cx="0" cy="954232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feld 40">
            <a:extLst>
              <a:ext uri="{FF2B5EF4-FFF2-40B4-BE49-F238E27FC236}">
                <a16:creationId xmlns:a16="http://schemas.microsoft.com/office/drawing/2014/main" id="{3F084579-B2C2-4342-B6FC-703CADEA2136}"/>
              </a:ext>
            </a:extLst>
          </p:cNvPr>
          <p:cNvSpPr txBox="1"/>
          <p:nvPr/>
        </p:nvSpPr>
        <p:spPr>
          <a:xfrm>
            <a:off x="637484" y="4317050"/>
            <a:ext cx="398236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/>
            <a:r>
              <a:rPr lang="en-GB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  <a:endParaRPr lang="en-GB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E79C6D27-8F2F-BA43-BF5E-21F9439D0366}"/>
              </a:ext>
            </a:extLst>
          </p:cNvPr>
          <p:cNvSpPr/>
          <p:nvPr/>
        </p:nvSpPr>
        <p:spPr>
          <a:xfrm>
            <a:off x="4931445" y="3947657"/>
            <a:ext cx="993320" cy="95423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feld 144">
            <a:extLst>
              <a:ext uri="{FF2B5EF4-FFF2-40B4-BE49-F238E27FC236}">
                <a16:creationId xmlns:a16="http://schemas.microsoft.com/office/drawing/2014/main" id="{60922B6A-88F0-4159-8F15-59C31C7FAC36}"/>
              </a:ext>
            </a:extLst>
          </p:cNvPr>
          <p:cNvSpPr txBox="1"/>
          <p:nvPr/>
        </p:nvSpPr>
        <p:spPr>
          <a:xfrm>
            <a:off x="1059858" y="4465510"/>
            <a:ext cx="3825661" cy="36163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>
              <a:spcAft>
                <a:spcPts val="300"/>
              </a:spcAft>
            </a:pPr>
            <a:r>
              <a:rPr lang="en-GB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Multichannel: POS, web shop, app</a:t>
            </a:r>
          </a:p>
          <a:p>
            <a:pPr marL="0" algn="l">
              <a:spcAft>
                <a:spcPts val="300"/>
              </a:spcAft>
            </a:pPr>
            <a:r>
              <a:rPr lang="en-GB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Link: </a:t>
            </a:r>
            <a:r>
              <a:rPr lang="en-GB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https://www.intersport.de/club/</a:t>
            </a:r>
            <a:endParaRPr lang="en-GB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6A3E1E90-1984-6F42-89E3-AEEBAF3630FE}"/>
              </a:ext>
            </a:extLst>
          </p:cNvPr>
          <p:cNvSpPr/>
          <p:nvPr/>
        </p:nvSpPr>
        <p:spPr>
          <a:xfrm>
            <a:off x="6185999" y="3875329"/>
            <a:ext cx="5430656" cy="1098888"/>
          </a:xfrm>
          <a:prstGeom prst="rect">
            <a:avLst/>
          </a:prstGeom>
          <a:solidFill>
            <a:srgbClr val="94AFC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CDD63ED8-CB2D-224E-9849-FFC48516431E}"/>
              </a:ext>
            </a:extLst>
          </p:cNvPr>
          <p:cNvCxnSpPr/>
          <p:nvPr/>
        </p:nvCxnSpPr>
        <p:spPr>
          <a:xfrm>
            <a:off x="6567455" y="3947657"/>
            <a:ext cx="0" cy="954232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feld 46">
            <a:extLst>
              <a:ext uri="{FF2B5EF4-FFF2-40B4-BE49-F238E27FC236}">
                <a16:creationId xmlns:a16="http://schemas.microsoft.com/office/drawing/2014/main" id="{9430ED3B-C112-0742-AB32-68A33C5776E9}"/>
              </a:ext>
            </a:extLst>
          </p:cNvPr>
          <p:cNvSpPr txBox="1"/>
          <p:nvPr/>
        </p:nvSpPr>
        <p:spPr>
          <a:xfrm>
            <a:off x="6248140" y="4317050"/>
            <a:ext cx="398236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/>
            <a:r>
              <a:rPr lang="en-GB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06</a:t>
            </a:r>
            <a:endParaRPr lang="en-GB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C6989540-D09C-8A4D-9426-CE3EED4EAEA5}"/>
              </a:ext>
            </a:extLst>
          </p:cNvPr>
          <p:cNvSpPr/>
          <p:nvPr/>
        </p:nvSpPr>
        <p:spPr>
          <a:xfrm>
            <a:off x="10542101" y="3947657"/>
            <a:ext cx="993320" cy="95423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feld 49">
            <a:extLst>
              <a:ext uri="{FF2B5EF4-FFF2-40B4-BE49-F238E27FC236}">
                <a16:creationId xmlns:a16="http://schemas.microsoft.com/office/drawing/2014/main" id="{F6D9A348-1468-1744-B244-769343CAEF52}"/>
              </a:ext>
            </a:extLst>
          </p:cNvPr>
          <p:cNvSpPr txBox="1"/>
          <p:nvPr/>
        </p:nvSpPr>
        <p:spPr>
          <a:xfrm>
            <a:off x="6670514" y="4465510"/>
            <a:ext cx="3825661" cy="36163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>
              <a:spcAft>
                <a:spcPts val="300"/>
              </a:spcAft>
            </a:pPr>
            <a:r>
              <a:rPr lang="en-GB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Multichannel: POS, web, app</a:t>
            </a:r>
          </a:p>
          <a:p>
            <a:pPr marL="0" algn="l">
              <a:spcAft>
                <a:spcPts val="300"/>
              </a:spcAft>
            </a:pPr>
            <a:r>
              <a:rPr lang="en-GB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Link: </a:t>
            </a:r>
            <a:r>
              <a:rPr lang="en-GB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https://www.newyorker.de/get-more-club/#/dashboard</a:t>
            </a:r>
            <a:endParaRPr lang="en-GB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0" name="Picture 6" descr="Bildergebnis fÃ¼r intersport logo">
            <a:extLst>
              <a:ext uri="{FF2B5EF4-FFF2-40B4-BE49-F238E27FC236}">
                <a16:creationId xmlns:a16="http://schemas.microsoft.com/office/drawing/2014/main" id="{7F8D4015-E6AD-8149-AEFB-2A549D7AAE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53215" y="4364914"/>
            <a:ext cx="949780" cy="119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8" descr="Bildergebnis fÃ¼r new yorker logo">
            <a:extLst>
              <a:ext uri="{FF2B5EF4-FFF2-40B4-BE49-F238E27FC236}">
                <a16:creationId xmlns:a16="http://schemas.microsoft.com/office/drawing/2014/main" id="{C8DD8C9C-4FDD-F543-9A70-BA54ACC803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8195" b="30789"/>
          <a:stretch/>
        </p:blipFill>
        <p:spPr bwMode="auto">
          <a:xfrm>
            <a:off x="10629389" y="4256863"/>
            <a:ext cx="818744" cy="335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Rechteck 61">
            <a:extLst>
              <a:ext uri="{FF2B5EF4-FFF2-40B4-BE49-F238E27FC236}">
                <a16:creationId xmlns:a16="http://schemas.microsoft.com/office/drawing/2014/main" id="{EF9E8FF3-FF20-D04E-A6C5-AA82A5120C7A}"/>
              </a:ext>
            </a:extLst>
          </p:cNvPr>
          <p:cNvSpPr/>
          <p:nvPr/>
        </p:nvSpPr>
        <p:spPr>
          <a:xfrm>
            <a:off x="575344" y="5046579"/>
            <a:ext cx="5430656" cy="1098888"/>
          </a:xfrm>
          <a:prstGeom prst="rect">
            <a:avLst/>
          </a:prstGeom>
          <a:solidFill>
            <a:srgbClr val="94AFC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B048B362-F1A3-8048-BCB3-31133C5AB2B2}"/>
              </a:ext>
            </a:extLst>
          </p:cNvPr>
          <p:cNvCxnSpPr/>
          <p:nvPr/>
        </p:nvCxnSpPr>
        <p:spPr>
          <a:xfrm>
            <a:off x="956799" y="5118907"/>
            <a:ext cx="0" cy="954232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feld 54">
            <a:extLst>
              <a:ext uri="{FF2B5EF4-FFF2-40B4-BE49-F238E27FC236}">
                <a16:creationId xmlns:a16="http://schemas.microsoft.com/office/drawing/2014/main" id="{E323DC37-CFD1-4449-B755-2558EB36D46F}"/>
              </a:ext>
            </a:extLst>
          </p:cNvPr>
          <p:cNvSpPr txBox="1"/>
          <p:nvPr/>
        </p:nvSpPr>
        <p:spPr>
          <a:xfrm>
            <a:off x="637484" y="5488300"/>
            <a:ext cx="398236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/>
            <a:r>
              <a:rPr lang="en-GB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07</a:t>
            </a:r>
            <a:endParaRPr lang="en-GB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Rechteck 64">
            <a:extLst>
              <a:ext uri="{FF2B5EF4-FFF2-40B4-BE49-F238E27FC236}">
                <a16:creationId xmlns:a16="http://schemas.microsoft.com/office/drawing/2014/main" id="{D8B97011-81D0-B74E-B4D6-10A497CD7A61}"/>
              </a:ext>
            </a:extLst>
          </p:cNvPr>
          <p:cNvSpPr/>
          <p:nvPr/>
        </p:nvSpPr>
        <p:spPr>
          <a:xfrm>
            <a:off x="4931445" y="5118907"/>
            <a:ext cx="993320" cy="95423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Textfeld 145">
            <a:extLst>
              <a:ext uri="{FF2B5EF4-FFF2-40B4-BE49-F238E27FC236}">
                <a16:creationId xmlns:a16="http://schemas.microsoft.com/office/drawing/2014/main" id="{4A3EA84D-BE08-497C-BB56-172C2D21FEF8}"/>
              </a:ext>
            </a:extLst>
          </p:cNvPr>
          <p:cNvSpPr txBox="1"/>
          <p:nvPr/>
        </p:nvSpPr>
        <p:spPr>
          <a:xfrm>
            <a:off x="1059858" y="5636761"/>
            <a:ext cx="3825661" cy="5232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>
              <a:spcAft>
                <a:spcPts val="300"/>
              </a:spcAft>
            </a:pPr>
            <a:r>
              <a:rPr lang="en-GB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Multichannel: POS, web shop, app</a:t>
            </a:r>
          </a:p>
          <a:p>
            <a:pPr marL="0" algn="l">
              <a:spcAft>
                <a:spcPts val="300"/>
              </a:spcAft>
            </a:pPr>
            <a:r>
              <a:rPr lang="en-GB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Link: </a:t>
            </a:r>
            <a:r>
              <a:rPr lang="en-GB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GB" sz="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www.takko.com</a:t>
            </a:r>
            <a:r>
              <a:rPr lang="en-GB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/de-de/</a:t>
            </a:r>
            <a:r>
              <a:rPr lang="en-GB" sz="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takkofriends.html</a:t>
            </a:r>
            <a:endParaRPr lang="en-GB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algn="l">
              <a:spcAft>
                <a:spcPts val="300"/>
              </a:spcAft>
            </a:pPr>
            <a:endParaRPr lang="en-GB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Rechteck 66">
            <a:extLst>
              <a:ext uri="{FF2B5EF4-FFF2-40B4-BE49-F238E27FC236}">
                <a16:creationId xmlns:a16="http://schemas.microsoft.com/office/drawing/2014/main" id="{B801EE6E-8D40-714F-8F8E-894AD0A1E81F}"/>
              </a:ext>
            </a:extLst>
          </p:cNvPr>
          <p:cNvSpPr/>
          <p:nvPr/>
        </p:nvSpPr>
        <p:spPr>
          <a:xfrm>
            <a:off x="6186000" y="5046579"/>
            <a:ext cx="5430656" cy="1098888"/>
          </a:xfrm>
          <a:prstGeom prst="rect">
            <a:avLst/>
          </a:prstGeom>
          <a:solidFill>
            <a:srgbClr val="94AFC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8" name="Gerader Verbinder 67">
            <a:extLst>
              <a:ext uri="{FF2B5EF4-FFF2-40B4-BE49-F238E27FC236}">
                <a16:creationId xmlns:a16="http://schemas.microsoft.com/office/drawing/2014/main" id="{4B13167E-031B-9546-99F9-D89313004A3F}"/>
              </a:ext>
            </a:extLst>
          </p:cNvPr>
          <p:cNvCxnSpPr/>
          <p:nvPr/>
        </p:nvCxnSpPr>
        <p:spPr>
          <a:xfrm>
            <a:off x="6567455" y="5118907"/>
            <a:ext cx="0" cy="954232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feld 60">
            <a:extLst>
              <a:ext uri="{FF2B5EF4-FFF2-40B4-BE49-F238E27FC236}">
                <a16:creationId xmlns:a16="http://schemas.microsoft.com/office/drawing/2014/main" id="{A94C1999-EE6B-D04A-AD52-A36BCDCEC03E}"/>
              </a:ext>
            </a:extLst>
          </p:cNvPr>
          <p:cNvSpPr txBox="1"/>
          <p:nvPr/>
        </p:nvSpPr>
        <p:spPr>
          <a:xfrm>
            <a:off x="6248140" y="5488300"/>
            <a:ext cx="398236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/>
            <a:r>
              <a:rPr lang="en-GB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08</a:t>
            </a:r>
            <a:endParaRPr lang="en-GB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FB379180-85FF-FF42-AC9C-7BCF8DAE9848}"/>
              </a:ext>
            </a:extLst>
          </p:cNvPr>
          <p:cNvSpPr/>
          <p:nvPr/>
        </p:nvSpPr>
        <p:spPr>
          <a:xfrm>
            <a:off x="10542101" y="5118907"/>
            <a:ext cx="993320" cy="95423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Textfeld 63">
            <a:extLst>
              <a:ext uri="{FF2B5EF4-FFF2-40B4-BE49-F238E27FC236}">
                <a16:creationId xmlns:a16="http://schemas.microsoft.com/office/drawing/2014/main" id="{E11F1763-5C32-3C4E-BA10-6A1C0883E5F2}"/>
              </a:ext>
            </a:extLst>
          </p:cNvPr>
          <p:cNvSpPr txBox="1"/>
          <p:nvPr/>
        </p:nvSpPr>
        <p:spPr>
          <a:xfrm>
            <a:off x="6670514" y="5636761"/>
            <a:ext cx="3825661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>
              <a:spcAft>
                <a:spcPts val="300"/>
              </a:spcAft>
            </a:pPr>
            <a:r>
              <a:rPr lang="en-GB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Multichannel: POS, web, app</a:t>
            </a:r>
          </a:p>
          <a:p>
            <a:pPr>
              <a:spcAft>
                <a:spcPts val="300"/>
              </a:spcAft>
            </a:pPr>
            <a:r>
              <a:rPr lang="en-GB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Link: </a:t>
            </a:r>
            <a:r>
              <a:rPr lang="en-GB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GB" sz="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toom.de</a:t>
            </a:r>
            <a:r>
              <a:rPr lang="en-GB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br>
              <a:rPr lang="en-GB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2" name="Grafik 71">
            <a:extLst>
              <a:ext uri="{FF2B5EF4-FFF2-40B4-BE49-F238E27FC236}">
                <a16:creationId xmlns:a16="http://schemas.microsoft.com/office/drawing/2014/main" id="{1913A311-AAE1-0244-B76C-E913D8564B27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97368" y="5395710"/>
            <a:ext cx="861473" cy="400625"/>
          </a:xfrm>
          <a:prstGeom prst="rect">
            <a:avLst/>
          </a:prstGeom>
        </p:spPr>
      </p:pic>
      <p:pic>
        <p:nvPicPr>
          <p:cNvPr id="73" name="Grafik 72">
            <a:extLst>
              <a:ext uri="{FF2B5EF4-FFF2-40B4-BE49-F238E27FC236}">
                <a16:creationId xmlns:a16="http://schemas.microsoft.com/office/drawing/2014/main" id="{ADB5A784-1A8E-844E-B777-94CB5427762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54777" y="5485613"/>
            <a:ext cx="967968" cy="220817"/>
          </a:xfrm>
          <a:prstGeom prst="rect">
            <a:avLst/>
          </a:prstGeom>
        </p:spPr>
      </p:pic>
      <p:sp>
        <p:nvSpPr>
          <p:cNvPr id="74" name="Rechteck 73">
            <a:extLst>
              <a:ext uri="{FF2B5EF4-FFF2-40B4-BE49-F238E27FC236}">
                <a16:creationId xmlns:a16="http://schemas.microsoft.com/office/drawing/2014/main" id="{D2ACC699-AA55-D04A-8B31-ACADF5961026}"/>
              </a:ext>
            </a:extLst>
          </p:cNvPr>
          <p:cNvSpPr/>
          <p:nvPr/>
        </p:nvSpPr>
        <p:spPr>
          <a:xfrm>
            <a:off x="575344" y="1532827"/>
            <a:ext cx="5430656" cy="1098888"/>
          </a:xfrm>
          <a:prstGeom prst="rect">
            <a:avLst/>
          </a:prstGeom>
          <a:solidFill>
            <a:srgbClr val="94AFC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Rechteck 74">
            <a:extLst>
              <a:ext uri="{FF2B5EF4-FFF2-40B4-BE49-F238E27FC236}">
                <a16:creationId xmlns:a16="http://schemas.microsoft.com/office/drawing/2014/main" id="{1D459D74-5795-1941-BFD3-B96B447001C3}"/>
              </a:ext>
            </a:extLst>
          </p:cNvPr>
          <p:cNvSpPr/>
          <p:nvPr/>
        </p:nvSpPr>
        <p:spPr>
          <a:xfrm>
            <a:off x="6186000" y="1532827"/>
            <a:ext cx="5430656" cy="1098888"/>
          </a:xfrm>
          <a:prstGeom prst="rect">
            <a:avLst/>
          </a:prstGeom>
          <a:solidFill>
            <a:srgbClr val="94AFC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Textfeld 142">
            <a:extLst>
              <a:ext uri="{FF2B5EF4-FFF2-40B4-BE49-F238E27FC236}">
                <a16:creationId xmlns:a16="http://schemas.microsoft.com/office/drawing/2014/main" id="{1DBE0521-00A5-4C72-B35C-679E6F14E064}"/>
              </a:ext>
            </a:extLst>
          </p:cNvPr>
          <p:cNvSpPr txBox="1"/>
          <p:nvPr/>
        </p:nvSpPr>
        <p:spPr>
          <a:xfrm>
            <a:off x="1059858" y="2123008"/>
            <a:ext cx="3825661" cy="36163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>
              <a:spcAft>
                <a:spcPts val="300"/>
              </a:spcAft>
            </a:pPr>
            <a:r>
              <a:rPr lang="en-GB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Multichannel: POS, web shop, app</a:t>
            </a:r>
          </a:p>
          <a:p>
            <a:pPr marL="0" algn="l">
              <a:spcAft>
                <a:spcPts val="300"/>
              </a:spcAft>
            </a:pPr>
            <a:r>
              <a:rPr lang="en-GB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Video: </a:t>
            </a:r>
            <a:r>
              <a:rPr lang="en-GB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https://www.youtube.com/watch?v=epaXNcuDv-Y</a:t>
            </a:r>
            <a:r>
              <a:rPr lang="en-GB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GB" sz="105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Textfeld 78">
            <a:extLst>
              <a:ext uri="{FF2B5EF4-FFF2-40B4-BE49-F238E27FC236}">
                <a16:creationId xmlns:a16="http://schemas.microsoft.com/office/drawing/2014/main" id="{D043DF8D-755C-4AEA-96E0-A41831E3CEC0}"/>
              </a:ext>
            </a:extLst>
          </p:cNvPr>
          <p:cNvSpPr txBox="1"/>
          <p:nvPr/>
        </p:nvSpPr>
        <p:spPr>
          <a:xfrm>
            <a:off x="6670514" y="1899870"/>
            <a:ext cx="3825661" cy="5616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>
              <a:spcAft>
                <a:spcPts val="300"/>
              </a:spcAft>
            </a:pPr>
            <a:r>
              <a:rPr lang="en-GB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Multichannel: POS, web, app</a:t>
            </a:r>
          </a:p>
          <a:p>
            <a:pPr marL="0" algn="l">
              <a:spcAft>
                <a:spcPts val="300"/>
              </a:spcAft>
            </a:pPr>
            <a:r>
              <a:rPr lang="en-GB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Multiprogram: Connector to 3rd party programs</a:t>
            </a:r>
          </a:p>
          <a:p>
            <a:pPr marL="0" algn="l">
              <a:spcAft>
                <a:spcPts val="300"/>
              </a:spcAft>
            </a:pPr>
            <a:r>
              <a:rPr lang="en-GB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Link: </a:t>
            </a:r>
            <a:r>
              <a:rPr lang="en-GB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https://www.h-hotels.com/de/hotmiles</a:t>
            </a:r>
            <a:endParaRPr lang="en-GB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8" name="Gerader Verbinder 77">
            <a:extLst>
              <a:ext uri="{FF2B5EF4-FFF2-40B4-BE49-F238E27FC236}">
                <a16:creationId xmlns:a16="http://schemas.microsoft.com/office/drawing/2014/main" id="{E186A653-5AC9-454A-A4FF-007D51EA926A}"/>
              </a:ext>
            </a:extLst>
          </p:cNvPr>
          <p:cNvCxnSpPr/>
          <p:nvPr/>
        </p:nvCxnSpPr>
        <p:spPr>
          <a:xfrm>
            <a:off x="956799" y="1605155"/>
            <a:ext cx="0" cy="954232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feld 71">
            <a:extLst>
              <a:ext uri="{FF2B5EF4-FFF2-40B4-BE49-F238E27FC236}">
                <a16:creationId xmlns:a16="http://schemas.microsoft.com/office/drawing/2014/main" id="{CF44EA77-EC92-EA43-B2DB-A295FB75B800}"/>
              </a:ext>
            </a:extLst>
          </p:cNvPr>
          <p:cNvSpPr txBox="1"/>
          <p:nvPr/>
        </p:nvSpPr>
        <p:spPr>
          <a:xfrm>
            <a:off x="637484" y="1974548"/>
            <a:ext cx="398236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/>
            <a:r>
              <a:rPr lang="en-GB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endParaRPr lang="en-GB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Rechteck 79">
            <a:extLst>
              <a:ext uri="{FF2B5EF4-FFF2-40B4-BE49-F238E27FC236}">
                <a16:creationId xmlns:a16="http://schemas.microsoft.com/office/drawing/2014/main" id="{813E66EB-7FA2-A74D-9291-D9FF98E69855}"/>
              </a:ext>
            </a:extLst>
          </p:cNvPr>
          <p:cNvSpPr/>
          <p:nvPr/>
        </p:nvSpPr>
        <p:spPr>
          <a:xfrm>
            <a:off x="4931445" y="1605155"/>
            <a:ext cx="993320" cy="95423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1" name="Grafik 80">
            <a:extLst>
              <a:ext uri="{FF2B5EF4-FFF2-40B4-BE49-F238E27FC236}">
                <a16:creationId xmlns:a16="http://schemas.microsoft.com/office/drawing/2014/main" id="{1DBA23F3-CBE6-064B-AED1-81461C7270D8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84965" y="1981814"/>
            <a:ext cx="886280" cy="200914"/>
          </a:xfrm>
          <a:prstGeom prst="rect">
            <a:avLst/>
          </a:prstGeom>
        </p:spPr>
      </p:pic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7C677F5F-BA90-D346-850A-7D860F37B93B}"/>
              </a:ext>
            </a:extLst>
          </p:cNvPr>
          <p:cNvCxnSpPr/>
          <p:nvPr/>
        </p:nvCxnSpPr>
        <p:spPr>
          <a:xfrm>
            <a:off x="6567455" y="1605155"/>
            <a:ext cx="0" cy="954232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feld 76">
            <a:extLst>
              <a:ext uri="{FF2B5EF4-FFF2-40B4-BE49-F238E27FC236}">
                <a16:creationId xmlns:a16="http://schemas.microsoft.com/office/drawing/2014/main" id="{ECEE74DB-CAEA-7941-97AB-7F60AAD70E68}"/>
              </a:ext>
            </a:extLst>
          </p:cNvPr>
          <p:cNvSpPr txBox="1"/>
          <p:nvPr/>
        </p:nvSpPr>
        <p:spPr>
          <a:xfrm>
            <a:off x="6248140" y="1974548"/>
            <a:ext cx="398236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/>
            <a:r>
              <a:rPr lang="en-GB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endParaRPr lang="en-GB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Rechteck 83">
            <a:extLst>
              <a:ext uri="{FF2B5EF4-FFF2-40B4-BE49-F238E27FC236}">
                <a16:creationId xmlns:a16="http://schemas.microsoft.com/office/drawing/2014/main" id="{F90BD39C-A5C1-1644-A7B1-EF1FBB73D147}"/>
              </a:ext>
            </a:extLst>
          </p:cNvPr>
          <p:cNvSpPr/>
          <p:nvPr/>
        </p:nvSpPr>
        <p:spPr>
          <a:xfrm>
            <a:off x="10542101" y="1605155"/>
            <a:ext cx="993320" cy="95423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5" name="Grafik 84">
            <a:extLst>
              <a:ext uri="{FF2B5EF4-FFF2-40B4-BE49-F238E27FC236}">
                <a16:creationId xmlns:a16="http://schemas.microsoft.com/office/drawing/2014/main" id="{C4503911-B983-D349-AD28-05746B4E6858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59267" y="1660699"/>
            <a:ext cx="758988" cy="398237"/>
          </a:xfrm>
          <a:prstGeom prst="rect">
            <a:avLst/>
          </a:prstGeom>
        </p:spPr>
      </p:pic>
      <p:grpSp>
        <p:nvGrpSpPr>
          <p:cNvPr id="86" name="Group 64">
            <a:extLst>
              <a:ext uri="{FF2B5EF4-FFF2-40B4-BE49-F238E27FC236}">
                <a16:creationId xmlns:a16="http://schemas.microsoft.com/office/drawing/2014/main" id="{5E06EE5A-5AF4-A548-9378-7EA2F8D3E42E}"/>
              </a:ext>
            </a:extLst>
          </p:cNvPr>
          <p:cNvGrpSpPr/>
          <p:nvPr/>
        </p:nvGrpSpPr>
        <p:grpSpPr>
          <a:xfrm>
            <a:off x="10575415" y="2124891"/>
            <a:ext cx="926690" cy="345872"/>
            <a:chOff x="7135233" y="2335014"/>
            <a:chExt cx="926690" cy="345872"/>
          </a:xfrm>
        </p:grpSpPr>
        <p:pic>
          <p:nvPicPr>
            <p:cNvPr id="158" name="Grafik 157">
              <a:extLst>
                <a:ext uri="{FF2B5EF4-FFF2-40B4-BE49-F238E27FC236}">
                  <a16:creationId xmlns:a16="http://schemas.microsoft.com/office/drawing/2014/main" id="{0051E10A-E2F1-6440-8812-BBD9B0B2B79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633777" y="2335014"/>
              <a:ext cx="428146" cy="153391"/>
            </a:xfrm>
            <a:prstGeom prst="rect">
              <a:avLst/>
            </a:prstGeom>
          </p:spPr>
        </p:pic>
        <p:pic>
          <p:nvPicPr>
            <p:cNvPr id="159" name="Picture 2">
              <a:extLst>
                <a:ext uri="{FF2B5EF4-FFF2-40B4-BE49-F238E27FC236}">
                  <a16:creationId xmlns:a16="http://schemas.microsoft.com/office/drawing/2014/main" id="{34136D9E-7C91-E342-8540-E3036148692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7358182" y="2542584"/>
              <a:ext cx="517178" cy="1383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0" name="Grafik 159">
              <a:extLst>
                <a:ext uri="{FF2B5EF4-FFF2-40B4-BE49-F238E27FC236}">
                  <a16:creationId xmlns:a16="http://schemas.microsoft.com/office/drawing/2014/main" id="{6E83B78E-8114-0B44-8E40-8B39534D72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135233" y="2335014"/>
              <a:ext cx="464532" cy="153391"/>
            </a:xfrm>
            <a:prstGeom prst="rect">
              <a:avLst/>
            </a:prstGeom>
          </p:spPr>
        </p:pic>
      </p:grpSp>
      <p:sp>
        <p:nvSpPr>
          <p:cNvPr id="87" name="Rechteck 86">
            <a:extLst>
              <a:ext uri="{FF2B5EF4-FFF2-40B4-BE49-F238E27FC236}">
                <a16:creationId xmlns:a16="http://schemas.microsoft.com/office/drawing/2014/main" id="{D1BB9C3A-56F8-B24F-81D8-0B2EFFD602D7}"/>
              </a:ext>
            </a:extLst>
          </p:cNvPr>
          <p:cNvSpPr/>
          <p:nvPr/>
        </p:nvSpPr>
        <p:spPr>
          <a:xfrm>
            <a:off x="575344" y="2704078"/>
            <a:ext cx="5430656" cy="1098888"/>
          </a:xfrm>
          <a:prstGeom prst="rect">
            <a:avLst/>
          </a:prstGeom>
          <a:solidFill>
            <a:srgbClr val="94AFC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8" name="Gerader Verbinder 87">
            <a:extLst>
              <a:ext uri="{FF2B5EF4-FFF2-40B4-BE49-F238E27FC236}">
                <a16:creationId xmlns:a16="http://schemas.microsoft.com/office/drawing/2014/main" id="{AA40BB44-65F6-6747-84F0-DF2CF301151D}"/>
              </a:ext>
            </a:extLst>
          </p:cNvPr>
          <p:cNvCxnSpPr/>
          <p:nvPr/>
        </p:nvCxnSpPr>
        <p:spPr>
          <a:xfrm>
            <a:off x="956799" y="2776406"/>
            <a:ext cx="0" cy="954232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feld 89">
            <a:extLst>
              <a:ext uri="{FF2B5EF4-FFF2-40B4-BE49-F238E27FC236}">
                <a16:creationId xmlns:a16="http://schemas.microsoft.com/office/drawing/2014/main" id="{E2559350-86AD-E04E-88E4-C7C2F636FD1C}"/>
              </a:ext>
            </a:extLst>
          </p:cNvPr>
          <p:cNvSpPr txBox="1"/>
          <p:nvPr/>
        </p:nvSpPr>
        <p:spPr>
          <a:xfrm>
            <a:off x="637484" y="3145799"/>
            <a:ext cx="398236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/>
            <a:r>
              <a:rPr lang="en-GB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endParaRPr lang="en-GB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Rechteck 89">
            <a:extLst>
              <a:ext uri="{FF2B5EF4-FFF2-40B4-BE49-F238E27FC236}">
                <a16:creationId xmlns:a16="http://schemas.microsoft.com/office/drawing/2014/main" id="{D2AB539D-3C38-5641-8205-709848A2208E}"/>
              </a:ext>
            </a:extLst>
          </p:cNvPr>
          <p:cNvSpPr/>
          <p:nvPr/>
        </p:nvSpPr>
        <p:spPr>
          <a:xfrm>
            <a:off x="4931445" y="2776405"/>
            <a:ext cx="993320" cy="954231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Textfeld 143">
            <a:extLst>
              <a:ext uri="{FF2B5EF4-FFF2-40B4-BE49-F238E27FC236}">
                <a16:creationId xmlns:a16="http://schemas.microsoft.com/office/drawing/2014/main" id="{A42242D2-A02B-447A-AB42-AAF56E5EBB1E}"/>
              </a:ext>
            </a:extLst>
          </p:cNvPr>
          <p:cNvSpPr txBox="1"/>
          <p:nvPr/>
        </p:nvSpPr>
        <p:spPr>
          <a:xfrm>
            <a:off x="1059857" y="3294259"/>
            <a:ext cx="5080215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>
              <a:spcAft>
                <a:spcPts val="300"/>
              </a:spcAft>
            </a:pPr>
            <a:r>
              <a:rPr lang="en-GB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Multichannel: POS, app</a:t>
            </a:r>
          </a:p>
        </p:txBody>
      </p:sp>
      <p:sp>
        <p:nvSpPr>
          <p:cNvPr id="92" name="Rechteck 91">
            <a:extLst>
              <a:ext uri="{FF2B5EF4-FFF2-40B4-BE49-F238E27FC236}">
                <a16:creationId xmlns:a16="http://schemas.microsoft.com/office/drawing/2014/main" id="{7DA71259-942A-D64E-AD22-F6706C55D3CF}"/>
              </a:ext>
            </a:extLst>
          </p:cNvPr>
          <p:cNvSpPr/>
          <p:nvPr/>
        </p:nvSpPr>
        <p:spPr>
          <a:xfrm>
            <a:off x="6186000" y="2704078"/>
            <a:ext cx="5430656" cy="1098888"/>
          </a:xfrm>
          <a:prstGeom prst="rect">
            <a:avLst/>
          </a:prstGeom>
          <a:solidFill>
            <a:srgbClr val="94AFC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3" name="Gerader Verbinder 92">
            <a:extLst>
              <a:ext uri="{FF2B5EF4-FFF2-40B4-BE49-F238E27FC236}">
                <a16:creationId xmlns:a16="http://schemas.microsoft.com/office/drawing/2014/main" id="{44A0F509-F611-D547-9C04-A58A15DB72D1}"/>
              </a:ext>
            </a:extLst>
          </p:cNvPr>
          <p:cNvCxnSpPr/>
          <p:nvPr/>
        </p:nvCxnSpPr>
        <p:spPr>
          <a:xfrm>
            <a:off x="6567455" y="2776406"/>
            <a:ext cx="0" cy="954232"/>
          </a:xfrm>
          <a:prstGeom prst="line">
            <a:avLst/>
          </a:prstGeom>
          <a:ln w="12700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feld 95">
            <a:extLst>
              <a:ext uri="{FF2B5EF4-FFF2-40B4-BE49-F238E27FC236}">
                <a16:creationId xmlns:a16="http://schemas.microsoft.com/office/drawing/2014/main" id="{F5E292BF-3F49-A742-89E7-98919FA27D0A}"/>
              </a:ext>
            </a:extLst>
          </p:cNvPr>
          <p:cNvSpPr txBox="1"/>
          <p:nvPr/>
        </p:nvSpPr>
        <p:spPr>
          <a:xfrm>
            <a:off x="6248140" y="3145799"/>
            <a:ext cx="398236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/>
            <a:r>
              <a:rPr lang="en-GB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  <a:endParaRPr lang="en-GB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Rechteck 94">
            <a:extLst>
              <a:ext uri="{FF2B5EF4-FFF2-40B4-BE49-F238E27FC236}">
                <a16:creationId xmlns:a16="http://schemas.microsoft.com/office/drawing/2014/main" id="{85133D81-4D22-1A49-9D17-615DBE272239}"/>
              </a:ext>
            </a:extLst>
          </p:cNvPr>
          <p:cNvSpPr/>
          <p:nvPr/>
        </p:nvSpPr>
        <p:spPr>
          <a:xfrm>
            <a:off x="10542101" y="2776406"/>
            <a:ext cx="993320" cy="95423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Textfeld 98">
            <a:extLst>
              <a:ext uri="{FF2B5EF4-FFF2-40B4-BE49-F238E27FC236}">
                <a16:creationId xmlns:a16="http://schemas.microsoft.com/office/drawing/2014/main" id="{752D0B61-9902-6640-8E61-F11E04A715C2}"/>
              </a:ext>
            </a:extLst>
          </p:cNvPr>
          <p:cNvSpPr txBox="1"/>
          <p:nvPr/>
        </p:nvSpPr>
        <p:spPr>
          <a:xfrm>
            <a:off x="6670514" y="3294259"/>
            <a:ext cx="3825661" cy="36163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>
              <a:spcAft>
                <a:spcPts val="300"/>
              </a:spcAft>
            </a:pPr>
            <a:r>
              <a:rPr lang="en-GB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Multichannel: POS, web, app</a:t>
            </a:r>
          </a:p>
          <a:p>
            <a:pPr marL="0" algn="l">
              <a:spcAft>
                <a:spcPts val="300"/>
              </a:spcAft>
            </a:pPr>
            <a:r>
              <a:rPr lang="en-GB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Link: </a:t>
            </a:r>
            <a:r>
              <a:rPr lang="en-GB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https://www.oekobonus.de/app/</a:t>
            </a:r>
            <a:endParaRPr lang="en-GB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8" name="Grafik 97">
            <a:extLst>
              <a:ext uri="{FF2B5EF4-FFF2-40B4-BE49-F238E27FC236}">
                <a16:creationId xmlns:a16="http://schemas.microsoft.com/office/drawing/2014/main" id="{DBF25AD1-E3E9-9746-ADE0-747E52350EDA}"/>
              </a:ext>
            </a:extLst>
          </p:cNvPr>
          <p:cNvPicPr>
            <a:picLocks noChangeAspect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94578" y="2788470"/>
            <a:ext cx="688368" cy="643861"/>
          </a:xfrm>
          <a:prstGeom prst="rect">
            <a:avLst/>
          </a:prstGeom>
        </p:spPr>
      </p:pic>
      <p:grpSp>
        <p:nvGrpSpPr>
          <p:cNvPr id="99" name="Gruppieren 98">
            <a:extLst>
              <a:ext uri="{FF2B5EF4-FFF2-40B4-BE49-F238E27FC236}">
                <a16:creationId xmlns:a16="http://schemas.microsoft.com/office/drawing/2014/main" id="{B2A96DA0-5EFA-4F33-8C02-B2B8FACCDA98}"/>
              </a:ext>
            </a:extLst>
          </p:cNvPr>
          <p:cNvGrpSpPr/>
          <p:nvPr/>
        </p:nvGrpSpPr>
        <p:grpSpPr>
          <a:xfrm>
            <a:off x="10568303" y="3444395"/>
            <a:ext cx="938223" cy="256456"/>
            <a:chOff x="9463047" y="3493053"/>
            <a:chExt cx="995567" cy="256456"/>
          </a:xfrm>
        </p:grpSpPr>
        <p:sp>
          <p:nvSpPr>
            <p:cNvPr id="156" name="Abgerundetes Rechteck 102">
              <a:extLst>
                <a:ext uri="{FF2B5EF4-FFF2-40B4-BE49-F238E27FC236}">
                  <a16:creationId xmlns:a16="http://schemas.microsoft.com/office/drawing/2014/main" id="{D6962807-DEF3-D146-9FA3-5091DA2EA16C}"/>
                </a:ext>
              </a:extLst>
            </p:cNvPr>
            <p:cNvSpPr/>
            <p:nvPr/>
          </p:nvSpPr>
          <p:spPr>
            <a:xfrm>
              <a:off x="9489862" y="3527928"/>
              <a:ext cx="941936" cy="186707"/>
            </a:xfrm>
            <a:prstGeom prst="roundRect">
              <a:avLst/>
            </a:prstGeom>
            <a:solidFill>
              <a:schemeClr val="tx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sz="8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Multipartner</a:t>
              </a:r>
            </a:p>
          </p:txBody>
        </p:sp>
        <p:sp>
          <p:nvSpPr>
            <p:cNvPr id="157" name="Abgerundetes Rechteck 103">
              <a:extLst>
                <a:ext uri="{FF2B5EF4-FFF2-40B4-BE49-F238E27FC236}">
                  <a16:creationId xmlns:a16="http://schemas.microsoft.com/office/drawing/2014/main" id="{FEA5574B-EAE4-344D-815A-5B882DBC9D30}"/>
                </a:ext>
              </a:extLst>
            </p:cNvPr>
            <p:cNvSpPr>
              <a:spLocks/>
            </p:cNvSpPr>
            <p:nvPr/>
          </p:nvSpPr>
          <p:spPr>
            <a:xfrm>
              <a:off x="9463047" y="3493053"/>
              <a:ext cx="995567" cy="256456"/>
            </a:xfrm>
            <a:prstGeom prst="roundRect">
              <a:avLst/>
            </a:prstGeom>
            <a:noFill/>
            <a:ln w="952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6" name="Textfeld 129">
            <a:extLst>
              <a:ext uri="{FF2B5EF4-FFF2-40B4-BE49-F238E27FC236}">
                <a16:creationId xmlns:a16="http://schemas.microsoft.com/office/drawing/2014/main" id="{712903E5-0DB8-4832-A547-B0B647F54CC7}"/>
              </a:ext>
            </a:extLst>
          </p:cNvPr>
          <p:cNvSpPr txBox="1"/>
          <p:nvPr/>
        </p:nvSpPr>
        <p:spPr>
          <a:xfrm>
            <a:off x="6670513" y="5147481"/>
            <a:ext cx="2452217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>
              <a:spcAft>
                <a:spcPts val="300"/>
              </a:spcAft>
            </a:pPr>
            <a:r>
              <a:rPr lang="en-GB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Leistungsbausteine</a:t>
            </a:r>
            <a:r>
              <a:rPr lang="en-GB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Couponing</a:t>
            </a:r>
          </a:p>
        </p:txBody>
      </p:sp>
      <p:sp>
        <p:nvSpPr>
          <p:cNvPr id="110" name="Textfeld 147">
            <a:extLst>
              <a:ext uri="{FF2B5EF4-FFF2-40B4-BE49-F238E27FC236}">
                <a16:creationId xmlns:a16="http://schemas.microsoft.com/office/drawing/2014/main" id="{7040EBE1-C2AF-42C4-845C-E6FC0F590689}"/>
              </a:ext>
            </a:extLst>
          </p:cNvPr>
          <p:cNvSpPr txBox="1"/>
          <p:nvPr/>
        </p:nvSpPr>
        <p:spPr>
          <a:xfrm>
            <a:off x="1059857" y="1633730"/>
            <a:ext cx="203420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>
              <a:spcAft>
                <a:spcPts val="300"/>
              </a:spcAft>
            </a:pPr>
            <a:r>
              <a:rPr lang="en-GB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Leistungsbausteine</a:t>
            </a:r>
            <a:r>
              <a:rPr lang="en-GB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Loyalty</a:t>
            </a:r>
          </a:p>
        </p:txBody>
      </p:sp>
      <p:sp>
        <p:nvSpPr>
          <p:cNvPr id="137" name="Textfeld 157">
            <a:extLst>
              <a:ext uri="{FF2B5EF4-FFF2-40B4-BE49-F238E27FC236}">
                <a16:creationId xmlns:a16="http://schemas.microsoft.com/office/drawing/2014/main" id="{1B78347E-B828-48BD-9ACD-A76D20C1E5BA}"/>
              </a:ext>
            </a:extLst>
          </p:cNvPr>
          <p:cNvSpPr txBox="1"/>
          <p:nvPr/>
        </p:nvSpPr>
        <p:spPr>
          <a:xfrm>
            <a:off x="1059857" y="2804981"/>
            <a:ext cx="2163111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>
              <a:spcAft>
                <a:spcPts val="300"/>
              </a:spcAft>
            </a:pPr>
            <a:r>
              <a:rPr lang="en-GB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Leistungsbausteine</a:t>
            </a:r>
            <a:r>
              <a:rPr lang="en-GB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Loyalty</a:t>
            </a:r>
          </a:p>
        </p:txBody>
      </p:sp>
      <p:sp>
        <p:nvSpPr>
          <p:cNvPr id="113" name="Textfeld 174">
            <a:extLst>
              <a:ext uri="{FF2B5EF4-FFF2-40B4-BE49-F238E27FC236}">
                <a16:creationId xmlns:a16="http://schemas.microsoft.com/office/drawing/2014/main" id="{7EAF0BD6-A5E7-4B49-ABC1-90669E3310E0}"/>
              </a:ext>
            </a:extLst>
          </p:cNvPr>
          <p:cNvSpPr txBox="1"/>
          <p:nvPr/>
        </p:nvSpPr>
        <p:spPr>
          <a:xfrm>
            <a:off x="1059858" y="3976232"/>
            <a:ext cx="2968324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>
              <a:spcAft>
                <a:spcPts val="300"/>
              </a:spcAft>
            </a:pPr>
            <a:r>
              <a:rPr lang="en-GB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Leistungsbausteine</a:t>
            </a:r>
            <a:r>
              <a:rPr lang="en-GB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Loyalty, Couponing </a:t>
            </a:r>
          </a:p>
        </p:txBody>
      </p:sp>
      <p:grpSp>
        <p:nvGrpSpPr>
          <p:cNvPr id="119" name="Gruppieren 118">
            <a:extLst>
              <a:ext uri="{FF2B5EF4-FFF2-40B4-BE49-F238E27FC236}">
                <a16:creationId xmlns:a16="http://schemas.microsoft.com/office/drawing/2014/main" id="{6387286A-C75B-4829-8AC4-6D6E2C8100DA}"/>
              </a:ext>
            </a:extLst>
          </p:cNvPr>
          <p:cNvGrpSpPr/>
          <p:nvPr/>
        </p:nvGrpSpPr>
        <p:grpSpPr>
          <a:xfrm>
            <a:off x="4954788" y="2247362"/>
            <a:ext cx="938223" cy="256456"/>
            <a:chOff x="9463047" y="3493053"/>
            <a:chExt cx="995567" cy="256456"/>
          </a:xfrm>
        </p:grpSpPr>
        <p:sp>
          <p:nvSpPr>
            <p:cNvPr id="129" name="Abgerundetes Rechteck 102">
              <a:extLst>
                <a:ext uri="{FF2B5EF4-FFF2-40B4-BE49-F238E27FC236}">
                  <a16:creationId xmlns:a16="http://schemas.microsoft.com/office/drawing/2014/main" id="{2401CFD3-4169-4374-8AA1-994862990B65}"/>
                </a:ext>
              </a:extLst>
            </p:cNvPr>
            <p:cNvSpPr/>
            <p:nvPr/>
          </p:nvSpPr>
          <p:spPr>
            <a:xfrm>
              <a:off x="9489862" y="3527928"/>
              <a:ext cx="941936" cy="186707"/>
            </a:xfrm>
            <a:prstGeom prst="roundRect">
              <a:avLst/>
            </a:prstGeom>
            <a:solidFill>
              <a:schemeClr val="tx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sz="80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Multipartner</a:t>
              </a:r>
              <a:endParaRPr lang="en-GB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" name="Abgerundetes Rechteck 103">
              <a:extLst>
                <a:ext uri="{FF2B5EF4-FFF2-40B4-BE49-F238E27FC236}">
                  <a16:creationId xmlns:a16="http://schemas.microsoft.com/office/drawing/2014/main" id="{EEB39443-AD89-48D0-945C-31B15D32FDA0}"/>
                </a:ext>
              </a:extLst>
            </p:cNvPr>
            <p:cNvSpPr>
              <a:spLocks/>
            </p:cNvSpPr>
            <p:nvPr/>
          </p:nvSpPr>
          <p:spPr>
            <a:xfrm>
              <a:off x="9463047" y="3493053"/>
              <a:ext cx="995567" cy="256456"/>
            </a:xfrm>
            <a:prstGeom prst="roundRect">
              <a:avLst/>
            </a:prstGeom>
            <a:noFill/>
            <a:ln w="952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23" name="Grafik 122">
            <a:extLst>
              <a:ext uri="{FF2B5EF4-FFF2-40B4-BE49-F238E27FC236}">
                <a16:creationId xmlns:a16="http://schemas.microsoft.com/office/drawing/2014/main" id="{186E5A2B-80E0-324B-8B13-9CBC5D482FA1}"/>
              </a:ext>
            </a:extLst>
          </p:cNvPr>
          <p:cNvPicPr>
            <a:picLocks noChangeAspect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1896" y="1322131"/>
            <a:ext cx="792000" cy="806949"/>
          </a:xfrm>
          <a:prstGeom prst="rect">
            <a:avLst/>
          </a:prstGeom>
        </p:spPr>
      </p:pic>
      <p:pic>
        <p:nvPicPr>
          <p:cNvPr id="124" name="Grafik 123">
            <a:extLst>
              <a:ext uri="{FF2B5EF4-FFF2-40B4-BE49-F238E27FC236}">
                <a16:creationId xmlns:a16="http://schemas.microsoft.com/office/drawing/2014/main" id="{9BA78B7D-57CC-0040-9A71-E67282941A9B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1896" y="2500686"/>
            <a:ext cx="792000" cy="806943"/>
          </a:xfrm>
          <a:prstGeom prst="rect">
            <a:avLst/>
          </a:prstGeom>
        </p:spPr>
      </p:pic>
      <p:pic>
        <p:nvPicPr>
          <p:cNvPr id="125" name="Grafik 124">
            <a:extLst>
              <a:ext uri="{FF2B5EF4-FFF2-40B4-BE49-F238E27FC236}">
                <a16:creationId xmlns:a16="http://schemas.microsoft.com/office/drawing/2014/main" id="{8A8D2B2B-FE36-6F49-AF89-517762D76E77}"/>
              </a:ext>
            </a:extLst>
          </p:cNvPr>
          <p:cNvPicPr>
            <a:picLocks noChangeAspect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1896" y="3664826"/>
            <a:ext cx="792000" cy="806943"/>
          </a:xfrm>
          <a:prstGeom prst="rect">
            <a:avLst/>
          </a:prstGeom>
        </p:spPr>
      </p:pic>
      <p:sp>
        <p:nvSpPr>
          <p:cNvPr id="126" name="Rechteck 125">
            <a:extLst>
              <a:ext uri="{FF2B5EF4-FFF2-40B4-BE49-F238E27FC236}">
                <a16:creationId xmlns:a16="http://schemas.microsoft.com/office/drawing/2014/main" id="{F1D5A68D-38BD-0B40-B076-8EDA16187790}"/>
              </a:ext>
            </a:extLst>
          </p:cNvPr>
          <p:cNvSpPr/>
          <p:nvPr/>
        </p:nvSpPr>
        <p:spPr>
          <a:xfrm>
            <a:off x="9989221" y="3115022"/>
            <a:ext cx="276225" cy="827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 sz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69034A6-92C2-5C5F-89D1-FBFADCFCD7D8}"/>
              </a:ext>
            </a:extLst>
          </p:cNvPr>
          <p:cNvPicPr>
            <a:picLocks noChangeAspect="1"/>
          </p:cNvPicPr>
          <p:nvPr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79877" y="3017135"/>
            <a:ext cx="504638" cy="427260"/>
          </a:xfrm>
          <a:prstGeom prst="rect">
            <a:avLst/>
          </a:prstGeom>
        </p:spPr>
      </p:pic>
      <p:sp>
        <p:nvSpPr>
          <p:cNvPr id="4" name="Google Shape;231;p37">
            <a:extLst>
              <a:ext uri="{FF2B5EF4-FFF2-40B4-BE49-F238E27FC236}">
                <a16:creationId xmlns:a16="http://schemas.microsoft.com/office/drawing/2014/main" id="{F524EFA4-6029-C799-B880-7E87C81FAE67}"/>
              </a:ext>
            </a:extLst>
          </p:cNvPr>
          <p:cNvSpPr txBox="1">
            <a:spLocks/>
          </p:cNvSpPr>
          <p:nvPr/>
        </p:nvSpPr>
        <p:spPr>
          <a:xfrm>
            <a:off x="353623" y="165902"/>
            <a:ext cx="11002858" cy="38565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200" b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Unsere Kunden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0659834F-29F6-60C9-C477-90037164C9C7}"/>
              </a:ext>
            </a:extLst>
          </p:cNvPr>
          <p:cNvSpPr txBox="1">
            <a:spLocks/>
          </p:cNvSpPr>
          <p:nvPr/>
        </p:nvSpPr>
        <p:spPr>
          <a:xfrm>
            <a:off x="393975" y="551659"/>
            <a:ext cx="11585815" cy="3837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6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Top-Tier-Unternehmen vertrauen auf die </a:t>
            </a:r>
            <a:r>
              <a:rPr lang="de-DE" sz="1600" err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Loyalty</a:t>
            </a:r>
            <a:r>
              <a:rPr lang="de-DE" sz="16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-Lösungen von </a:t>
            </a:r>
            <a:r>
              <a:rPr lang="de-DE" sz="1600" err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Convercus</a:t>
            </a:r>
            <a:endParaRPr lang="en-GB" sz="1600">
              <a:solidFill>
                <a:schemeClr val="accent4">
                  <a:lumMod val="25000"/>
                </a:schemeClr>
              </a:solidFill>
              <a:latin typeface="Montserrat" panose="02000505000000020004" pitchFamily="2" charset="77"/>
            </a:endParaRPr>
          </a:p>
        </p:txBody>
      </p:sp>
      <p:sp>
        <p:nvSpPr>
          <p:cNvPr id="14" name="Textfeld 174">
            <a:extLst>
              <a:ext uri="{FF2B5EF4-FFF2-40B4-BE49-F238E27FC236}">
                <a16:creationId xmlns:a16="http://schemas.microsoft.com/office/drawing/2014/main" id="{81693CDF-A6C4-93C9-3C02-0AF6084E0CE1}"/>
              </a:ext>
            </a:extLst>
          </p:cNvPr>
          <p:cNvSpPr txBox="1"/>
          <p:nvPr/>
        </p:nvSpPr>
        <p:spPr>
          <a:xfrm>
            <a:off x="1056410" y="5147481"/>
            <a:ext cx="2971772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>
              <a:spcAft>
                <a:spcPts val="300"/>
              </a:spcAft>
            </a:pPr>
            <a:r>
              <a:rPr lang="en-GB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Leistungsbausteine</a:t>
            </a:r>
            <a:r>
              <a:rPr lang="en-GB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Loyalty, Couponing, </a:t>
            </a:r>
            <a:r>
              <a:rPr lang="en-GB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Whitelabel</a:t>
            </a:r>
            <a:r>
              <a:rPr lang="en-GB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App </a:t>
            </a:r>
          </a:p>
        </p:txBody>
      </p:sp>
      <p:sp>
        <p:nvSpPr>
          <p:cNvPr id="15" name="Textfeld 157">
            <a:extLst>
              <a:ext uri="{FF2B5EF4-FFF2-40B4-BE49-F238E27FC236}">
                <a16:creationId xmlns:a16="http://schemas.microsoft.com/office/drawing/2014/main" id="{2F042B78-9A99-D448-5771-A693099B8154}"/>
              </a:ext>
            </a:extLst>
          </p:cNvPr>
          <p:cNvSpPr txBox="1"/>
          <p:nvPr/>
        </p:nvSpPr>
        <p:spPr>
          <a:xfrm>
            <a:off x="6670514" y="1633730"/>
            <a:ext cx="2163111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>
              <a:spcAft>
                <a:spcPts val="300"/>
              </a:spcAft>
            </a:pPr>
            <a:r>
              <a:rPr lang="en-GB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Leistungsbausteine</a:t>
            </a:r>
            <a:r>
              <a:rPr lang="en-GB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Loyalty</a:t>
            </a:r>
          </a:p>
        </p:txBody>
      </p:sp>
      <p:sp>
        <p:nvSpPr>
          <p:cNvPr id="16" name="Textfeld 174">
            <a:extLst>
              <a:ext uri="{FF2B5EF4-FFF2-40B4-BE49-F238E27FC236}">
                <a16:creationId xmlns:a16="http://schemas.microsoft.com/office/drawing/2014/main" id="{8521B1D9-D01C-771B-4975-329093F0E2F9}"/>
              </a:ext>
            </a:extLst>
          </p:cNvPr>
          <p:cNvSpPr txBox="1"/>
          <p:nvPr/>
        </p:nvSpPr>
        <p:spPr>
          <a:xfrm>
            <a:off x="6670514" y="2804981"/>
            <a:ext cx="2968324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>
              <a:spcAft>
                <a:spcPts val="300"/>
              </a:spcAft>
            </a:pPr>
            <a:r>
              <a:rPr lang="en-GB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Leistungsbausteine</a:t>
            </a:r>
            <a:r>
              <a:rPr lang="en-GB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Loyalty, </a:t>
            </a:r>
            <a:r>
              <a:rPr lang="en-GB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Whitelabel</a:t>
            </a:r>
            <a:r>
              <a:rPr lang="en-GB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App </a:t>
            </a:r>
          </a:p>
        </p:txBody>
      </p:sp>
      <p:sp>
        <p:nvSpPr>
          <p:cNvPr id="17" name="Textfeld 174">
            <a:extLst>
              <a:ext uri="{FF2B5EF4-FFF2-40B4-BE49-F238E27FC236}">
                <a16:creationId xmlns:a16="http://schemas.microsoft.com/office/drawing/2014/main" id="{36B44BA6-BB65-BCE3-ADBD-4AF110DB7284}"/>
              </a:ext>
            </a:extLst>
          </p:cNvPr>
          <p:cNvSpPr txBox="1"/>
          <p:nvPr/>
        </p:nvSpPr>
        <p:spPr>
          <a:xfrm>
            <a:off x="6670515" y="3948549"/>
            <a:ext cx="2992462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>
              <a:spcAft>
                <a:spcPts val="300"/>
              </a:spcAft>
            </a:pPr>
            <a:r>
              <a:rPr lang="en-GB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Leistungsbausteine</a:t>
            </a:r>
            <a:r>
              <a:rPr lang="en-GB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Loyalty, Couponing, </a:t>
            </a:r>
            <a:r>
              <a:rPr lang="en-GB" sz="105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Whitelabel</a:t>
            </a:r>
            <a:r>
              <a:rPr lang="en-GB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App </a:t>
            </a:r>
          </a:p>
        </p:txBody>
      </p:sp>
    </p:spTree>
    <p:extLst>
      <p:ext uri="{BB962C8B-B14F-4D97-AF65-F5344CB8AC3E}">
        <p14:creationId xmlns:p14="http://schemas.microsoft.com/office/powerpoint/2010/main" val="4144405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8B7BA7FB-D8A1-ED14-05C4-4193D3AD622E}"/>
              </a:ext>
            </a:extLst>
          </p:cNvPr>
          <p:cNvGrpSpPr/>
          <p:nvPr/>
        </p:nvGrpSpPr>
        <p:grpSpPr>
          <a:xfrm>
            <a:off x="9539878" y="804026"/>
            <a:ext cx="2662144" cy="2854458"/>
            <a:chOff x="6639203" y="798776"/>
            <a:chExt cx="2662144" cy="2854458"/>
          </a:xfrm>
        </p:grpSpPr>
        <p:pic>
          <p:nvPicPr>
            <p:cNvPr id="1026" name="Picture 2" descr="Das ist der größte Intersport-Store in Europa - sazsport.de">
              <a:extLst>
                <a:ext uri="{FF2B5EF4-FFF2-40B4-BE49-F238E27FC236}">
                  <a16:creationId xmlns:a16="http://schemas.microsoft.com/office/drawing/2014/main" id="{31F45D9C-A8AF-B899-10D1-37CB9A520B0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6649225" y="798786"/>
              <a:ext cx="2652122" cy="28544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201F0B8F-9EAC-1F19-3FD6-90D4555C83EE}"/>
                </a:ext>
              </a:extLst>
            </p:cNvPr>
            <p:cNvSpPr/>
            <p:nvPr/>
          </p:nvSpPr>
          <p:spPr>
            <a:xfrm>
              <a:off x="6639203" y="798776"/>
              <a:ext cx="2652122" cy="2854458"/>
            </a:xfrm>
            <a:prstGeom prst="rect">
              <a:avLst/>
            </a:prstGeom>
            <a:solidFill>
              <a:srgbClr val="014FA6">
                <a:alpha val="60088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5" name="Rechteck 14"/>
          <p:cNvSpPr/>
          <p:nvPr/>
        </p:nvSpPr>
        <p:spPr>
          <a:xfrm>
            <a:off x="10200364" y="1647380"/>
            <a:ext cx="2011680" cy="84141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7"/>
          </p:nvPr>
        </p:nvSpPr>
        <p:spPr>
          <a:xfrm>
            <a:off x="601200" y="1311196"/>
            <a:ext cx="9085846" cy="336184"/>
          </a:xfrm>
        </p:spPr>
        <p:txBody>
          <a:bodyPr>
            <a:normAutofit/>
          </a:bodyPr>
          <a:lstStyle/>
          <a:p>
            <a:r>
              <a:rPr lang="de-DE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INTERSPORT – Internationale Expansion mit personalisierten Angeboten</a:t>
            </a:r>
          </a:p>
        </p:txBody>
      </p:sp>
      <p:sp>
        <p:nvSpPr>
          <p:cNvPr id="10" name="Inhaltsplatzhalter 9"/>
          <p:cNvSpPr>
            <a:spLocks noGrp="1"/>
          </p:cNvSpPr>
          <p:nvPr>
            <p:ph idx="10"/>
          </p:nvPr>
        </p:nvSpPr>
        <p:spPr>
          <a:xfrm>
            <a:off x="601200" y="1995009"/>
            <a:ext cx="4991213" cy="1521395"/>
          </a:xfrm>
        </p:spPr>
        <p:txBody>
          <a:bodyPr/>
          <a:lstStyle/>
          <a:p>
            <a:pPr marL="359410">
              <a:buFont typeface="Symbol" pitchFamily="2" charset="2"/>
              <a:buChar char="-"/>
            </a:pPr>
            <a:r>
              <a:rPr lang="de-DE" sz="120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Implementierung in 5 Ländern und 4 Sprachen über 3 Vertriebskanäle</a:t>
            </a:r>
            <a:endParaRPr lang="de-DE" sz="1200"/>
          </a:p>
          <a:p>
            <a:pPr marL="359410">
              <a:buFont typeface="Symbol" pitchFamily="2" charset="2"/>
              <a:buChar char="-"/>
            </a:pPr>
            <a:r>
              <a:rPr lang="de-DE" sz="120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Über 900 Verkaufsstellen mit nahtloser Integration personalisierter Angebote und Loyalitätsanreizen</a:t>
            </a:r>
          </a:p>
          <a:p>
            <a:pPr marL="359410">
              <a:buFont typeface="Symbol" pitchFamily="2" charset="2"/>
              <a:buChar char="-"/>
            </a:pPr>
            <a:r>
              <a:rPr lang="de-DE" sz="120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Steigerung des Absatzes durch Omnichannel-Strategie in E-Commerce, Mobile und POS</a:t>
            </a:r>
            <a:endParaRPr lang="de-DE" sz="1200">
              <a:solidFill>
                <a:schemeClr val="tx1">
                  <a:lumMod val="75000"/>
                  <a:lumOff val="25000"/>
                </a:schemeClr>
              </a:solidFill>
              <a:highlight>
                <a:srgbClr val="FFFF00"/>
              </a:highlight>
            </a:endParaRPr>
          </a:p>
          <a:p>
            <a:pPr marL="359410">
              <a:buFont typeface="Symbol" pitchFamily="2" charset="2"/>
              <a:buChar char="-"/>
            </a:pPr>
            <a:endParaRPr lang="de-DE" sz="1200">
              <a:solidFill>
                <a:schemeClr val="tx1">
                  <a:lumMod val="75000"/>
                  <a:lumOff val="25000"/>
                </a:schemeClr>
              </a:solidFill>
              <a:highlight>
                <a:srgbClr val="FFFF00"/>
              </a:highlight>
            </a:endParaRPr>
          </a:p>
          <a:p>
            <a:pPr marL="245110" indent="-171450">
              <a:buFont typeface="Symbol" pitchFamily="2" charset="2"/>
              <a:buChar char="-"/>
            </a:pPr>
            <a:endParaRPr lang="de-DE" sz="1200">
              <a:solidFill>
                <a:schemeClr val="tx1">
                  <a:lumMod val="75000"/>
                  <a:lumOff val="25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20"/>
          </p:nvPr>
        </p:nvSpPr>
        <p:spPr>
          <a:xfrm>
            <a:off x="601200" y="1726199"/>
            <a:ext cx="2547938" cy="263194"/>
          </a:xfrm>
        </p:spPr>
        <p:txBody>
          <a:bodyPr>
            <a:normAutofit/>
          </a:bodyPr>
          <a:lstStyle/>
          <a:p>
            <a:r>
              <a:rPr lang="de-DE" sz="1200" b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Projektumsetzung</a:t>
            </a:r>
          </a:p>
        </p:txBody>
      </p:sp>
      <p:sp>
        <p:nvSpPr>
          <p:cNvPr id="2" name="Titel 3">
            <a:extLst>
              <a:ext uri="{FF2B5EF4-FFF2-40B4-BE49-F238E27FC236}">
                <a16:creationId xmlns:a16="http://schemas.microsoft.com/office/drawing/2014/main" id="{C2C8F792-66CA-E728-E624-034A52BA913A}"/>
              </a:ext>
            </a:extLst>
          </p:cNvPr>
          <p:cNvSpPr txBox="1">
            <a:spLocks/>
          </p:cNvSpPr>
          <p:nvPr/>
        </p:nvSpPr>
        <p:spPr>
          <a:xfrm>
            <a:off x="602474" y="798776"/>
            <a:ext cx="11589526" cy="56492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2000505000000020004" pitchFamily="2" charset="77"/>
                <a:ea typeface="+mj-ea"/>
                <a:cs typeface="+mj-cs"/>
              </a:defRPr>
            </a:lvl1pPr>
          </a:lstStyle>
          <a:p>
            <a:endParaRPr lang="en-GB" sz="1600"/>
          </a:p>
        </p:txBody>
      </p:sp>
      <p:pic>
        <p:nvPicPr>
          <p:cNvPr id="34" name="Bildplatzhalter 33" descr="Ein Bild, das Schrift, Grafiken, Screenshot, Grafikdesign enthält.&#10;&#10;Automatisch generierte Beschreibung">
            <a:extLst>
              <a:ext uri="{FF2B5EF4-FFF2-40B4-BE49-F238E27FC236}">
                <a16:creationId xmlns:a16="http://schemas.microsoft.com/office/drawing/2014/main" id="{10B0A32F-54FB-E5D3-1461-D54BCB49E68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583768" y="1815427"/>
            <a:ext cx="1299411" cy="517358"/>
          </a:xfrm>
        </p:spPr>
      </p:pic>
      <p:pic>
        <p:nvPicPr>
          <p:cNvPr id="45" name="Grafik 44">
            <a:extLst>
              <a:ext uri="{FF2B5EF4-FFF2-40B4-BE49-F238E27FC236}">
                <a16:creationId xmlns:a16="http://schemas.microsoft.com/office/drawing/2014/main" id="{A326B616-C8B4-498B-5FA5-E96FE55DC0F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56"/>
          <a:stretch/>
        </p:blipFill>
        <p:spPr>
          <a:xfrm>
            <a:off x="9522861" y="4005069"/>
            <a:ext cx="2669139" cy="2852931"/>
          </a:xfrm>
          <a:prstGeom prst="rect">
            <a:avLst/>
          </a:prstGeom>
          <a:effectLst/>
        </p:spPr>
      </p:pic>
      <p:sp>
        <p:nvSpPr>
          <p:cNvPr id="42" name="Rechteck 41">
            <a:extLst>
              <a:ext uri="{FF2B5EF4-FFF2-40B4-BE49-F238E27FC236}">
                <a16:creationId xmlns:a16="http://schemas.microsoft.com/office/drawing/2014/main" id="{BEA01CD7-F8FD-7233-7FB6-54834BEE6933}"/>
              </a:ext>
            </a:extLst>
          </p:cNvPr>
          <p:cNvSpPr/>
          <p:nvPr/>
        </p:nvSpPr>
        <p:spPr>
          <a:xfrm>
            <a:off x="9531369" y="4005069"/>
            <a:ext cx="2652122" cy="2854458"/>
          </a:xfrm>
          <a:prstGeom prst="rect">
            <a:avLst/>
          </a:prstGeom>
          <a:solidFill>
            <a:srgbClr val="014FA6">
              <a:alpha val="6008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C0143579-B348-1C66-24C8-277EC1178211}"/>
              </a:ext>
            </a:extLst>
          </p:cNvPr>
          <p:cNvSpPr/>
          <p:nvPr/>
        </p:nvSpPr>
        <p:spPr>
          <a:xfrm>
            <a:off x="10190342" y="4846896"/>
            <a:ext cx="2011680" cy="84141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6" name="Picture 18">
            <a:extLst>
              <a:ext uri="{FF2B5EF4-FFF2-40B4-BE49-F238E27FC236}">
                <a16:creationId xmlns:a16="http://schemas.microsoft.com/office/drawing/2014/main" id="{0AAA0A75-0538-F436-A763-734C223C47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710387" y="5018977"/>
            <a:ext cx="1046171" cy="497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Textplatzhalter 3">
            <a:extLst>
              <a:ext uri="{FF2B5EF4-FFF2-40B4-BE49-F238E27FC236}">
                <a16:creationId xmlns:a16="http://schemas.microsoft.com/office/drawing/2014/main" id="{176452B9-CCC7-4E65-72F3-64784510AE23}"/>
              </a:ext>
            </a:extLst>
          </p:cNvPr>
          <p:cNvSpPr txBox="1">
            <a:spLocks/>
          </p:cNvSpPr>
          <p:nvPr/>
        </p:nvSpPr>
        <p:spPr>
          <a:xfrm>
            <a:off x="601200" y="3748412"/>
            <a:ext cx="9085846" cy="336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rgbClr val="011A38"/>
                </a:solidFill>
                <a:latin typeface="Montserrat" panose="02000505000000020004" pitchFamily="2" charset="77"/>
                <a:ea typeface="+mn-ea"/>
                <a:cs typeface="+mn-cs"/>
              </a:defRPr>
            </a:lvl1pPr>
            <a:lvl2pPr marL="7938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None/>
              <a:tabLst/>
              <a:defRPr sz="1400" b="0" i="0" kern="1200">
                <a:solidFill>
                  <a:srgbClr val="01224E"/>
                </a:solidFill>
                <a:latin typeface="Montserrat" panose="02000505000000020004" pitchFamily="2" charset="77"/>
                <a:ea typeface="+mn-ea"/>
                <a:cs typeface="+mn-cs"/>
              </a:defRPr>
            </a:lvl2pPr>
            <a:lvl3pPr marL="7938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400" b="0" i="0" kern="1200">
                <a:solidFill>
                  <a:srgbClr val="01224E"/>
                </a:solidFill>
                <a:latin typeface="Montserrat" panose="02000505000000020004" pitchFamily="2" charset="77"/>
                <a:ea typeface="+mn-ea"/>
                <a:cs typeface="+mn-cs"/>
              </a:defRPr>
            </a:lvl3pPr>
            <a:lvl4pPr marL="7938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None/>
              <a:tabLst/>
              <a:defRPr sz="1400" b="0" i="0" kern="1200">
                <a:solidFill>
                  <a:srgbClr val="01224E"/>
                </a:solidFill>
                <a:latin typeface="Montserrat" panose="02000505000000020004" pitchFamily="2" charset="77"/>
                <a:ea typeface="+mn-ea"/>
                <a:cs typeface="+mn-cs"/>
              </a:defRPr>
            </a:lvl4pPr>
            <a:lvl5pPr marL="476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None/>
              <a:tabLst/>
              <a:defRPr sz="1400" b="0" i="0" kern="1200">
                <a:solidFill>
                  <a:srgbClr val="01224E"/>
                </a:solidFill>
                <a:latin typeface="Montserrat" panose="02000505000000020004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2000505000000020004" pitchFamily="2" charset="77"/>
              </a:rPr>
              <a:t>TAKKO – </a:t>
            </a:r>
            <a:r>
              <a:rPr lang="en-GB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2000505000000020004" pitchFamily="2" charset="77"/>
              </a:rPr>
              <a:t>Erfolgreiches</a:t>
            </a:r>
            <a:r>
              <a:rPr lang="en-GB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2000505000000020004" pitchFamily="2" charset="77"/>
              </a:rPr>
              <a:t> Standalone Loyalty-</a:t>
            </a:r>
            <a:r>
              <a:rPr lang="en-GB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2000505000000020004" pitchFamily="2" charset="77"/>
              </a:rPr>
              <a:t>Programm</a:t>
            </a:r>
            <a:endParaRPr lang="en-GB" sz="1200" b="1" dirty="0">
              <a:solidFill>
                <a:schemeClr val="tx1">
                  <a:lumMod val="75000"/>
                  <a:lumOff val="25000"/>
                </a:schemeClr>
              </a:solidFill>
              <a:latin typeface="Montserrat" panose="02000505000000020004" pitchFamily="2" charset="77"/>
            </a:endParaRPr>
          </a:p>
        </p:txBody>
      </p:sp>
      <p:sp>
        <p:nvSpPr>
          <p:cNvPr id="49" name="Inhaltsplatzhalter 9">
            <a:extLst>
              <a:ext uri="{FF2B5EF4-FFF2-40B4-BE49-F238E27FC236}">
                <a16:creationId xmlns:a16="http://schemas.microsoft.com/office/drawing/2014/main" id="{D6E84809-876B-D105-8A59-C5F41858E08E}"/>
              </a:ext>
            </a:extLst>
          </p:cNvPr>
          <p:cNvSpPr txBox="1">
            <a:spLocks/>
          </p:cNvSpPr>
          <p:nvPr/>
        </p:nvSpPr>
        <p:spPr>
          <a:xfrm>
            <a:off x="601200" y="4443303"/>
            <a:ext cx="4895963" cy="2175441"/>
          </a:xfrm>
          <a:prstGeom prst="rect">
            <a:avLst/>
          </a:prstGeom>
          <a:solidFill>
            <a:srgbClr val="EEF2F4"/>
          </a:solidFill>
        </p:spPr>
        <p:txBody>
          <a:bodyPr vert="horz" lIns="0" tIns="0" rIns="0" bIns="0" numCol="1" spcCol="252000" rtlCol="0" anchor="t">
            <a:noAutofit/>
          </a:bodyPr>
          <a:lstStyle>
            <a:lvl1pPr marL="360000" marR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 lang="de-DE" sz="1000" b="0" i="0" kern="1200" baseline="0" dirty="0">
                <a:solidFill>
                  <a:srgbClr val="011A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itchFamily="34" charset="0"/>
              <a:buChar char="•"/>
              <a:defRPr sz="1600" b="0" i="0" kern="1200">
                <a:solidFill>
                  <a:srgbClr val="1B1D28"/>
                </a:solidFill>
                <a:latin typeface="Calibri Light" pitchFamily="34" charset="0"/>
                <a:ea typeface="+mn-ea"/>
                <a:cs typeface="+mn-cs"/>
              </a:defRPr>
            </a:lvl2pPr>
            <a:lvl3pPr marL="1200150" indent="-28575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itchFamily="34" charset="0"/>
              <a:buChar char="•"/>
              <a:defRPr sz="1600" b="0" i="0" kern="1200">
                <a:solidFill>
                  <a:srgbClr val="1B1D28"/>
                </a:solidFill>
                <a:latin typeface="Calibri Light" pitchFamily="34" charset="0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itchFamily="34" charset="0"/>
              <a:buChar char="•"/>
              <a:defRPr sz="1600" b="0" i="0" kern="1200">
                <a:solidFill>
                  <a:srgbClr val="1B1D28"/>
                </a:solidFill>
                <a:latin typeface="Calibri Light" pitchFamily="34" charset="0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itchFamily="34" charset="0"/>
              <a:buChar char="•"/>
              <a:defRPr sz="1600" b="0" i="0" kern="1200">
                <a:solidFill>
                  <a:srgbClr val="1B1D28"/>
                </a:solidFill>
                <a:latin typeface="Calibri Light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9410">
              <a:buFont typeface="Symbol" pitchFamily="2" charset="2"/>
              <a:buChar char="-"/>
            </a:pPr>
            <a:r>
              <a:rPr lang="de-DE" sz="1200">
                <a:solidFill>
                  <a:schemeClr val="tx1">
                    <a:lumMod val="75000"/>
                    <a:lumOff val="25000"/>
                  </a:schemeClr>
                </a:solidFill>
              </a:rPr>
              <a:t>Einführung in 3 Ländern, Expansion auf 11 Länder bis 2024 mit über 4 Mio. Mitgliedern nach 2 Jahren</a:t>
            </a:r>
          </a:p>
          <a:p>
            <a:pPr marL="359410">
              <a:buFont typeface="Symbol" pitchFamily="2" charset="2"/>
              <a:buChar char="-"/>
            </a:pPr>
            <a:r>
              <a:rPr lang="de-DE" sz="1200">
                <a:solidFill>
                  <a:schemeClr val="tx1">
                    <a:lumMod val="75000"/>
                    <a:lumOff val="25000"/>
                  </a:schemeClr>
                </a:solidFill>
              </a:rPr>
              <a:t>Digitalisierung von über 20 Millionen Briefen jährlich durch </a:t>
            </a:r>
            <a:r>
              <a:rPr lang="de-DE" sz="1200" err="1">
                <a:solidFill>
                  <a:schemeClr val="tx1">
                    <a:lumMod val="75000"/>
                    <a:lumOff val="25000"/>
                  </a:schemeClr>
                </a:solidFill>
              </a:rPr>
              <a:t>Loyalty</a:t>
            </a:r>
            <a:r>
              <a:rPr lang="de-DE" sz="1200">
                <a:solidFill>
                  <a:schemeClr val="tx1">
                    <a:lumMod val="75000"/>
                    <a:lumOff val="25000"/>
                  </a:schemeClr>
                </a:solidFill>
              </a:rPr>
              <a:t>-App und mobile Lösungen</a:t>
            </a:r>
          </a:p>
          <a:p>
            <a:pPr marL="359410">
              <a:buFont typeface="Symbol" pitchFamily="2" charset="2"/>
              <a:buChar char="-"/>
            </a:pPr>
            <a:r>
              <a:rPr lang="de-DE" sz="1200">
                <a:solidFill>
                  <a:schemeClr val="tx1">
                    <a:lumMod val="75000"/>
                    <a:lumOff val="25000"/>
                  </a:schemeClr>
                </a:solidFill>
              </a:rPr>
              <a:t>Erzielung eines positiven ROI in weniger als einem Jahr mit 1.170 POS in 3 Vertriebskanälen</a:t>
            </a:r>
          </a:p>
        </p:txBody>
      </p:sp>
      <p:sp>
        <p:nvSpPr>
          <p:cNvPr id="50" name="Textplatzhalter 10">
            <a:extLst>
              <a:ext uri="{FF2B5EF4-FFF2-40B4-BE49-F238E27FC236}">
                <a16:creationId xmlns:a16="http://schemas.microsoft.com/office/drawing/2014/main" id="{383269B5-3324-FB36-B1F7-9467E93A581D}"/>
              </a:ext>
            </a:extLst>
          </p:cNvPr>
          <p:cNvSpPr txBox="1">
            <a:spLocks/>
          </p:cNvSpPr>
          <p:nvPr/>
        </p:nvSpPr>
        <p:spPr>
          <a:xfrm>
            <a:off x="601200" y="4174493"/>
            <a:ext cx="2547938" cy="26319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i="0" kern="1200">
                <a:solidFill>
                  <a:srgbClr val="011A38"/>
                </a:solidFill>
                <a:latin typeface="Montserrat" panose="02000505000000020004" pitchFamily="2" charset="77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None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2000505000000020004" pitchFamily="2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2000505000000020004" pitchFamily="2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None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2000505000000020004" pitchFamily="2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None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2000505000000020004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0" b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Projektumsetzung</a:t>
            </a:r>
          </a:p>
        </p:txBody>
      </p:sp>
      <p:sp>
        <p:nvSpPr>
          <p:cNvPr id="57" name="Gleichschenkliges Dreieck 73">
            <a:extLst>
              <a:ext uri="{FF2B5EF4-FFF2-40B4-BE49-F238E27FC236}">
                <a16:creationId xmlns:a16="http://schemas.microsoft.com/office/drawing/2014/main" id="{D322D3CE-07E8-F5BE-3C70-BCBAC0812E1F}"/>
              </a:ext>
            </a:extLst>
          </p:cNvPr>
          <p:cNvSpPr/>
          <p:nvPr/>
        </p:nvSpPr>
        <p:spPr>
          <a:xfrm>
            <a:off x="9040711" y="2782796"/>
            <a:ext cx="113922" cy="64770"/>
          </a:xfrm>
          <a:prstGeom prst="triangle">
            <a:avLst>
              <a:gd name="adj" fmla="val 0"/>
            </a:avLst>
          </a:prstGeom>
          <a:solidFill>
            <a:schemeClr val="tx1">
              <a:lumMod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1100">
              <a:solidFill>
                <a:schemeClr val="tx1">
                  <a:lumMod val="75000"/>
                  <a:lumOff val="25000"/>
                </a:schemeClr>
              </a:solidFill>
              <a:latin typeface="Montserrat" panose="02000505000000020004" pitchFamily="2" charset="77"/>
            </a:endParaRPr>
          </a:p>
        </p:txBody>
      </p: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190253D9-82AE-62BB-FA12-8CB71C97313F}"/>
              </a:ext>
            </a:extLst>
          </p:cNvPr>
          <p:cNvGrpSpPr>
            <a:grpSpLocks noChangeAspect="1"/>
          </p:cNvGrpSpPr>
          <p:nvPr/>
        </p:nvGrpSpPr>
        <p:grpSpPr>
          <a:xfrm>
            <a:off x="6024714" y="1580392"/>
            <a:ext cx="3380426" cy="1945537"/>
            <a:chOff x="4681132" y="3135635"/>
            <a:chExt cx="3769267" cy="216932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61" name="Rechteck 60">
              <a:extLst>
                <a:ext uri="{FF2B5EF4-FFF2-40B4-BE49-F238E27FC236}">
                  <a16:creationId xmlns:a16="http://schemas.microsoft.com/office/drawing/2014/main" id="{3AFAEA87-43A7-4977-3C25-A7148A5737DD}"/>
                </a:ext>
              </a:extLst>
            </p:cNvPr>
            <p:cNvSpPr/>
            <p:nvPr/>
          </p:nvSpPr>
          <p:spPr>
            <a:xfrm>
              <a:off x="5203464" y="3223532"/>
              <a:ext cx="2797536" cy="1800906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10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2000505000000020004" pitchFamily="2" charset="77"/>
              </a:endParaRPr>
            </a:p>
          </p:txBody>
        </p:sp>
        <p:grpSp>
          <p:nvGrpSpPr>
            <p:cNvPr id="62" name="Gruppieren 61">
              <a:extLst>
                <a:ext uri="{FF2B5EF4-FFF2-40B4-BE49-F238E27FC236}">
                  <a16:creationId xmlns:a16="http://schemas.microsoft.com/office/drawing/2014/main" id="{1150DB36-0F61-98B8-752D-3035B48FA4AA}"/>
                </a:ext>
              </a:extLst>
            </p:cNvPr>
            <p:cNvGrpSpPr/>
            <p:nvPr/>
          </p:nvGrpSpPr>
          <p:grpSpPr>
            <a:xfrm>
              <a:off x="4681132" y="3135635"/>
              <a:ext cx="3769267" cy="2169327"/>
              <a:chOff x="4272485" y="2326474"/>
              <a:chExt cx="3284016" cy="1890050"/>
            </a:xfrm>
          </p:grpSpPr>
          <p:pic>
            <p:nvPicPr>
              <p:cNvPr id="63" name="Grafik 62">
                <a:extLst>
                  <a:ext uri="{FF2B5EF4-FFF2-40B4-BE49-F238E27FC236}">
                    <a16:creationId xmlns:a16="http://schemas.microsoft.com/office/drawing/2014/main" id="{25875E31-B352-F390-C628-9909D2234E7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4727574" y="2473407"/>
                <a:ext cx="2401988" cy="1447718"/>
              </a:xfrm>
              <a:prstGeom prst="rect">
                <a:avLst/>
              </a:prstGeom>
            </p:spPr>
          </p:pic>
          <p:pic>
            <p:nvPicPr>
              <p:cNvPr id="1024" name="Grafik 1023" descr="A screenshot of a computer screen&#10;&#10;Description automatically generated">
                <a:extLst>
                  <a:ext uri="{FF2B5EF4-FFF2-40B4-BE49-F238E27FC236}">
                    <a16:creationId xmlns:a16="http://schemas.microsoft.com/office/drawing/2014/main" id="{41300687-DE83-49AF-0A37-2FFE65D9BC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4272485" y="2326474"/>
                <a:ext cx="3284016" cy="1890050"/>
              </a:xfrm>
              <a:custGeom>
                <a:avLst/>
                <a:gdLst>
                  <a:gd name="connsiteX0" fmla="*/ 1701467 w 11915972"/>
                  <a:gd name="connsiteY0" fmla="*/ 411328 h 6858001"/>
                  <a:gd name="connsiteX1" fmla="*/ 1701467 w 11915972"/>
                  <a:gd name="connsiteY1" fmla="*/ 5868727 h 6858001"/>
                  <a:gd name="connsiteX2" fmla="*/ 10398290 w 11915972"/>
                  <a:gd name="connsiteY2" fmla="*/ 5868727 h 6858001"/>
                  <a:gd name="connsiteX3" fmla="*/ 10398290 w 11915972"/>
                  <a:gd name="connsiteY3" fmla="*/ 411328 h 6858001"/>
                  <a:gd name="connsiteX4" fmla="*/ 0 w 11915972"/>
                  <a:gd name="connsiteY4" fmla="*/ 0 h 6858001"/>
                  <a:gd name="connsiteX5" fmla="*/ 11915972 w 11915972"/>
                  <a:gd name="connsiteY5" fmla="*/ 0 h 6858001"/>
                  <a:gd name="connsiteX6" fmla="*/ 11915972 w 11915972"/>
                  <a:gd name="connsiteY6" fmla="*/ 6858001 h 6858001"/>
                  <a:gd name="connsiteX7" fmla="*/ 0 w 11915972"/>
                  <a:gd name="connsiteY7" fmla="*/ 6858001 h 6858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915972" h="6858001">
                    <a:moveTo>
                      <a:pt x="1701467" y="411328"/>
                    </a:moveTo>
                    <a:lnTo>
                      <a:pt x="1701467" y="5868727"/>
                    </a:lnTo>
                    <a:lnTo>
                      <a:pt x="10398290" y="5868727"/>
                    </a:lnTo>
                    <a:lnTo>
                      <a:pt x="10398290" y="411328"/>
                    </a:lnTo>
                    <a:close/>
                    <a:moveTo>
                      <a:pt x="0" y="0"/>
                    </a:moveTo>
                    <a:lnTo>
                      <a:pt x="11915972" y="0"/>
                    </a:lnTo>
                    <a:lnTo>
                      <a:pt x="11915972" y="6858001"/>
                    </a:lnTo>
                    <a:lnTo>
                      <a:pt x="0" y="6858001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1025" name="Gruppieren 1024">
            <a:extLst>
              <a:ext uri="{FF2B5EF4-FFF2-40B4-BE49-F238E27FC236}">
                <a16:creationId xmlns:a16="http://schemas.microsoft.com/office/drawing/2014/main" id="{91BA47F1-0CEF-60FD-BBB0-473BC59E51B7}"/>
              </a:ext>
            </a:extLst>
          </p:cNvPr>
          <p:cNvGrpSpPr>
            <a:grpSpLocks noChangeAspect="1"/>
          </p:cNvGrpSpPr>
          <p:nvPr/>
        </p:nvGrpSpPr>
        <p:grpSpPr>
          <a:xfrm>
            <a:off x="5864942" y="2102412"/>
            <a:ext cx="781068" cy="1620340"/>
            <a:chOff x="2058484" y="2484438"/>
            <a:chExt cx="890457" cy="184726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027" name="Rechteck: abgerundete Ecken 101">
              <a:extLst>
                <a:ext uri="{FF2B5EF4-FFF2-40B4-BE49-F238E27FC236}">
                  <a16:creationId xmlns:a16="http://schemas.microsoft.com/office/drawing/2014/main" id="{B8511063-A516-F4E1-F863-4558FB33B6E8}"/>
                </a:ext>
              </a:extLst>
            </p:cNvPr>
            <p:cNvSpPr/>
            <p:nvPr/>
          </p:nvSpPr>
          <p:spPr>
            <a:xfrm>
              <a:off x="2078006" y="2507456"/>
              <a:ext cx="841407" cy="13738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028" name="Gruppieren 1027">
              <a:extLst>
                <a:ext uri="{FF2B5EF4-FFF2-40B4-BE49-F238E27FC236}">
                  <a16:creationId xmlns:a16="http://schemas.microsoft.com/office/drawing/2014/main" id="{2F977D4D-E107-5DBF-CF52-1FF2139CD12D}"/>
                </a:ext>
              </a:extLst>
            </p:cNvPr>
            <p:cNvGrpSpPr/>
            <p:nvPr/>
          </p:nvGrpSpPr>
          <p:grpSpPr>
            <a:xfrm>
              <a:off x="2058484" y="2484438"/>
              <a:ext cx="890457" cy="1847269"/>
              <a:chOff x="629733" y="1993900"/>
              <a:chExt cx="1372670" cy="2847629"/>
            </a:xfrm>
          </p:grpSpPr>
          <p:pic>
            <p:nvPicPr>
              <p:cNvPr id="1029" name="Grafik 1028">
                <a:extLst>
                  <a:ext uri="{FF2B5EF4-FFF2-40B4-BE49-F238E27FC236}">
                    <a16:creationId xmlns:a16="http://schemas.microsoft.com/office/drawing/2014/main" id="{FFF38091-E135-6AD7-40FA-5B807175CA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67167" y="2158114"/>
                <a:ext cx="1297801" cy="2669000"/>
              </a:xfrm>
              <a:prstGeom prst="round2SameRect">
                <a:avLst>
                  <a:gd name="adj1" fmla="val 0"/>
                  <a:gd name="adj2" fmla="val 10182"/>
                </a:avLst>
              </a:prstGeom>
            </p:spPr>
          </p:pic>
          <p:pic>
            <p:nvPicPr>
              <p:cNvPr id="1030" name="Grafik 1029">
                <a:extLst>
                  <a:ext uri="{FF2B5EF4-FFF2-40B4-BE49-F238E27FC236}">
                    <a16:creationId xmlns:a16="http://schemas.microsoft.com/office/drawing/2014/main" id="{7445C043-561D-C5E0-A4FB-FE63CB533A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629733" y="1993900"/>
                <a:ext cx="1372670" cy="2847629"/>
              </a:xfrm>
              <a:custGeom>
                <a:avLst/>
                <a:gdLst>
                  <a:gd name="connsiteX0" fmla="*/ 446803 w 3063680"/>
                  <a:gd name="connsiteY0" fmla="*/ 73067 h 6355659"/>
                  <a:gd name="connsiteX1" fmla="*/ 94547 w 3063680"/>
                  <a:gd name="connsiteY1" fmla="*/ 433968 h 6355659"/>
                  <a:gd name="connsiteX2" fmla="*/ 93620 w 3063680"/>
                  <a:gd name="connsiteY2" fmla="*/ 473862 h 6355659"/>
                  <a:gd name="connsiteX3" fmla="*/ 93620 w 3063680"/>
                  <a:gd name="connsiteY3" fmla="*/ 3552184 h 6355659"/>
                  <a:gd name="connsiteX4" fmla="*/ 93620 w 3063680"/>
                  <a:gd name="connsiteY4" fmla="*/ 3657949 h 6355659"/>
                  <a:gd name="connsiteX5" fmla="*/ 93620 w 3063680"/>
                  <a:gd name="connsiteY5" fmla="*/ 5881799 h 6355659"/>
                  <a:gd name="connsiteX6" fmla="*/ 94547 w 3063680"/>
                  <a:gd name="connsiteY6" fmla="*/ 5921694 h 6355659"/>
                  <a:gd name="connsiteX7" fmla="*/ 446803 w 3063680"/>
                  <a:gd name="connsiteY7" fmla="*/ 6282593 h 6355659"/>
                  <a:gd name="connsiteX8" fmla="*/ 2619663 w 3063680"/>
                  <a:gd name="connsiteY8" fmla="*/ 6282593 h 6355659"/>
                  <a:gd name="connsiteX9" fmla="*/ 2970064 w 3063680"/>
                  <a:gd name="connsiteY9" fmla="*/ 5921694 h 6355659"/>
                  <a:gd name="connsiteX10" fmla="*/ 2970064 w 3063680"/>
                  <a:gd name="connsiteY10" fmla="*/ 5881799 h 6355659"/>
                  <a:gd name="connsiteX11" fmla="*/ 2970064 w 3063680"/>
                  <a:gd name="connsiteY11" fmla="*/ 3657949 h 6355659"/>
                  <a:gd name="connsiteX12" fmla="*/ 2970064 w 3063680"/>
                  <a:gd name="connsiteY12" fmla="*/ 3552184 h 6355659"/>
                  <a:gd name="connsiteX13" fmla="*/ 2970064 w 3063680"/>
                  <a:gd name="connsiteY13" fmla="*/ 473862 h 6355659"/>
                  <a:gd name="connsiteX14" fmla="*/ 2970064 w 3063680"/>
                  <a:gd name="connsiteY14" fmla="*/ 433968 h 6355659"/>
                  <a:gd name="connsiteX15" fmla="*/ 2619663 w 3063680"/>
                  <a:gd name="connsiteY15" fmla="*/ 73067 h 6355659"/>
                  <a:gd name="connsiteX16" fmla="*/ 2392550 w 3063680"/>
                  <a:gd name="connsiteY16" fmla="*/ 73067 h 6355659"/>
                  <a:gd name="connsiteX17" fmla="*/ 2348055 w 3063680"/>
                  <a:gd name="connsiteY17" fmla="*/ 85128 h 6355659"/>
                  <a:gd name="connsiteX18" fmla="*/ 2333223 w 3063680"/>
                  <a:gd name="connsiteY18" fmla="*/ 126878 h 6355659"/>
                  <a:gd name="connsiteX19" fmla="*/ 2132994 w 3063680"/>
                  <a:gd name="connsiteY19" fmla="*/ 308719 h 6355659"/>
                  <a:gd name="connsiteX20" fmla="*/ 934398 w 3063680"/>
                  <a:gd name="connsiteY20" fmla="*/ 308719 h 6355659"/>
                  <a:gd name="connsiteX21" fmla="*/ 733241 w 3063680"/>
                  <a:gd name="connsiteY21" fmla="*/ 126878 h 6355659"/>
                  <a:gd name="connsiteX22" fmla="*/ 718410 w 3063680"/>
                  <a:gd name="connsiteY22" fmla="*/ 85128 h 6355659"/>
                  <a:gd name="connsiteX23" fmla="*/ 674842 w 3063680"/>
                  <a:gd name="connsiteY23" fmla="*/ 73067 h 6355659"/>
                  <a:gd name="connsiteX24" fmla="*/ 0 w 3063680"/>
                  <a:gd name="connsiteY24" fmla="*/ 0 h 6355659"/>
                  <a:gd name="connsiteX25" fmla="*/ 3063680 w 3063680"/>
                  <a:gd name="connsiteY25" fmla="*/ 0 h 6355659"/>
                  <a:gd name="connsiteX26" fmla="*/ 3063680 w 3063680"/>
                  <a:gd name="connsiteY26" fmla="*/ 6355659 h 6355659"/>
                  <a:gd name="connsiteX27" fmla="*/ 0 w 3063680"/>
                  <a:gd name="connsiteY27" fmla="*/ 6355659 h 63556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3063680" h="6355659">
                    <a:moveTo>
                      <a:pt x="446803" y="73067"/>
                    </a:moveTo>
                    <a:cubicBezTo>
                      <a:pt x="223399" y="73067"/>
                      <a:pt x="94547" y="187183"/>
                      <a:pt x="94547" y="433968"/>
                    </a:cubicBezTo>
                    <a:cubicBezTo>
                      <a:pt x="94547" y="440462"/>
                      <a:pt x="93620" y="467367"/>
                      <a:pt x="93620" y="473862"/>
                    </a:cubicBezTo>
                    <a:lnTo>
                      <a:pt x="93620" y="3552184"/>
                    </a:lnTo>
                    <a:lnTo>
                      <a:pt x="93620" y="3657949"/>
                    </a:lnTo>
                    <a:lnTo>
                      <a:pt x="93620" y="5881799"/>
                    </a:lnTo>
                    <a:cubicBezTo>
                      <a:pt x="93620" y="5888294"/>
                      <a:pt x="94547" y="5915199"/>
                      <a:pt x="94547" y="5921694"/>
                    </a:cubicBezTo>
                    <a:cubicBezTo>
                      <a:pt x="94547" y="6168479"/>
                      <a:pt x="223399" y="6282593"/>
                      <a:pt x="446803" y="6282593"/>
                    </a:cubicBezTo>
                    <a:lnTo>
                      <a:pt x="2619663" y="6282593"/>
                    </a:lnTo>
                    <a:cubicBezTo>
                      <a:pt x="2843993" y="6282593"/>
                      <a:pt x="2970064" y="6168479"/>
                      <a:pt x="2970064" y="5921694"/>
                    </a:cubicBezTo>
                    <a:cubicBezTo>
                      <a:pt x="2970064" y="5915199"/>
                      <a:pt x="2970064" y="5888294"/>
                      <a:pt x="2970064" y="5881799"/>
                    </a:cubicBezTo>
                    <a:lnTo>
                      <a:pt x="2970064" y="3657949"/>
                    </a:lnTo>
                    <a:lnTo>
                      <a:pt x="2970064" y="3552184"/>
                    </a:lnTo>
                    <a:lnTo>
                      <a:pt x="2970064" y="473862"/>
                    </a:lnTo>
                    <a:cubicBezTo>
                      <a:pt x="2970064" y="467367"/>
                      <a:pt x="2970064" y="440462"/>
                      <a:pt x="2970064" y="433968"/>
                    </a:cubicBezTo>
                    <a:cubicBezTo>
                      <a:pt x="2970064" y="187183"/>
                      <a:pt x="2843993" y="73067"/>
                      <a:pt x="2619663" y="73067"/>
                    </a:cubicBezTo>
                    <a:lnTo>
                      <a:pt x="2392550" y="73067"/>
                    </a:lnTo>
                    <a:cubicBezTo>
                      <a:pt x="2366595" y="73067"/>
                      <a:pt x="2356398" y="76779"/>
                      <a:pt x="2348055" y="85128"/>
                    </a:cubicBezTo>
                    <a:cubicBezTo>
                      <a:pt x="2338786" y="94406"/>
                      <a:pt x="2333223" y="105539"/>
                      <a:pt x="2333223" y="126878"/>
                    </a:cubicBezTo>
                    <a:cubicBezTo>
                      <a:pt x="2333223" y="242848"/>
                      <a:pt x="2262772" y="308719"/>
                      <a:pt x="2132994" y="308719"/>
                    </a:cubicBezTo>
                    <a:lnTo>
                      <a:pt x="934398" y="308719"/>
                    </a:lnTo>
                    <a:cubicBezTo>
                      <a:pt x="803693" y="308719"/>
                      <a:pt x="733241" y="242848"/>
                      <a:pt x="733241" y="126878"/>
                    </a:cubicBezTo>
                    <a:cubicBezTo>
                      <a:pt x="733241" y="105539"/>
                      <a:pt x="727679" y="94406"/>
                      <a:pt x="718410" y="85128"/>
                    </a:cubicBezTo>
                    <a:cubicBezTo>
                      <a:pt x="710067" y="76779"/>
                      <a:pt x="699871" y="73067"/>
                      <a:pt x="674842" y="73067"/>
                    </a:cubicBezTo>
                    <a:close/>
                    <a:moveTo>
                      <a:pt x="0" y="0"/>
                    </a:moveTo>
                    <a:lnTo>
                      <a:pt x="3063680" y="0"/>
                    </a:lnTo>
                    <a:lnTo>
                      <a:pt x="3063680" y="6355659"/>
                    </a:lnTo>
                    <a:lnTo>
                      <a:pt x="0" y="6355659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1035" name="Gruppieren 1034">
            <a:extLst>
              <a:ext uri="{FF2B5EF4-FFF2-40B4-BE49-F238E27FC236}">
                <a16:creationId xmlns:a16="http://schemas.microsoft.com/office/drawing/2014/main" id="{CE715954-7A71-9961-86DA-B4A199B890A1}"/>
              </a:ext>
            </a:extLst>
          </p:cNvPr>
          <p:cNvGrpSpPr>
            <a:grpSpLocks noChangeAspect="1"/>
          </p:cNvGrpSpPr>
          <p:nvPr/>
        </p:nvGrpSpPr>
        <p:grpSpPr>
          <a:xfrm>
            <a:off x="6076125" y="4357274"/>
            <a:ext cx="3380425" cy="1945536"/>
            <a:chOff x="8929887" y="2832229"/>
            <a:chExt cx="3769265" cy="216932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036" name="Rechteck 1035">
              <a:extLst>
                <a:ext uri="{FF2B5EF4-FFF2-40B4-BE49-F238E27FC236}">
                  <a16:creationId xmlns:a16="http://schemas.microsoft.com/office/drawing/2014/main" id="{1EE2AD05-7E01-F281-E93B-655F4FAC9BD0}"/>
                </a:ext>
              </a:extLst>
            </p:cNvPr>
            <p:cNvSpPr/>
            <p:nvPr/>
          </p:nvSpPr>
          <p:spPr>
            <a:xfrm>
              <a:off x="9458428" y="2935538"/>
              <a:ext cx="2797536" cy="1800906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400">
                <a:solidFill>
                  <a:schemeClr val="tx1"/>
                </a:solidFill>
                <a:latin typeface="Montserrat" panose="02000505000000020004" pitchFamily="2" charset="77"/>
              </a:endParaRPr>
            </a:p>
          </p:txBody>
        </p:sp>
        <p:grpSp>
          <p:nvGrpSpPr>
            <p:cNvPr id="1037" name="Gruppieren 1036">
              <a:extLst>
                <a:ext uri="{FF2B5EF4-FFF2-40B4-BE49-F238E27FC236}">
                  <a16:creationId xmlns:a16="http://schemas.microsoft.com/office/drawing/2014/main" id="{31EC2EF2-E0C0-37CA-42CB-3B763264AF29}"/>
                </a:ext>
              </a:extLst>
            </p:cNvPr>
            <p:cNvGrpSpPr/>
            <p:nvPr/>
          </p:nvGrpSpPr>
          <p:grpSpPr>
            <a:xfrm>
              <a:off x="8929887" y="2832229"/>
              <a:ext cx="3769265" cy="2169326"/>
              <a:chOff x="7307785" y="2326474"/>
              <a:chExt cx="3284016" cy="1890050"/>
            </a:xfrm>
          </p:grpSpPr>
          <p:pic>
            <p:nvPicPr>
              <p:cNvPr id="1038" name="Grafik 1037">
                <a:extLst>
                  <a:ext uri="{FF2B5EF4-FFF2-40B4-BE49-F238E27FC236}">
                    <a16:creationId xmlns:a16="http://schemas.microsoft.com/office/drawing/2014/main" id="{B58C55AF-D67E-24DC-EF95-ADAF36FA19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7771516" y="2472431"/>
                <a:ext cx="2394834" cy="1347094"/>
              </a:xfrm>
              <a:prstGeom prst="rect">
                <a:avLst/>
              </a:prstGeom>
            </p:spPr>
          </p:pic>
          <p:pic>
            <p:nvPicPr>
              <p:cNvPr id="1039" name="Grafik 1038" descr="A screenshot of a computer screen&#10;&#10;Description automatically generated">
                <a:extLst>
                  <a:ext uri="{FF2B5EF4-FFF2-40B4-BE49-F238E27FC236}">
                    <a16:creationId xmlns:a16="http://schemas.microsoft.com/office/drawing/2014/main" id="{2DE64717-91F9-BAB4-D0A0-BABFC5320B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7307785" y="2326474"/>
                <a:ext cx="3284016" cy="1890050"/>
              </a:xfrm>
              <a:custGeom>
                <a:avLst/>
                <a:gdLst>
                  <a:gd name="connsiteX0" fmla="*/ 1701467 w 11915972"/>
                  <a:gd name="connsiteY0" fmla="*/ 411328 h 6858001"/>
                  <a:gd name="connsiteX1" fmla="*/ 1701467 w 11915972"/>
                  <a:gd name="connsiteY1" fmla="*/ 5868727 h 6858001"/>
                  <a:gd name="connsiteX2" fmla="*/ 10398290 w 11915972"/>
                  <a:gd name="connsiteY2" fmla="*/ 5868727 h 6858001"/>
                  <a:gd name="connsiteX3" fmla="*/ 10398290 w 11915972"/>
                  <a:gd name="connsiteY3" fmla="*/ 411328 h 6858001"/>
                  <a:gd name="connsiteX4" fmla="*/ 0 w 11915972"/>
                  <a:gd name="connsiteY4" fmla="*/ 0 h 6858001"/>
                  <a:gd name="connsiteX5" fmla="*/ 11915972 w 11915972"/>
                  <a:gd name="connsiteY5" fmla="*/ 0 h 6858001"/>
                  <a:gd name="connsiteX6" fmla="*/ 11915972 w 11915972"/>
                  <a:gd name="connsiteY6" fmla="*/ 6858001 h 6858001"/>
                  <a:gd name="connsiteX7" fmla="*/ 0 w 11915972"/>
                  <a:gd name="connsiteY7" fmla="*/ 6858001 h 6858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915972" h="6858001">
                    <a:moveTo>
                      <a:pt x="1701467" y="411328"/>
                    </a:moveTo>
                    <a:lnTo>
                      <a:pt x="1701467" y="5868727"/>
                    </a:lnTo>
                    <a:lnTo>
                      <a:pt x="10398290" y="5868727"/>
                    </a:lnTo>
                    <a:lnTo>
                      <a:pt x="10398290" y="411328"/>
                    </a:lnTo>
                    <a:close/>
                    <a:moveTo>
                      <a:pt x="0" y="0"/>
                    </a:moveTo>
                    <a:lnTo>
                      <a:pt x="11915972" y="0"/>
                    </a:lnTo>
                    <a:lnTo>
                      <a:pt x="11915972" y="6858001"/>
                    </a:lnTo>
                    <a:lnTo>
                      <a:pt x="0" y="6858001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1040" name="Gruppieren 1039">
            <a:extLst>
              <a:ext uri="{FF2B5EF4-FFF2-40B4-BE49-F238E27FC236}">
                <a16:creationId xmlns:a16="http://schemas.microsoft.com/office/drawing/2014/main" id="{919274F1-9443-D805-3D26-0F55ADA20C2C}"/>
              </a:ext>
            </a:extLst>
          </p:cNvPr>
          <p:cNvGrpSpPr>
            <a:grpSpLocks noChangeAspect="1"/>
          </p:cNvGrpSpPr>
          <p:nvPr/>
        </p:nvGrpSpPr>
        <p:grpSpPr>
          <a:xfrm>
            <a:off x="5882066" y="4879300"/>
            <a:ext cx="781207" cy="1620635"/>
            <a:chOff x="2290893" y="1993900"/>
            <a:chExt cx="1372670" cy="284762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041" name="Rechteck: obere Ecken abgerundet 109">
              <a:extLst>
                <a:ext uri="{FF2B5EF4-FFF2-40B4-BE49-F238E27FC236}">
                  <a16:creationId xmlns:a16="http://schemas.microsoft.com/office/drawing/2014/main" id="{8ED4CF5D-FB30-5C9A-2C5E-40DF75F85CBE}"/>
                </a:ext>
              </a:extLst>
            </p:cNvPr>
            <p:cNvSpPr/>
            <p:nvPr/>
          </p:nvSpPr>
          <p:spPr>
            <a:xfrm>
              <a:off x="2328328" y="2021682"/>
              <a:ext cx="1297801" cy="148212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0000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042" name="Grafik 1041">
              <a:extLst>
                <a:ext uri="{FF2B5EF4-FFF2-40B4-BE49-F238E27FC236}">
                  <a16:creationId xmlns:a16="http://schemas.microsoft.com/office/drawing/2014/main" id="{5281C4B4-4547-B816-3C1B-399AF896D5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28328" y="2158114"/>
              <a:ext cx="1297801" cy="2669000"/>
            </a:xfrm>
            <a:prstGeom prst="round2SameRect">
              <a:avLst>
                <a:gd name="adj1" fmla="val 0"/>
                <a:gd name="adj2" fmla="val 9786"/>
              </a:avLst>
            </a:prstGeom>
          </p:spPr>
        </p:pic>
        <p:pic>
          <p:nvPicPr>
            <p:cNvPr id="1043" name="Grafik 1042">
              <a:extLst>
                <a:ext uri="{FF2B5EF4-FFF2-40B4-BE49-F238E27FC236}">
                  <a16:creationId xmlns:a16="http://schemas.microsoft.com/office/drawing/2014/main" id="{C7FF2A3C-BBA5-34E1-FBCB-EA041B6B28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2290893" y="1993900"/>
              <a:ext cx="1372670" cy="2847629"/>
            </a:xfrm>
            <a:custGeom>
              <a:avLst/>
              <a:gdLst>
                <a:gd name="connsiteX0" fmla="*/ 446803 w 3063680"/>
                <a:gd name="connsiteY0" fmla="*/ 73067 h 6355659"/>
                <a:gd name="connsiteX1" fmla="*/ 94547 w 3063680"/>
                <a:gd name="connsiteY1" fmla="*/ 433968 h 6355659"/>
                <a:gd name="connsiteX2" fmla="*/ 93620 w 3063680"/>
                <a:gd name="connsiteY2" fmla="*/ 473862 h 6355659"/>
                <a:gd name="connsiteX3" fmla="*/ 93620 w 3063680"/>
                <a:gd name="connsiteY3" fmla="*/ 3552184 h 6355659"/>
                <a:gd name="connsiteX4" fmla="*/ 93620 w 3063680"/>
                <a:gd name="connsiteY4" fmla="*/ 3657949 h 6355659"/>
                <a:gd name="connsiteX5" fmla="*/ 93620 w 3063680"/>
                <a:gd name="connsiteY5" fmla="*/ 5881799 h 6355659"/>
                <a:gd name="connsiteX6" fmla="*/ 94547 w 3063680"/>
                <a:gd name="connsiteY6" fmla="*/ 5921694 h 6355659"/>
                <a:gd name="connsiteX7" fmla="*/ 446803 w 3063680"/>
                <a:gd name="connsiteY7" fmla="*/ 6282593 h 6355659"/>
                <a:gd name="connsiteX8" fmla="*/ 2619663 w 3063680"/>
                <a:gd name="connsiteY8" fmla="*/ 6282593 h 6355659"/>
                <a:gd name="connsiteX9" fmla="*/ 2970064 w 3063680"/>
                <a:gd name="connsiteY9" fmla="*/ 5921694 h 6355659"/>
                <a:gd name="connsiteX10" fmla="*/ 2970064 w 3063680"/>
                <a:gd name="connsiteY10" fmla="*/ 5881799 h 6355659"/>
                <a:gd name="connsiteX11" fmla="*/ 2970064 w 3063680"/>
                <a:gd name="connsiteY11" fmla="*/ 3657949 h 6355659"/>
                <a:gd name="connsiteX12" fmla="*/ 2970064 w 3063680"/>
                <a:gd name="connsiteY12" fmla="*/ 3552184 h 6355659"/>
                <a:gd name="connsiteX13" fmla="*/ 2970064 w 3063680"/>
                <a:gd name="connsiteY13" fmla="*/ 473862 h 6355659"/>
                <a:gd name="connsiteX14" fmla="*/ 2970064 w 3063680"/>
                <a:gd name="connsiteY14" fmla="*/ 433968 h 6355659"/>
                <a:gd name="connsiteX15" fmla="*/ 2619663 w 3063680"/>
                <a:gd name="connsiteY15" fmla="*/ 73067 h 6355659"/>
                <a:gd name="connsiteX16" fmla="*/ 2392550 w 3063680"/>
                <a:gd name="connsiteY16" fmla="*/ 73067 h 6355659"/>
                <a:gd name="connsiteX17" fmla="*/ 2348055 w 3063680"/>
                <a:gd name="connsiteY17" fmla="*/ 85128 h 6355659"/>
                <a:gd name="connsiteX18" fmla="*/ 2333223 w 3063680"/>
                <a:gd name="connsiteY18" fmla="*/ 126878 h 6355659"/>
                <a:gd name="connsiteX19" fmla="*/ 2132994 w 3063680"/>
                <a:gd name="connsiteY19" fmla="*/ 308719 h 6355659"/>
                <a:gd name="connsiteX20" fmla="*/ 934398 w 3063680"/>
                <a:gd name="connsiteY20" fmla="*/ 308719 h 6355659"/>
                <a:gd name="connsiteX21" fmla="*/ 733241 w 3063680"/>
                <a:gd name="connsiteY21" fmla="*/ 126878 h 6355659"/>
                <a:gd name="connsiteX22" fmla="*/ 718410 w 3063680"/>
                <a:gd name="connsiteY22" fmla="*/ 85128 h 6355659"/>
                <a:gd name="connsiteX23" fmla="*/ 674842 w 3063680"/>
                <a:gd name="connsiteY23" fmla="*/ 73067 h 6355659"/>
                <a:gd name="connsiteX24" fmla="*/ 0 w 3063680"/>
                <a:gd name="connsiteY24" fmla="*/ 0 h 6355659"/>
                <a:gd name="connsiteX25" fmla="*/ 3063680 w 3063680"/>
                <a:gd name="connsiteY25" fmla="*/ 0 h 6355659"/>
                <a:gd name="connsiteX26" fmla="*/ 3063680 w 3063680"/>
                <a:gd name="connsiteY26" fmla="*/ 6355659 h 6355659"/>
                <a:gd name="connsiteX27" fmla="*/ 0 w 3063680"/>
                <a:gd name="connsiteY27" fmla="*/ 6355659 h 6355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063680" h="6355659">
                  <a:moveTo>
                    <a:pt x="446803" y="73067"/>
                  </a:moveTo>
                  <a:cubicBezTo>
                    <a:pt x="223399" y="73067"/>
                    <a:pt x="94547" y="187183"/>
                    <a:pt x="94547" y="433968"/>
                  </a:cubicBezTo>
                  <a:cubicBezTo>
                    <a:pt x="94547" y="440462"/>
                    <a:pt x="93620" y="467367"/>
                    <a:pt x="93620" y="473862"/>
                  </a:cubicBezTo>
                  <a:lnTo>
                    <a:pt x="93620" y="3552184"/>
                  </a:lnTo>
                  <a:lnTo>
                    <a:pt x="93620" y="3657949"/>
                  </a:lnTo>
                  <a:lnTo>
                    <a:pt x="93620" y="5881799"/>
                  </a:lnTo>
                  <a:cubicBezTo>
                    <a:pt x="93620" y="5888294"/>
                    <a:pt x="94547" y="5915199"/>
                    <a:pt x="94547" y="5921694"/>
                  </a:cubicBezTo>
                  <a:cubicBezTo>
                    <a:pt x="94547" y="6168479"/>
                    <a:pt x="223399" y="6282593"/>
                    <a:pt x="446803" y="6282593"/>
                  </a:cubicBezTo>
                  <a:lnTo>
                    <a:pt x="2619663" y="6282593"/>
                  </a:lnTo>
                  <a:cubicBezTo>
                    <a:pt x="2843993" y="6282593"/>
                    <a:pt x="2970064" y="6168479"/>
                    <a:pt x="2970064" y="5921694"/>
                  </a:cubicBezTo>
                  <a:cubicBezTo>
                    <a:pt x="2970064" y="5915199"/>
                    <a:pt x="2970064" y="5888294"/>
                    <a:pt x="2970064" y="5881799"/>
                  </a:cubicBezTo>
                  <a:lnTo>
                    <a:pt x="2970064" y="3657949"/>
                  </a:lnTo>
                  <a:lnTo>
                    <a:pt x="2970064" y="3552184"/>
                  </a:lnTo>
                  <a:lnTo>
                    <a:pt x="2970064" y="473862"/>
                  </a:lnTo>
                  <a:cubicBezTo>
                    <a:pt x="2970064" y="467367"/>
                    <a:pt x="2970064" y="440462"/>
                    <a:pt x="2970064" y="433968"/>
                  </a:cubicBezTo>
                  <a:cubicBezTo>
                    <a:pt x="2970064" y="187183"/>
                    <a:pt x="2843993" y="73067"/>
                    <a:pt x="2619663" y="73067"/>
                  </a:cubicBezTo>
                  <a:lnTo>
                    <a:pt x="2392550" y="73067"/>
                  </a:lnTo>
                  <a:cubicBezTo>
                    <a:pt x="2366595" y="73067"/>
                    <a:pt x="2356398" y="76779"/>
                    <a:pt x="2348055" y="85128"/>
                  </a:cubicBezTo>
                  <a:cubicBezTo>
                    <a:pt x="2338786" y="94406"/>
                    <a:pt x="2333223" y="105539"/>
                    <a:pt x="2333223" y="126878"/>
                  </a:cubicBezTo>
                  <a:cubicBezTo>
                    <a:pt x="2333223" y="242848"/>
                    <a:pt x="2262772" y="308719"/>
                    <a:pt x="2132994" y="308719"/>
                  </a:cubicBezTo>
                  <a:lnTo>
                    <a:pt x="934398" y="308719"/>
                  </a:lnTo>
                  <a:cubicBezTo>
                    <a:pt x="803693" y="308719"/>
                    <a:pt x="733241" y="242848"/>
                    <a:pt x="733241" y="126878"/>
                  </a:cubicBezTo>
                  <a:cubicBezTo>
                    <a:pt x="733241" y="105539"/>
                    <a:pt x="727679" y="94406"/>
                    <a:pt x="718410" y="85128"/>
                  </a:cubicBezTo>
                  <a:cubicBezTo>
                    <a:pt x="710067" y="76779"/>
                    <a:pt x="699871" y="73067"/>
                    <a:pt x="674842" y="73067"/>
                  </a:cubicBezTo>
                  <a:close/>
                  <a:moveTo>
                    <a:pt x="0" y="0"/>
                  </a:moveTo>
                  <a:lnTo>
                    <a:pt x="3063680" y="0"/>
                  </a:lnTo>
                  <a:lnTo>
                    <a:pt x="3063680" y="6355659"/>
                  </a:lnTo>
                  <a:lnTo>
                    <a:pt x="0" y="6355659"/>
                  </a:lnTo>
                  <a:close/>
                </a:path>
              </a:pathLst>
            </a:custGeom>
          </p:spPr>
        </p:pic>
      </p:grpSp>
      <p:sp>
        <p:nvSpPr>
          <p:cNvPr id="3" name="Google Shape;231;p37">
            <a:extLst>
              <a:ext uri="{FF2B5EF4-FFF2-40B4-BE49-F238E27FC236}">
                <a16:creationId xmlns:a16="http://schemas.microsoft.com/office/drawing/2014/main" id="{72965320-BAFF-EB2F-0E72-2DEB82D44252}"/>
              </a:ext>
            </a:extLst>
          </p:cNvPr>
          <p:cNvSpPr txBox="1">
            <a:spLocks/>
          </p:cNvSpPr>
          <p:nvPr/>
        </p:nvSpPr>
        <p:spPr>
          <a:xfrm>
            <a:off x="353623" y="165902"/>
            <a:ext cx="11002858" cy="38565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200" b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Unsere Kunden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2CCBF76B-C1E4-BD6D-D119-7921A1BBDEA7}"/>
              </a:ext>
            </a:extLst>
          </p:cNvPr>
          <p:cNvSpPr txBox="1">
            <a:spLocks/>
          </p:cNvSpPr>
          <p:nvPr/>
        </p:nvSpPr>
        <p:spPr>
          <a:xfrm>
            <a:off x="393975" y="551659"/>
            <a:ext cx="11585815" cy="3837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600" dirty="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Client-Cases: Intersport &amp; Takko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B76E8EF-6EAE-28D2-A637-20348411016A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493893" y="357040"/>
            <a:ext cx="2150239" cy="431809"/>
          </a:xfrm>
          <a:prstGeom prst="rect">
            <a:avLst/>
          </a:prstGeom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FF91761-ED98-293D-4904-0CF16B3F2BAA}"/>
              </a:ext>
            </a:extLst>
          </p:cNvPr>
          <p:cNvSpPr txBox="1">
            <a:spLocks/>
          </p:cNvSpPr>
          <p:nvPr/>
        </p:nvSpPr>
        <p:spPr>
          <a:xfrm>
            <a:off x="503660" y="6415802"/>
            <a:ext cx="1175322" cy="24622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1000" dirty="0" err="1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strictly</a:t>
            </a:r>
            <a:r>
              <a:rPr lang="de-DE" sz="10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de-DE" sz="1000" dirty="0" err="1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confidential</a:t>
            </a:r>
            <a:endParaRPr lang="de-DE" sz="1000" dirty="0">
              <a:solidFill>
                <a:schemeClr val="bg1">
                  <a:lumMod val="6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5190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338AFC-20B0-5E82-D070-B93C60297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670E523-E4F4-E9DA-36FD-B9BC6B41E6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1200" y="1311196"/>
            <a:ext cx="9085846" cy="336184"/>
          </a:xfrm>
        </p:spPr>
        <p:txBody>
          <a:bodyPr>
            <a:normAutofit/>
          </a:bodyPr>
          <a:lstStyle/>
          <a:p>
            <a:r>
              <a:rPr lang="de-DE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Euronics – Loyalty &amp; </a:t>
            </a:r>
            <a:r>
              <a:rPr lang="de-DE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Couponing</a:t>
            </a:r>
            <a:r>
              <a:rPr lang="de-DE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Plattform mit </a:t>
            </a:r>
            <a:r>
              <a:rPr lang="de-DE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Whitelabel</a:t>
            </a:r>
            <a:r>
              <a:rPr lang="de-DE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App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300A24DE-A43E-0CC9-0DF4-0483378E854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01200" y="1995009"/>
            <a:ext cx="4991213" cy="1521395"/>
          </a:xfrm>
        </p:spPr>
        <p:txBody>
          <a:bodyPr/>
          <a:lstStyle/>
          <a:p>
            <a:pPr marL="359410">
              <a:buFont typeface="Symbol" pitchFamily="2" charset="2"/>
              <a:buChar char="-"/>
            </a:pPr>
            <a:r>
              <a:rPr lang="de-DE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Aufbau eines zentralen Loyalty-Programms mit individualisierter Kundenkommunikation für über 300 teilnehmende Händler</a:t>
            </a:r>
          </a:p>
          <a:p>
            <a:pPr marL="359410">
              <a:buFont typeface="Symbol" pitchFamily="2" charset="2"/>
              <a:buChar char="-"/>
            </a:pPr>
            <a:r>
              <a:rPr lang="de-DE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Integration und laufender Betrieb von zwei </a:t>
            </a:r>
            <a:r>
              <a:rPr lang="de-DE" sz="120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Whitelabel</a:t>
            </a:r>
            <a:r>
              <a:rPr lang="de-DE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-Apps</a:t>
            </a:r>
          </a:p>
          <a:p>
            <a:pPr marL="359410">
              <a:buFont typeface="Symbol" pitchFamily="2" charset="2"/>
              <a:buChar char="-"/>
            </a:pPr>
            <a:r>
              <a:rPr lang="de-DE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Zielgerichtete Kundenansprache über personalisierte Newsbeiträge und Coupons</a:t>
            </a:r>
            <a:endParaRPr lang="de-DE" sz="1200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F00"/>
              </a:highlight>
            </a:endParaRPr>
          </a:p>
          <a:p>
            <a:pPr marL="245110" indent="-171450">
              <a:buFont typeface="Symbol" pitchFamily="2" charset="2"/>
              <a:buChar char="-"/>
            </a:pPr>
            <a:endParaRPr lang="de-DE" sz="1200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24265088-024D-F963-E35B-84FE91551F9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1200" y="1726199"/>
            <a:ext cx="2547938" cy="263194"/>
          </a:xfrm>
        </p:spPr>
        <p:txBody>
          <a:bodyPr>
            <a:normAutofit/>
          </a:bodyPr>
          <a:lstStyle/>
          <a:p>
            <a:r>
              <a:rPr lang="de-DE" sz="1200" b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Projektumsetzung</a:t>
            </a:r>
          </a:p>
        </p:txBody>
      </p:sp>
      <p:sp>
        <p:nvSpPr>
          <p:cNvPr id="2" name="Titel 3">
            <a:extLst>
              <a:ext uri="{FF2B5EF4-FFF2-40B4-BE49-F238E27FC236}">
                <a16:creationId xmlns:a16="http://schemas.microsoft.com/office/drawing/2014/main" id="{79F7AA82-6DC3-06C4-1087-37293758A0DF}"/>
              </a:ext>
            </a:extLst>
          </p:cNvPr>
          <p:cNvSpPr txBox="1">
            <a:spLocks/>
          </p:cNvSpPr>
          <p:nvPr/>
        </p:nvSpPr>
        <p:spPr>
          <a:xfrm>
            <a:off x="602474" y="798776"/>
            <a:ext cx="11589526" cy="56492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2000505000000020004" pitchFamily="2" charset="77"/>
                <a:ea typeface="+mj-ea"/>
                <a:cs typeface="+mj-cs"/>
              </a:defRPr>
            </a:lvl1pPr>
          </a:lstStyle>
          <a:p>
            <a:endParaRPr lang="en-GB" sz="1600"/>
          </a:p>
        </p:txBody>
      </p:sp>
      <p:pic>
        <p:nvPicPr>
          <p:cNvPr id="45" name="Grafik 44">
            <a:extLst>
              <a:ext uri="{FF2B5EF4-FFF2-40B4-BE49-F238E27FC236}">
                <a16:creationId xmlns:a16="http://schemas.microsoft.com/office/drawing/2014/main" id="{FC22D0FD-7F55-5BDD-03E2-5F1E5FF540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75" r="17175"/>
          <a:stretch/>
        </p:blipFill>
        <p:spPr>
          <a:xfrm>
            <a:off x="9522861" y="4005069"/>
            <a:ext cx="2669139" cy="2852931"/>
          </a:xfrm>
          <a:prstGeom prst="rect">
            <a:avLst/>
          </a:prstGeom>
          <a:effectLst/>
        </p:spPr>
      </p:pic>
      <p:sp>
        <p:nvSpPr>
          <p:cNvPr id="42" name="Rechteck 41">
            <a:extLst>
              <a:ext uri="{FF2B5EF4-FFF2-40B4-BE49-F238E27FC236}">
                <a16:creationId xmlns:a16="http://schemas.microsoft.com/office/drawing/2014/main" id="{F103D7A1-A48A-7831-46BF-9F176713DB1A}"/>
              </a:ext>
            </a:extLst>
          </p:cNvPr>
          <p:cNvSpPr/>
          <p:nvPr/>
        </p:nvSpPr>
        <p:spPr>
          <a:xfrm>
            <a:off x="9539878" y="4021235"/>
            <a:ext cx="2652122" cy="2854458"/>
          </a:xfrm>
          <a:prstGeom prst="rect">
            <a:avLst/>
          </a:prstGeom>
          <a:solidFill>
            <a:srgbClr val="014FA6">
              <a:alpha val="6008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4BA01B9E-02AE-F518-3962-A9821CBFCEF5}"/>
              </a:ext>
            </a:extLst>
          </p:cNvPr>
          <p:cNvSpPr/>
          <p:nvPr/>
        </p:nvSpPr>
        <p:spPr>
          <a:xfrm>
            <a:off x="10190342" y="4846896"/>
            <a:ext cx="2011680" cy="84141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" name="Textplatzhalter 3">
            <a:extLst>
              <a:ext uri="{FF2B5EF4-FFF2-40B4-BE49-F238E27FC236}">
                <a16:creationId xmlns:a16="http://schemas.microsoft.com/office/drawing/2014/main" id="{E5E00238-9D92-EE0E-4FF5-95DD47A99F70}"/>
              </a:ext>
            </a:extLst>
          </p:cNvPr>
          <p:cNvSpPr txBox="1">
            <a:spLocks/>
          </p:cNvSpPr>
          <p:nvPr/>
        </p:nvSpPr>
        <p:spPr>
          <a:xfrm>
            <a:off x="601200" y="3748412"/>
            <a:ext cx="7014625" cy="3361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rgbClr val="011A38"/>
                </a:solidFill>
                <a:latin typeface="Montserrat" panose="02000505000000020004" pitchFamily="2" charset="77"/>
                <a:ea typeface="+mn-ea"/>
                <a:cs typeface="+mn-cs"/>
              </a:defRPr>
            </a:lvl1pPr>
            <a:lvl2pPr marL="7938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None/>
              <a:tabLst/>
              <a:defRPr sz="1400" b="0" i="0" kern="1200">
                <a:solidFill>
                  <a:srgbClr val="01224E"/>
                </a:solidFill>
                <a:latin typeface="Montserrat" panose="02000505000000020004" pitchFamily="2" charset="77"/>
                <a:ea typeface="+mn-ea"/>
                <a:cs typeface="+mn-cs"/>
              </a:defRPr>
            </a:lvl2pPr>
            <a:lvl3pPr marL="7938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400" b="0" i="0" kern="1200">
                <a:solidFill>
                  <a:srgbClr val="01224E"/>
                </a:solidFill>
                <a:latin typeface="Montserrat" panose="02000505000000020004" pitchFamily="2" charset="77"/>
                <a:ea typeface="+mn-ea"/>
                <a:cs typeface="+mn-cs"/>
              </a:defRPr>
            </a:lvl3pPr>
            <a:lvl4pPr marL="7938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None/>
              <a:tabLst/>
              <a:defRPr sz="1400" b="0" i="0" kern="1200">
                <a:solidFill>
                  <a:srgbClr val="01224E"/>
                </a:solidFill>
                <a:latin typeface="Montserrat" panose="02000505000000020004" pitchFamily="2" charset="77"/>
                <a:ea typeface="+mn-ea"/>
                <a:cs typeface="+mn-cs"/>
              </a:defRPr>
            </a:lvl4pPr>
            <a:lvl5pPr marL="4762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None/>
              <a:tabLst/>
              <a:defRPr sz="1400" b="0" i="0" kern="1200">
                <a:solidFill>
                  <a:srgbClr val="01224E"/>
                </a:solidFill>
                <a:latin typeface="Montserrat" panose="02000505000000020004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toom – Omnichannel-Couponing </a:t>
            </a:r>
            <a:r>
              <a:rPr lang="en-GB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mit</a:t>
            </a:r>
            <a:r>
              <a:rPr lang="en-GB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Marketing Automation &amp; SAP-</a:t>
            </a:r>
            <a:r>
              <a:rPr lang="en-GB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Anbindung</a:t>
            </a:r>
            <a:endParaRPr lang="en-GB" sz="12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Inhaltsplatzhalter 9">
            <a:extLst>
              <a:ext uri="{FF2B5EF4-FFF2-40B4-BE49-F238E27FC236}">
                <a16:creationId xmlns:a16="http://schemas.microsoft.com/office/drawing/2014/main" id="{A123863E-010B-8DA7-853B-5DE3381195B4}"/>
              </a:ext>
            </a:extLst>
          </p:cNvPr>
          <p:cNvSpPr txBox="1">
            <a:spLocks/>
          </p:cNvSpPr>
          <p:nvPr/>
        </p:nvSpPr>
        <p:spPr>
          <a:xfrm>
            <a:off x="601200" y="4443303"/>
            <a:ext cx="4895963" cy="2175441"/>
          </a:xfrm>
          <a:prstGeom prst="rect">
            <a:avLst/>
          </a:prstGeom>
          <a:solidFill>
            <a:srgbClr val="EEF2F4"/>
          </a:solidFill>
        </p:spPr>
        <p:txBody>
          <a:bodyPr vert="horz" lIns="0" tIns="0" rIns="0" bIns="0" numCol="1" spcCol="252000" rtlCol="0" anchor="t">
            <a:noAutofit/>
          </a:bodyPr>
          <a:lstStyle>
            <a:lvl1pPr marL="360000" marR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/>
              <a:defRPr lang="de-DE" sz="1000" b="0" i="0" kern="1200" baseline="0" dirty="0">
                <a:solidFill>
                  <a:srgbClr val="011A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itchFamily="34" charset="0"/>
              <a:buChar char="•"/>
              <a:defRPr sz="1600" b="0" i="0" kern="1200">
                <a:solidFill>
                  <a:srgbClr val="1B1D28"/>
                </a:solidFill>
                <a:latin typeface="Calibri Light" pitchFamily="34" charset="0"/>
                <a:ea typeface="+mn-ea"/>
                <a:cs typeface="+mn-cs"/>
              </a:defRPr>
            </a:lvl2pPr>
            <a:lvl3pPr marL="1200150" indent="-28575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itchFamily="34" charset="0"/>
              <a:buChar char="•"/>
              <a:defRPr sz="1600" b="0" i="0" kern="1200">
                <a:solidFill>
                  <a:srgbClr val="1B1D28"/>
                </a:solidFill>
                <a:latin typeface="Calibri Light" pitchFamily="34" charset="0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itchFamily="34" charset="0"/>
              <a:buChar char="•"/>
              <a:defRPr sz="1600" b="0" i="0" kern="1200">
                <a:solidFill>
                  <a:srgbClr val="1B1D28"/>
                </a:solidFill>
                <a:latin typeface="Calibri Light" pitchFamily="34" charset="0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itchFamily="34" charset="0"/>
              <a:buChar char="•"/>
              <a:defRPr sz="1600" b="0" i="0" kern="1200">
                <a:solidFill>
                  <a:srgbClr val="1B1D28"/>
                </a:solidFill>
                <a:latin typeface="Calibri Light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9410">
              <a:buFont typeface="Symbol" pitchFamily="2" charset="2"/>
              <a:buChar char="-"/>
            </a:pPr>
            <a:r>
              <a:rPr lang="de-DE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E-Commerce, App, Click &amp; </a:t>
            </a:r>
            <a:r>
              <a:rPr lang="de-DE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Collect</a:t>
            </a:r>
            <a:r>
              <a:rPr lang="de-DE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sowie Click &amp; Reserve bereits live – POS-Integration folgt 2025</a:t>
            </a:r>
          </a:p>
          <a:p>
            <a:pPr marL="359410">
              <a:buFont typeface="Symbol" pitchFamily="2" charset="2"/>
              <a:buChar char="-"/>
            </a:pPr>
            <a:r>
              <a:rPr lang="de-DE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Umsetzung der „360° </a:t>
            </a:r>
            <a:r>
              <a:rPr lang="de-DE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Interconnected</a:t>
            </a:r>
            <a:r>
              <a:rPr lang="de-DE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Retail“-Strategie für eine durchgängige Customer Experience</a:t>
            </a:r>
          </a:p>
          <a:p>
            <a:pPr marL="359410">
              <a:buFont typeface="Symbol" pitchFamily="2" charset="2"/>
              <a:buChar char="-"/>
            </a:pPr>
            <a:r>
              <a:rPr lang="de-DE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Kanalübergreifende Ausspielung anonymer und personalisierter Coupons mit Echtzeit-Performance-Tracking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50" name="Textplatzhalter 10">
            <a:extLst>
              <a:ext uri="{FF2B5EF4-FFF2-40B4-BE49-F238E27FC236}">
                <a16:creationId xmlns:a16="http://schemas.microsoft.com/office/drawing/2014/main" id="{20EF6426-ADBD-F910-FD47-7D362109945F}"/>
              </a:ext>
            </a:extLst>
          </p:cNvPr>
          <p:cNvSpPr txBox="1">
            <a:spLocks/>
          </p:cNvSpPr>
          <p:nvPr/>
        </p:nvSpPr>
        <p:spPr>
          <a:xfrm>
            <a:off x="601200" y="4174493"/>
            <a:ext cx="2547938" cy="26319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i="0" kern="1200">
                <a:solidFill>
                  <a:srgbClr val="011A38"/>
                </a:solidFill>
                <a:latin typeface="Montserrat" panose="02000505000000020004" pitchFamily="2" charset="77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None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2000505000000020004" pitchFamily="2" charset="77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2000505000000020004" pitchFamily="2" charset="77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None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2000505000000020004" pitchFamily="2" charset="77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None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2000505000000020004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0" b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Projektumsetzung</a:t>
            </a:r>
          </a:p>
        </p:txBody>
      </p:sp>
      <p:sp>
        <p:nvSpPr>
          <p:cNvPr id="57" name="Gleichschenkliges Dreieck 73">
            <a:extLst>
              <a:ext uri="{FF2B5EF4-FFF2-40B4-BE49-F238E27FC236}">
                <a16:creationId xmlns:a16="http://schemas.microsoft.com/office/drawing/2014/main" id="{76A85379-BB21-2906-2DFC-42E4273ED859}"/>
              </a:ext>
            </a:extLst>
          </p:cNvPr>
          <p:cNvSpPr/>
          <p:nvPr/>
        </p:nvSpPr>
        <p:spPr>
          <a:xfrm>
            <a:off x="9040711" y="2782796"/>
            <a:ext cx="113922" cy="64770"/>
          </a:xfrm>
          <a:prstGeom prst="triangle">
            <a:avLst>
              <a:gd name="adj" fmla="val 0"/>
            </a:avLst>
          </a:prstGeom>
          <a:solidFill>
            <a:schemeClr val="tx1">
              <a:lumMod val="5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sz="1100">
              <a:solidFill>
                <a:schemeClr val="tx1">
                  <a:lumMod val="75000"/>
                  <a:lumOff val="25000"/>
                </a:schemeClr>
              </a:solidFill>
              <a:latin typeface="Montserrat" panose="02000505000000020004" pitchFamily="2" charset="77"/>
            </a:endParaRPr>
          </a:p>
        </p:txBody>
      </p: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25EB90C5-BE6A-2545-A747-3303C71C432A}"/>
              </a:ext>
            </a:extLst>
          </p:cNvPr>
          <p:cNvGrpSpPr>
            <a:grpSpLocks noChangeAspect="1"/>
          </p:cNvGrpSpPr>
          <p:nvPr/>
        </p:nvGrpSpPr>
        <p:grpSpPr>
          <a:xfrm>
            <a:off x="6024714" y="1580392"/>
            <a:ext cx="3380426" cy="1945537"/>
            <a:chOff x="4681132" y="3135635"/>
            <a:chExt cx="3769267" cy="216932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61" name="Rechteck 60">
              <a:extLst>
                <a:ext uri="{FF2B5EF4-FFF2-40B4-BE49-F238E27FC236}">
                  <a16:creationId xmlns:a16="http://schemas.microsoft.com/office/drawing/2014/main" id="{665DD6B0-A717-574E-59C2-26F12FDD3F96}"/>
                </a:ext>
              </a:extLst>
            </p:cNvPr>
            <p:cNvSpPr/>
            <p:nvPr/>
          </p:nvSpPr>
          <p:spPr>
            <a:xfrm>
              <a:off x="5203464" y="3223532"/>
              <a:ext cx="2797536" cy="1800906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100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2000505000000020004" pitchFamily="2" charset="77"/>
              </a:endParaRPr>
            </a:p>
          </p:txBody>
        </p:sp>
        <p:grpSp>
          <p:nvGrpSpPr>
            <p:cNvPr id="62" name="Gruppieren 61">
              <a:extLst>
                <a:ext uri="{FF2B5EF4-FFF2-40B4-BE49-F238E27FC236}">
                  <a16:creationId xmlns:a16="http://schemas.microsoft.com/office/drawing/2014/main" id="{EBDE67B7-3D56-7712-FB06-92F5B844F1B6}"/>
                </a:ext>
              </a:extLst>
            </p:cNvPr>
            <p:cNvGrpSpPr/>
            <p:nvPr/>
          </p:nvGrpSpPr>
          <p:grpSpPr>
            <a:xfrm>
              <a:off x="4681132" y="3135635"/>
              <a:ext cx="3769267" cy="2169327"/>
              <a:chOff x="4272485" y="2326474"/>
              <a:chExt cx="3284016" cy="1890050"/>
            </a:xfrm>
          </p:grpSpPr>
          <p:pic>
            <p:nvPicPr>
              <p:cNvPr id="63" name="Grafik 62">
                <a:extLst>
                  <a:ext uri="{FF2B5EF4-FFF2-40B4-BE49-F238E27FC236}">
                    <a16:creationId xmlns:a16="http://schemas.microsoft.com/office/drawing/2014/main" id="{5CB8BDCF-3F77-8669-EB93-2DAC3F1194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742878" y="2435199"/>
                <a:ext cx="2419957" cy="1592863"/>
              </a:xfrm>
              <a:prstGeom prst="rect">
                <a:avLst/>
              </a:prstGeom>
            </p:spPr>
          </p:pic>
          <p:pic>
            <p:nvPicPr>
              <p:cNvPr id="1024" name="Grafik 1023" descr="A screenshot of a computer screen&#10;&#10;Description automatically generated">
                <a:extLst>
                  <a:ext uri="{FF2B5EF4-FFF2-40B4-BE49-F238E27FC236}">
                    <a16:creationId xmlns:a16="http://schemas.microsoft.com/office/drawing/2014/main" id="{B7A621C3-DDB7-81D4-D670-816810A524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4272485" y="2326474"/>
                <a:ext cx="3284016" cy="1890050"/>
              </a:xfrm>
              <a:custGeom>
                <a:avLst/>
                <a:gdLst>
                  <a:gd name="connsiteX0" fmla="*/ 1701467 w 11915972"/>
                  <a:gd name="connsiteY0" fmla="*/ 411328 h 6858001"/>
                  <a:gd name="connsiteX1" fmla="*/ 1701467 w 11915972"/>
                  <a:gd name="connsiteY1" fmla="*/ 5868727 h 6858001"/>
                  <a:gd name="connsiteX2" fmla="*/ 10398290 w 11915972"/>
                  <a:gd name="connsiteY2" fmla="*/ 5868727 h 6858001"/>
                  <a:gd name="connsiteX3" fmla="*/ 10398290 w 11915972"/>
                  <a:gd name="connsiteY3" fmla="*/ 411328 h 6858001"/>
                  <a:gd name="connsiteX4" fmla="*/ 0 w 11915972"/>
                  <a:gd name="connsiteY4" fmla="*/ 0 h 6858001"/>
                  <a:gd name="connsiteX5" fmla="*/ 11915972 w 11915972"/>
                  <a:gd name="connsiteY5" fmla="*/ 0 h 6858001"/>
                  <a:gd name="connsiteX6" fmla="*/ 11915972 w 11915972"/>
                  <a:gd name="connsiteY6" fmla="*/ 6858001 h 6858001"/>
                  <a:gd name="connsiteX7" fmla="*/ 0 w 11915972"/>
                  <a:gd name="connsiteY7" fmla="*/ 6858001 h 6858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915972" h="6858001">
                    <a:moveTo>
                      <a:pt x="1701467" y="411328"/>
                    </a:moveTo>
                    <a:lnTo>
                      <a:pt x="1701467" y="5868727"/>
                    </a:lnTo>
                    <a:lnTo>
                      <a:pt x="10398290" y="5868727"/>
                    </a:lnTo>
                    <a:lnTo>
                      <a:pt x="10398290" y="411328"/>
                    </a:lnTo>
                    <a:close/>
                    <a:moveTo>
                      <a:pt x="0" y="0"/>
                    </a:moveTo>
                    <a:lnTo>
                      <a:pt x="11915972" y="0"/>
                    </a:lnTo>
                    <a:lnTo>
                      <a:pt x="11915972" y="6858001"/>
                    </a:lnTo>
                    <a:lnTo>
                      <a:pt x="0" y="6858001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1025" name="Gruppieren 1024">
            <a:extLst>
              <a:ext uri="{FF2B5EF4-FFF2-40B4-BE49-F238E27FC236}">
                <a16:creationId xmlns:a16="http://schemas.microsoft.com/office/drawing/2014/main" id="{5D331212-4B47-5905-FB7F-99E8137A13FF}"/>
              </a:ext>
            </a:extLst>
          </p:cNvPr>
          <p:cNvGrpSpPr>
            <a:grpSpLocks noChangeAspect="1"/>
          </p:cNvGrpSpPr>
          <p:nvPr/>
        </p:nvGrpSpPr>
        <p:grpSpPr>
          <a:xfrm>
            <a:off x="5864942" y="2102412"/>
            <a:ext cx="781068" cy="1620340"/>
            <a:chOff x="2058484" y="2484438"/>
            <a:chExt cx="890457" cy="1847269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027" name="Rechteck: abgerundete Ecken 101">
              <a:extLst>
                <a:ext uri="{FF2B5EF4-FFF2-40B4-BE49-F238E27FC236}">
                  <a16:creationId xmlns:a16="http://schemas.microsoft.com/office/drawing/2014/main" id="{B03DFE8B-9974-E8DE-F503-F42D65EA473C}"/>
                </a:ext>
              </a:extLst>
            </p:cNvPr>
            <p:cNvSpPr/>
            <p:nvPr/>
          </p:nvSpPr>
          <p:spPr>
            <a:xfrm>
              <a:off x="2078006" y="2507456"/>
              <a:ext cx="841407" cy="13738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028" name="Gruppieren 1027">
              <a:extLst>
                <a:ext uri="{FF2B5EF4-FFF2-40B4-BE49-F238E27FC236}">
                  <a16:creationId xmlns:a16="http://schemas.microsoft.com/office/drawing/2014/main" id="{ABE604C6-9AA6-ACEF-9668-09587FC5324E}"/>
                </a:ext>
              </a:extLst>
            </p:cNvPr>
            <p:cNvGrpSpPr/>
            <p:nvPr/>
          </p:nvGrpSpPr>
          <p:grpSpPr>
            <a:xfrm>
              <a:off x="2058484" y="2484438"/>
              <a:ext cx="890457" cy="1847269"/>
              <a:chOff x="629733" y="1993900"/>
              <a:chExt cx="1372670" cy="2847629"/>
            </a:xfrm>
          </p:grpSpPr>
          <p:pic>
            <p:nvPicPr>
              <p:cNvPr id="1029" name="Grafik 1028">
                <a:extLst>
                  <a:ext uri="{FF2B5EF4-FFF2-40B4-BE49-F238E27FC236}">
                    <a16:creationId xmlns:a16="http://schemas.microsoft.com/office/drawing/2014/main" id="{D1F594C0-8018-B0C9-F649-5C3F930192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67167" y="2158114"/>
                <a:ext cx="1297801" cy="2669000"/>
              </a:xfrm>
              <a:prstGeom prst="round2SameRect">
                <a:avLst>
                  <a:gd name="adj1" fmla="val 0"/>
                  <a:gd name="adj2" fmla="val 10182"/>
                </a:avLst>
              </a:prstGeom>
            </p:spPr>
          </p:pic>
          <p:pic>
            <p:nvPicPr>
              <p:cNvPr id="1030" name="Grafik 1029">
                <a:extLst>
                  <a:ext uri="{FF2B5EF4-FFF2-40B4-BE49-F238E27FC236}">
                    <a16:creationId xmlns:a16="http://schemas.microsoft.com/office/drawing/2014/main" id="{B2460A27-7B03-CBA5-B3E3-C7215832FC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629733" y="1993900"/>
                <a:ext cx="1372670" cy="2847629"/>
              </a:xfrm>
              <a:custGeom>
                <a:avLst/>
                <a:gdLst>
                  <a:gd name="connsiteX0" fmla="*/ 446803 w 3063680"/>
                  <a:gd name="connsiteY0" fmla="*/ 73067 h 6355659"/>
                  <a:gd name="connsiteX1" fmla="*/ 94547 w 3063680"/>
                  <a:gd name="connsiteY1" fmla="*/ 433968 h 6355659"/>
                  <a:gd name="connsiteX2" fmla="*/ 93620 w 3063680"/>
                  <a:gd name="connsiteY2" fmla="*/ 473862 h 6355659"/>
                  <a:gd name="connsiteX3" fmla="*/ 93620 w 3063680"/>
                  <a:gd name="connsiteY3" fmla="*/ 3552184 h 6355659"/>
                  <a:gd name="connsiteX4" fmla="*/ 93620 w 3063680"/>
                  <a:gd name="connsiteY4" fmla="*/ 3657949 h 6355659"/>
                  <a:gd name="connsiteX5" fmla="*/ 93620 w 3063680"/>
                  <a:gd name="connsiteY5" fmla="*/ 5881799 h 6355659"/>
                  <a:gd name="connsiteX6" fmla="*/ 94547 w 3063680"/>
                  <a:gd name="connsiteY6" fmla="*/ 5921694 h 6355659"/>
                  <a:gd name="connsiteX7" fmla="*/ 446803 w 3063680"/>
                  <a:gd name="connsiteY7" fmla="*/ 6282593 h 6355659"/>
                  <a:gd name="connsiteX8" fmla="*/ 2619663 w 3063680"/>
                  <a:gd name="connsiteY8" fmla="*/ 6282593 h 6355659"/>
                  <a:gd name="connsiteX9" fmla="*/ 2970064 w 3063680"/>
                  <a:gd name="connsiteY9" fmla="*/ 5921694 h 6355659"/>
                  <a:gd name="connsiteX10" fmla="*/ 2970064 w 3063680"/>
                  <a:gd name="connsiteY10" fmla="*/ 5881799 h 6355659"/>
                  <a:gd name="connsiteX11" fmla="*/ 2970064 w 3063680"/>
                  <a:gd name="connsiteY11" fmla="*/ 3657949 h 6355659"/>
                  <a:gd name="connsiteX12" fmla="*/ 2970064 w 3063680"/>
                  <a:gd name="connsiteY12" fmla="*/ 3552184 h 6355659"/>
                  <a:gd name="connsiteX13" fmla="*/ 2970064 w 3063680"/>
                  <a:gd name="connsiteY13" fmla="*/ 473862 h 6355659"/>
                  <a:gd name="connsiteX14" fmla="*/ 2970064 w 3063680"/>
                  <a:gd name="connsiteY14" fmla="*/ 433968 h 6355659"/>
                  <a:gd name="connsiteX15" fmla="*/ 2619663 w 3063680"/>
                  <a:gd name="connsiteY15" fmla="*/ 73067 h 6355659"/>
                  <a:gd name="connsiteX16" fmla="*/ 2392550 w 3063680"/>
                  <a:gd name="connsiteY16" fmla="*/ 73067 h 6355659"/>
                  <a:gd name="connsiteX17" fmla="*/ 2348055 w 3063680"/>
                  <a:gd name="connsiteY17" fmla="*/ 85128 h 6355659"/>
                  <a:gd name="connsiteX18" fmla="*/ 2333223 w 3063680"/>
                  <a:gd name="connsiteY18" fmla="*/ 126878 h 6355659"/>
                  <a:gd name="connsiteX19" fmla="*/ 2132994 w 3063680"/>
                  <a:gd name="connsiteY19" fmla="*/ 308719 h 6355659"/>
                  <a:gd name="connsiteX20" fmla="*/ 934398 w 3063680"/>
                  <a:gd name="connsiteY20" fmla="*/ 308719 h 6355659"/>
                  <a:gd name="connsiteX21" fmla="*/ 733241 w 3063680"/>
                  <a:gd name="connsiteY21" fmla="*/ 126878 h 6355659"/>
                  <a:gd name="connsiteX22" fmla="*/ 718410 w 3063680"/>
                  <a:gd name="connsiteY22" fmla="*/ 85128 h 6355659"/>
                  <a:gd name="connsiteX23" fmla="*/ 674842 w 3063680"/>
                  <a:gd name="connsiteY23" fmla="*/ 73067 h 6355659"/>
                  <a:gd name="connsiteX24" fmla="*/ 0 w 3063680"/>
                  <a:gd name="connsiteY24" fmla="*/ 0 h 6355659"/>
                  <a:gd name="connsiteX25" fmla="*/ 3063680 w 3063680"/>
                  <a:gd name="connsiteY25" fmla="*/ 0 h 6355659"/>
                  <a:gd name="connsiteX26" fmla="*/ 3063680 w 3063680"/>
                  <a:gd name="connsiteY26" fmla="*/ 6355659 h 6355659"/>
                  <a:gd name="connsiteX27" fmla="*/ 0 w 3063680"/>
                  <a:gd name="connsiteY27" fmla="*/ 6355659 h 63556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3063680" h="6355659">
                    <a:moveTo>
                      <a:pt x="446803" y="73067"/>
                    </a:moveTo>
                    <a:cubicBezTo>
                      <a:pt x="223399" y="73067"/>
                      <a:pt x="94547" y="187183"/>
                      <a:pt x="94547" y="433968"/>
                    </a:cubicBezTo>
                    <a:cubicBezTo>
                      <a:pt x="94547" y="440462"/>
                      <a:pt x="93620" y="467367"/>
                      <a:pt x="93620" y="473862"/>
                    </a:cubicBezTo>
                    <a:lnTo>
                      <a:pt x="93620" y="3552184"/>
                    </a:lnTo>
                    <a:lnTo>
                      <a:pt x="93620" y="3657949"/>
                    </a:lnTo>
                    <a:lnTo>
                      <a:pt x="93620" y="5881799"/>
                    </a:lnTo>
                    <a:cubicBezTo>
                      <a:pt x="93620" y="5888294"/>
                      <a:pt x="94547" y="5915199"/>
                      <a:pt x="94547" y="5921694"/>
                    </a:cubicBezTo>
                    <a:cubicBezTo>
                      <a:pt x="94547" y="6168479"/>
                      <a:pt x="223399" y="6282593"/>
                      <a:pt x="446803" y="6282593"/>
                    </a:cubicBezTo>
                    <a:lnTo>
                      <a:pt x="2619663" y="6282593"/>
                    </a:lnTo>
                    <a:cubicBezTo>
                      <a:pt x="2843993" y="6282593"/>
                      <a:pt x="2970064" y="6168479"/>
                      <a:pt x="2970064" y="5921694"/>
                    </a:cubicBezTo>
                    <a:cubicBezTo>
                      <a:pt x="2970064" y="5915199"/>
                      <a:pt x="2970064" y="5888294"/>
                      <a:pt x="2970064" y="5881799"/>
                    </a:cubicBezTo>
                    <a:lnTo>
                      <a:pt x="2970064" y="3657949"/>
                    </a:lnTo>
                    <a:lnTo>
                      <a:pt x="2970064" y="3552184"/>
                    </a:lnTo>
                    <a:lnTo>
                      <a:pt x="2970064" y="473862"/>
                    </a:lnTo>
                    <a:cubicBezTo>
                      <a:pt x="2970064" y="467367"/>
                      <a:pt x="2970064" y="440462"/>
                      <a:pt x="2970064" y="433968"/>
                    </a:cubicBezTo>
                    <a:cubicBezTo>
                      <a:pt x="2970064" y="187183"/>
                      <a:pt x="2843993" y="73067"/>
                      <a:pt x="2619663" y="73067"/>
                    </a:cubicBezTo>
                    <a:lnTo>
                      <a:pt x="2392550" y="73067"/>
                    </a:lnTo>
                    <a:cubicBezTo>
                      <a:pt x="2366595" y="73067"/>
                      <a:pt x="2356398" y="76779"/>
                      <a:pt x="2348055" y="85128"/>
                    </a:cubicBezTo>
                    <a:cubicBezTo>
                      <a:pt x="2338786" y="94406"/>
                      <a:pt x="2333223" y="105539"/>
                      <a:pt x="2333223" y="126878"/>
                    </a:cubicBezTo>
                    <a:cubicBezTo>
                      <a:pt x="2333223" y="242848"/>
                      <a:pt x="2262772" y="308719"/>
                      <a:pt x="2132994" y="308719"/>
                    </a:cubicBezTo>
                    <a:lnTo>
                      <a:pt x="934398" y="308719"/>
                    </a:lnTo>
                    <a:cubicBezTo>
                      <a:pt x="803693" y="308719"/>
                      <a:pt x="733241" y="242848"/>
                      <a:pt x="733241" y="126878"/>
                    </a:cubicBezTo>
                    <a:cubicBezTo>
                      <a:pt x="733241" y="105539"/>
                      <a:pt x="727679" y="94406"/>
                      <a:pt x="718410" y="85128"/>
                    </a:cubicBezTo>
                    <a:cubicBezTo>
                      <a:pt x="710067" y="76779"/>
                      <a:pt x="699871" y="73067"/>
                      <a:pt x="674842" y="73067"/>
                    </a:cubicBezTo>
                    <a:close/>
                    <a:moveTo>
                      <a:pt x="0" y="0"/>
                    </a:moveTo>
                    <a:lnTo>
                      <a:pt x="3063680" y="0"/>
                    </a:lnTo>
                    <a:lnTo>
                      <a:pt x="3063680" y="6355659"/>
                    </a:lnTo>
                    <a:lnTo>
                      <a:pt x="0" y="6355659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1035" name="Gruppieren 1034">
            <a:extLst>
              <a:ext uri="{FF2B5EF4-FFF2-40B4-BE49-F238E27FC236}">
                <a16:creationId xmlns:a16="http://schemas.microsoft.com/office/drawing/2014/main" id="{5885B7D0-4512-5535-BD89-8F93EF8DB876}"/>
              </a:ext>
            </a:extLst>
          </p:cNvPr>
          <p:cNvGrpSpPr>
            <a:grpSpLocks noChangeAspect="1"/>
          </p:cNvGrpSpPr>
          <p:nvPr/>
        </p:nvGrpSpPr>
        <p:grpSpPr>
          <a:xfrm>
            <a:off x="6076125" y="4357274"/>
            <a:ext cx="3380425" cy="1945536"/>
            <a:chOff x="8929887" y="2832229"/>
            <a:chExt cx="3769265" cy="216932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036" name="Rechteck 1035">
              <a:extLst>
                <a:ext uri="{FF2B5EF4-FFF2-40B4-BE49-F238E27FC236}">
                  <a16:creationId xmlns:a16="http://schemas.microsoft.com/office/drawing/2014/main" id="{526EB339-D8B4-D367-CD34-D80BC375A716}"/>
                </a:ext>
              </a:extLst>
            </p:cNvPr>
            <p:cNvSpPr/>
            <p:nvPr/>
          </p:nvSpPr>
          <p:spPr>
            <a:xfrm>
              <a:off x="9458428" y="2935538"/>
              <a:ext cx="2797536" cy="1800906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 sz="1400">
                <a:solidFill>
                  <a:schemeClr val="tx1"/>
                </a:solidFill>
                <a:latin typeface="Montserrat" panose="02000505000000020004" pitchFamily="2" charset="77"/>
              </a:endParaRPr>
            </a:p>
          </p:txBody>
        </p:sp>
        <p:grpSp>
          <p:nvGrpSpPr>
            <p:cNvPr id="1037" name="Gruppieren 1036">
              <a:extLst>
                <a:ext uri="{FF2B5EF4-FFF2-40B4-BE49-F238E27FC236}">
                  <a16:creationId xmlns:a16="http://schemas.microsoft.com/office/drawing/2014/main" id="{E417EFDE-0AA0-059C-E934-25852140AE7B}"/>
                </a:ext>
              </a:extLst>
            </p:cNvPr>
            <p:cNvGrpSpPr/>
            <p:nvPr/>
          </p:nvGrpSpPr>
          <p:grpSpPr>
            <a:xfrm>
              <a:off x="8929887" y="2832229"/>
              <a:ext cx="3769265" cy="2169326"/>
              <a:chOff x="7307785" y="2326474"/>
              <a:chExt cx="3284016" cy="1890050"/>
            </a:xfrm>
          </p:grpSpPr>
          <p:pic>
            <p:nvPicPr>
              <p:cNvPr id="1038" name="Grafik 1037">
                <a:extLst>
                  <a:ext uri="{FF2B5EF4-FFF2-40B4-BE49-F238E27FC236}">
                    <a16:creationId xmlns:a16="http://schemas.microsoft.com/office/drawing/2014/main" id="{F1A4C6AD-374A-15FD-3E87-99365535CD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7901116" y="2472431"/>
                <a:ext cx="2135635" cy="1347094"/>
              </a:xfrm>
              <a:prstGeom prst="rect">
                <a:avLst/>
              </a:prstGeom>
            </p:spPr>
          </p:pic>
          <p:pic>
            <p:nvPicPr>
              <p:cNvPr id="1039" name="Grafik 1038" descr="A screenshot of a computer screen&#10;&#10;Description automatically generated">
                <a:extLst>
                  <a:ext uri="{FF2B5EF4-FFF2-40B4-BE49-F238E27FC236}">
                    <a16:creationId xmlns:a16="http://schemas.microsoft.com/office/drawing/2014/main" id="{5D33278A-43E5-0ABC-FF77-DA89A5DE1A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7307785" y="2326474"/>
                <a:ext cx="3284016" cy="1890050"/>
              </a:xfrm>
              <a:custGeom>
                <a:avLst/>
                <a:gdLst>
                  <a:gd name="connsiteX0" fmla="*/ 1701467 w 11915972"/>
                  <a:gd name="connsiteY0" fmla="*/ 411328 h 6858001"/>
                  <a:gd name="connsiteX1" fmla="*/ 1701467 w 11915972"/>
                  <a:gd name="connsiteY1" fmla="*/ 5868727 h 6858001"/>
                  <a:gd name="connsiteX2" fmla="*/ 10398290 w 11915972"/>
                  <a:gd name="connsiteY2" fmla="*/ 5868727 h 6858001"/>
                  <a:gd name="connsiteX3" fmla="*/ 10398290 w 11915972"/>
                  <a:gd name="connsiteY3" fmla="*/ 411328 h 6858001"/>
                  <a:gd name="connsiteX4" fmla="*/ 0 w 11915972"/>
                  <a:gd name="connsiteY4" fmla="*/ 0 h 6858001"/>
                  <a:gd name="connsiteX5" fmla="*/ 11915972 w 11915972"/>
                  <a:gd name="connsiteY5" fmla="*/ 0 h 6858001"/>
                  <a:gd name="connsiteX6" fmla="*/ 11915972 w 11915972"/>
                  <a:gd name="connsiteY6" fmla="*/ 6858001 h 6858001"/>
                  <a:gd name="connsiteX7" fmla="*/ 0 w 11915972"/>
                  <a:gd name="connsiteY7" fmla="*/ 6858001 h 6858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915972" h="6858001">
                    <a:moveTo>
                      <a:pt x="1701467" y="411328"/>
                    </a:moveTo>
                    <a:lnTo>
                      <a:pt x="1701467" y="5868727"/>
                    </a:lnTo>
                    <a:lnTo>
                      <a:pt x="10398290" y="5868727"/>
                    </a:lnTo>
                    <a:lnTo>
                      <a:pt x="10398290" y="411328"/>
                    </a:lnTo>
                    <a:close/>
                    <a:moveTo>
                      <a:pt x="0" y="0"/>
                    </a:moveTo>
                    <a:lnTo>
                      <a:pt x="11915972" y="0"/>
                    </a:lnTo>
                    <a:lnTo>
                      <a:pt x="11915972" y="6858001"/>
                    </a:lnTo>
                    <a:lnTo>
                      <a:pt x="0" y="6858001"/>
                    </a:lnTo>
                    <a:close/>
                  </a:path>
                </a:pathLst>
              </a:custGeom>
            </p:spPr>
          </p:pic>
        </p:grpSp>
      </p:grpSp>
      <p:sp>
        <p:nvSpPr>
          <p:cNvPr id="3" name="Google Shape;231;p37">
            <a:extLst>
              <a:ext uri="{FF2B5EF4-FFF2-40B4-BE49-F238E27FC236}">
                <a16:creationId xmlns:a16="http://schemas.microsoft.com/office/drawing/2014/main" id="{F68499D1-482D-CECB-383B-A4B666F5B93B}"/>
              </a:ext>
            </a:extLst>
          </p:cNvPr>
          <p:cNvSpPr txBox="1">
            <a:spLocks/>
          </p:cNvSpPr>
          <p:nvPr/>
        </p:nvSpPr>
        <p:spPr>
          <a:xfrm>
            <a:off x="353623" y="165902"/>
            <a:ext cx="11002858" cy="38565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200" b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Unsere Kunden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65433D44-18BB-B340-44F9-8676F44668CA}"/>
              </a:ext>
            </a:extLst>
          </p:cNvPr>
          <p:cNvSpPr txBox="1">
            <a:spLocks/>
          </p:cNvSpPr>
          <p:nvPr/>
        </p:nvSpPr>
        <p:spPr>
          <a:xfrm>
            <a:off x="393975" y="551659"/>
            <a:ext cx="11585815" cy="3837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600" dirty="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Client-Cases: Meine Euronics &amp; toom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9C42079-8002-6B7A-3909-0580074FC085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93893" y="357040"/>
            <a:ext cx="2150239" cy="431809"/>
          </a:xfrm>
          <a:prstGeom prst="rect">
            <a:avLst/>
          </a:prstGeom>
        </p:spPr>
      </p:pic>
      <p:pic>
        <p:nvPicPr>
          <p:cNvPr id="8" name="Grafik 7" descr="Ein Bild, das Elektronik, Text, Menschliches Gesicht, Screenshot enthält.&#10;&#10;Automatisch generierte Beschreibung">
            <a:extLst>
              <a:ext uri="{FF2B5EF4-FFF2-40B4-BE49-F238E27FC236}">
                <a16:creationId xmlns:a16="http://schemas.microsoft.com/office/drawing/2014/main" id="{460E0E61-8F09-ADB1-A531-99E685A821DA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32277" y="2088051"/>
            <a:ext cx="820756" cy="1634701"/>
          </a:xfrm>
          <a:prstGeom prst="rect">
            <a:avLst/>
          </a:prstGeom>
        </p:spPr>
      </p:pic>
      <p:pic>
        <p:nvPicPr>
          <p:cNvPr id="12" name="Grafik 11" descr="Ein Bild, das Text, Screenshot, Handy, Website enthält.&#10;&#10;KI-generierte Inhalte können fehlerhaft sein.">
            <a:extLst>
              <a:ext uri="{FF2B5EF4-FFF2-40B4-BE49-F238E27FC236}">
                <a16:creationId xmlns:a16="http://schemas.microsoft.com/office/drawing/2014/main" id="{0FC27549-0C22-22E6-BD29-1F7E3FA4CC1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2277" y="4960366"/>
            <a:ext cx="810926" cy="1615122"/>
          </a:xfrm>
          <a:prstGeom prst="rect">
            <a:avLst/>
          </a:prstGeom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2646D952-AA70-E0E8-AC64-095C1D5D1D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4789" y="5162967"/>
            <a:ext cx="1177279" cy="268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">
            <a:extLst>
              <a:ext uri="{FF2B5EF4-FFF2-40B4-BE49-F238E27FC236}">
                <a16:creationId xmlns:a16="http://schemas.microsoft.com/office/drawing/2014/main" id="{61B9807B-120C-9B92-9122-5F4AA8F951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27" r="34452"/>
          <a:stretch/>
        </p:blipFill>
        <p:spPr bwMode="auto">
          <a:xfrm>
            <a:off x="9521585" y="824280"/>
            <a:ext cx="2666703" cy="2852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hteck 19">
            <a:extLst>
              <a:ext uri="{FF2B5EF4-FFF2-40B4-BE49-F238E27FC236}">
                <a16:creationId xmlns:a16="http://schemas.microsoft.com/office/drawing/2014/main" id="{77D9949D-18BB-3343-8365-DFB33798350E}"/>
              </a:ext>
            </a:extLst>
          </p:cNvPr>
          <p:cNvSpPr/>
          <p:nvPr/>
        </p:nvSpPr>
        <p:spPr>
          <a:xfrm>
            <a:off x="9528875" y="814353"/>
            <a:ext cx="2652122" cy="2854458"/>
          </a:xfrm>
          <a:prstGeom prst="rect">
            <a:avLst/>
          </a:prstGeom>
          <a:solidFill>
            <a:srgbClr val="014FA6">
              <a:alpha val="6008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B016CFE2-4937-4816-3614-FC67B56642DA}"/>
              </a:ext>
            </a:extLst>
          </p:cNvPr>
          <p:cNvSpPr/>
          <p:nvPr/>
        </p:nvSpPr>
        <p:spPr>
          <a:xfrm>
            <a:off x="10200364" y="1647380"/>
            <a:ext cx="2011680" cy="84141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7" name="Bildplatzhalter 16" descr="Ein Bild, das Grafiken, Schrift, Logo, Grafikdesign enthält.&#10;&#10;KI-generierte Inhalte können fehlerhaft sein.">
            <a:extLst>
              <a:ext uri="{FF2B5EF4-FFF2-40B4-BE49-F238E27FC236}">
                <a16:creationId xmlns:a16="http://schemas.microsoft.com/office/drawing/2014/main" id="{C5C015B0-532D-A335-8847-0437A94A8A15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098" b="30098"/>
          <a:stretch>
            <a:fillRect/>
          </a:stretch>
        </p:blipFill>
        <p:spPr>
          <a:xfrm>
            <a:off x="10563724" y="1811004"/>
            <a:ext cx="1299411" cy="517358"/>
          </a:xfrm>
        </p:spPr>
      </p:pic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748AFBF1-4B98-2227-2854-F1492E7F0303}"/>
              </a:ext>
            </a:extLst>
          </p:cNvPr>
          <p:cNvSpPr txBox="1">
            <a:spLocks/>
          </p:cNvSpPr>
          <p:nvPr/>
        </p:nvSpPr>
        <p:spPr>
          <a:xfrm>
            <a:off x="503660" y="6415802"/>
            <a:ext cx="1175322" cy="24622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1000" dirty="0" err="1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strictly</a:t>
            </a:r>
            <a:r>
              <a:rPr lang="de-DE" sz="10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de-DE" sz="1000" dirty="0" err="1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confidential</a:t>
            </a:r>
            <a:endParaRPr lang="de-DE" sz="1000" dirty="0">
              <a:solidFill>
                <a:schemeClr val="bg1">
                  <a:lumMod val="6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8945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665DDE-FFFB-5922-67A4-92C0BEC13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ounded Rectangle 5">
            <a:extLst>
              <a:ext uri="{FF2B5EF4-FFF2-40B4-BE49-F238E27FC236}">
                <a16:creationId xmlns:a16="http://schemas.microsoft.com/office/drawing/2014/main" id="{20092C80-240B-DC59-23BF-4AC8C73577A0}"/>
              </a:ext>
            </a:extLst>
          </p:cNvPr>
          <p:cNvSpPr/>
          <p:nvPr/>
        </p:nvSpPr>
        <p:spPr>
          <a:xfrm>
            <a:off x="3428522" y="2673886"/>
            <a:ext cx="5334955" cy="1913031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</a:ln>
          <a:effectLst>
            <a:outerShdw blurRad="50800" dist="38100" dir="5400000" algn="t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err="1">
                <a:solidFill>
                  <a:schemeClr val="bg1"/>
                </a:solidFill>
                <a:latin typeface="Montserrat" panose="02000505000000020004" pitchFamily="2" charset="77"/>
              </a:rPr>
              <a:t>Convercus</a:t>
            </a:r>
            <a:r>
              <a:rPr lang="en-US" sz="1200">
                <a:solidFill>
                  <a:schemeClr val="bg1"/>
                </a:solidFill>
                <a:latin typeface="Montserrat" panose="02000505000000020004" pitchFamily="2" charset="77"/>
              </a:rPr>
              <a:t> Core Platform</a:t>
            </a:r>
          </a:p>
        </p:txBody>
      </p:sp>
      <p:sp>
        <p:nvSpPr>
          <p:cNvPr id="82" name="Rectangle 392">
            <a:extLst>
              <a:ext uri="{FF2B5EF4-FFF2-40B4-BE49-F238E27FC236}">
                <a16:creationId xmlns:a16="http://schemas.microsoft.com/office/drawing/2014/main" id="{A2F9B59A-AF9C-BDBB-4195-3C63367EB7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051589" y="2888003"/>
            <a:ext cx="415143" cy="1269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36000" tIns="45720" rIns="3600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Calibri Light" panose="020F0302020204030204"/>
              </a:rPr>
              <a:t>7Pass</a:t>
            </a:r>
          </a:p>
        </p:txBody>
      </p:sp>
      <p:sp>
        <p:nvSpPr>
          <p:cNvPr id="60" name="Triangle 63">
            <a:extLst>
              <a:ext uri="{FF2B5EF4-FFF2-40B4-BE49-F238E27FC236}">
                <a16:creationId xmlns:a16="http://schemas.microsoft.com/office/drawing/2014/main" id="{AB233C7E-1839-CF0D-3000-EE1904B69E59}"/>
              </a:ext>
            </a:extLst>
          </p:cNvPr>
          <p:cNvSpPr/>
          <p:nvPr/>
        </p:nvSpPr>
        <p:spPr>
          <a:xfrm>
            <a:off x="5945256" y="4797643"/>
            <a:ext cx="301486" cy="165743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>
              <a:solidFill>
                <a:schemeClr val="accent4">
                  <a:lumMod val="25000"/>
                </a:schemeClr>
              </a:solidFill>
              <a:latin typeface="Montserrat" panose="02000505000000020004" pitchFamily="2" charset="77"/>
            </a:endParaRPr>
          </a:p>
        </p:txBody>
      </p:sp>
      <p:sp>
        <p:nvSpPr>
          <p:cNvPr id="61" name="Rectangle 78">
            <a:extLst>
              <a:ext uri="{FF2B5EF4-FFF2-40B4-BE49-F238E27FC236}">
                <a16:creationId xmlns:a16="http://schemas.microsoft.com/office/drawing/2014/main" id="{021ED1C5-5C8E-DD5C-358D-9EC3CD6AF215}"/>
              </a:ext>
            </a:extLst>
          </p:cNvPr>
          <p:cNvSpPr/>
          <p:nvPr/>
        </p:nvSpPr>
        <p:spPr>
          <a:xfrm>
            <a:off x="575345" y="4963386"/>
            <a:ext cx="2502780" cy="1100851"/>
          </a:xfrm>
          <a:prstGeom prst="rect">
            <a:avLst/>
          </a:prstGeom>
          <a:solidFill>
            <a:srgbClr val="EEF2F4"/>
          </a:solidFill>
          <a:ln w="12700">
            <a:noFill/>
          </a:ln>
          <a:effectLst>
            <a:outerShdw blurRad="50800" dist="38100" dir="5400000" algn="t" rotWithShape="0">
              <a:srgbClr val="94AFC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" tIns="75600" rIns="75600" bIns="75600" rtlCol="0" anchor="t"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400"/>
              </a:spcAft>
            </a:pPr>
            <a:r>
              <a:rPr lang="en-US" sz="1200" b="1" err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oAuth</a:t>
            </a:r>
            <a:r>
              <a:rPr lang="en-US" sz="1200" b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 2.0 Support</a:t>
            </a:r>
          </a:p>
          <a:p>
            <a:pPr>
              <a:spcAft>
                <a:spcPts val="400"/>
              </a:spcAft>
            </a:pPr>
            <a:r>
              <a:rPr lang="en-US" sz="10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Optional </a:t>
            </a:r>
            <a:r>
              <a:rPr lang="en-US" sz="1000" err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kann</a:t>
            </a:r>
            <a:r>
              <a:rPr lang="en-US" sz="10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 </a:t>
            </a:r>
            <a:r>
              <a:rPr lang="en-US" sz="1000" err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ein</a:t>
            </a:r>
            <a:r>
              <a:rPr lang="en-US" sz="10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 </a:t>
            </a:r>
            <a:r>
              <a:rPr lang="en-US" sz="1000" err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externer</a:t>
            </a:r>
            <a:r>
              <a:rPr lang="en-US" sz="10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 Identity Provider (IDP) </a:t>
            </a:r>
            <a:r>
              <a:rPr lang="en-US" sz="1000" err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angebunden</a:t>
            </a:r>
            <a:r>
              <a:rPr lang="en-US" sz="10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 </a:t>
            </a:r>
            <a:r>
              <a:rPr lang="en-US" sz="1000" err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werden</a:t>
            </a:r>
            <a:r>
              <a:rPr lang="en-US" sz="10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, um das </a:t>
            </a:r>
            <a:r>
              <a:rPr lang="en-US" sz="1000" err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zentrale</a:t>
            </a:r>
            <a:r>
              <a:rPr lang="en-US" sz="10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 </a:t>
            </a:r>
            <a:r>
              <a:rPr lang="en-US" sz="1000" err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Zugangsmanagement</a:t>
            </a:r>
            <a:r>
              <a:rPr lang="en-US" sz="10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 für den </a:t>
            </a:r>
            <a:r>
              <a:rPr lang="en-US" sz="1000" err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Selfservice</a:t>
            </a:r>
            <a:r>
              <a:rPr lang="en-US" sz="10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 </a:t>
            </a:r>
            <a:r>
              <a:rPr lang="en-US" sz="1000" err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zu</a:t>
            </a:r>
            <a:r>
              <a:rPr lang="en-US" sz="10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 </a:t>
            </a:r>
            <a:r>
              <a:rPr lang="en-US" sz="1000" err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gewährleisten</a:t>
            </a:r>
            <a:endParaRPr lang="en-US" sz="1000">
              <a:solidFill>
                <a:schemeClr val="accent4">
                  <a:lumMod val="25000"/>
                </a:schemeClr>
              </a:solidFill>
              <a:latin typeface="Montserrat" panose="02000505000000020004" pitchFamily="2" charset="77"/>
            </a:endParaRPr>
          </a:p>
        </p:txBody>
      </p:sp>
      <p:sp>
        <p:nvSpPr>
          <p:cNvPr id="62" name="Rectangle 78">
            <a:extLst>
              <a:ext uri="{FF2B5EF4-FFF2-40B4-BE49-F238E27FC236}">
                <a16:creationId xmlns:a16="http://schemas.microsoft.com/office/drawing/2014/main" id="{1BC5602A-267A-626E-102B-F81D07FA2F7C}"/>
              </a:ext>
            </a:extLst>
          </p:cNvPr>
          <p:cNvSpPr/>
          <p:nvPr/>
        </p:nvSpPr>
        <p:spPr>
          <a:xfrm>
            <a:off x="9113876" y="4963386"/>
            <a:ext cx="2502780" cy="1100851"/>
          </a:xfrm>
          <a:prstGeom prst="rect">
            <a:avLst/>
          </a:prstGeom>
          <a:solidFill>
            <a:srgbClr val="EEF2F4"/>
          </a:solidFill>
          <a:ln w="12700">
            <a:noFill/>
          </a:ln>
          <a:effectLst>
            <a:outerShdw blurRad="50800" dist="38100" dir="5400000" algn="t" rotWithShape="0">
              <a:srgbClr val="94AFC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" tIns="75600" rIns="75600" bIns="75600" rtlCol="0" anchor="t"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Aft>
                <a:spcPts val="400"/>
              </a:spcAft>
            </a:pPr>
            <a:r>
              <a:rPr lang="en-US" sz="1200" b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Data Analytics</a:t>
            </a:r>
          </a:p>
          <a:p>
            <a:pPr algn="r">
              <a:spcAft>
                <a:spcPts val="400"/>
              </a:spcAft>
            </a:pPr>
            <a:r>
              <a:rPr lang="en-US" sz="1000" err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Mit</a:t>
            </a:r>
            <a:r>
              <a:rPr lang="en-US" sz="10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 der </a:t>
            </a:r>
            <a:r>
              <a:rPr lang="en-US" sz="1000" err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dedizierten</a:t>
            </a:r>
            <a:r>
              <a:rPr lang="en-US" sz="10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 Reporting API </a:t>
            </a:r>
            <a:r>
              <a:rPr lang="en-US" sz="1000" err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können</a:t>
            </a:r>
            <a:r>
              <a:rPr lang="en-US" sz="10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 alle </a:t>
            </a:r>
            <a:r>
              <a:rPr lang="en-US" sz="1000" err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gängigen</a:t>
            </a:r>
            <a:r>
              <a:rPr lang="en-US" sz="10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 </a:t>
            </a:r>
            <a:r>
              <a:rPr lang="en-US" sz="1000" err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Datenanalyse-Plattformen</a:t>
            </a:r>
            <a:r>
              <a:rPr lang="en-US" sz="10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 </a:t>
            </a:r>
            <a:r>
              <a:rPr lang="en-US" sz="1000" err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angebunden</a:t>
            </a:r>
            <a:r>
              <a:rPr lang="en-US" sz="10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 </a:t>
            </a:r>
            <a:r>
              <a:rPr lang="en-US" sz="1000" err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werden</a:t>
            </a:r>
            <a:r>
              <a:rPr lang="en-US" sz="10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. </a:t>
            </a:r>
          </a:p>
        </p:txBody>
      </p:sp>
      <p:sp>
        <p:nvSpPr>
          <p:cNvPr id="63" name="Rectangle 78">
            <a:extLst>
              <a:ext uri="{FF2B5EF4-FFF2-40B4-BE49-F238E27FC236}">
                <a16:creationId xmlns:a16="http://schemas.microsoft.com/office/drawing/2014/main" id="{3194FA69-7879-9529-2E36-06DD5171804E}"/>
              </a:ext>
            </a:extLst>
          </p:cNvPr>
          <p:cNvSpPr/>
          <p:nvPr/>
        </p:nvSpPr>
        <p:spPr>
          <a:xfrm>
            <a:off x="3428522" y="4963386"/>
            <a:ext cx="5334955" cy="1100851"/>
          </a:xfrm>
          <a:prstGeom prst="rect">
            <a:avLst/>
          </a:prstGeom>
          <a:solidFill>
            <a:srgbClr val="EEF2F4"/>
          </a:solidFill>
          <a:ln w="12700">
            <a:noFill/>
          </a:ln>
          <a:effectLst>
            <a:outerShdw blurRad="50800" dist="38100" dir="5400000" algn="t" rotWithShape="0">
              <a:srgbClr val="94AFC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" tIns="75600" rIns="75600" bIns="75600" rtlCol="0" anchor="t"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400"/>
              </a:spcAft>
            </a:pPr>
            <a:r>
              <a:rPr lang="en-US" sz="1200" b="1" err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Selfservice</a:t>
            </a:r>
            <a:endParaRPr lang="en-US" sz="1200" b="1">
              <a:solidFill>
                <a:schemeClr val="accent4">
                  <a:lumMod val="25000"/>
                </a:schemeClr>
              </a:solidFill>
              <a:latin typeface="Montserrat" panose="02000505000000020004" pitchFamily="2" charset="77"/>
            </a:endParaRPr>
          </a:p>
          <a:p>
            <a:pPr algn="ctr">
              <a:spcAft>
                <a:spcPts val="400"/>
              </a:spcAft>
            </a:pPr>
            <a:endParaRPr lang="en-US" sz="1000">
              <a:solidFill>
                <a:schemeClr val="accent4">
                  <a:lumMod val="25000"/>
                </a:schemeClr>
              </a:solidFill>
              <a:latin typeface="Montserrat" panose="02000505000000020004" pitchFamily="2" charset="77"/>
            </a:endParaRPr>
          </a:p>
        </p:txBody>
      </p:sp>
      <p:sp>
        <p:nvSpPr>
          <p:cNvPr id="66" name="Rectangle 387">
            <a:extLst>
              <a:ext uri="{FF2B5EF4-FFF2-40B4-BE49-F238E27FC236}">
                <a16:creationId xmlns:a16="http://schemas.microsoft.com/office/drawing/2014/main" id="{78B0DD25-103B-F4FE-7C29-BEE72D0CAD3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574228" y="5408887"/>
            <a:ext cx="1626834" cy="382454"/>
          </a:xfrm>
          <a:prstGeom prst="roundRect">
            <a:avLst>
              <a:gd name="adj" fmla="val 220598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72000" tIns="72000" rIns="72000" bIns="7200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>
                <a:ln>
                  <a:noFill/>
                </a:ln>
                <a:solidFill>
                  <a:schemeClr val="accent4">
                    <a:lumMod val="25000"/>
                  </a:schemeClr>
                </a:solidFill>
                <a:effectLst/>
                <a:uLnTx/>
                <a:uFillTx/>
                <a:latin typeface="Montserrat" panose="02000505000000020004" pitchFamily="2" charset="77"/>
              </a:rPr>
              <a:t>Loyalty </a:t>
            </a:r>
            <a:r>
              <a:rPr kumimoji="0" lang="en-US" sz="1050" b="0" i="0" u="none" strike="noStrike" kern="0" cap="none" spc="0" normalizeH="0" baseline="0" err="1">
                <a:ln>
                  <a:noFill/>
                </a:ln>
                <a:solidFill>
                  <a:schemeClr val="accent4">
                    <a:lumMod val="25000"/>
                  </a:schemeClr>
                </a:solidFill>
                <a:effectLst/>
                <a:uLnTx/>
                <a:uFillTx/>
                <a:latin typeface="Montserrat" panose="02000505000000020004" pitchFamily="2" charset="77"/>
              </a:rPr>
              <a:t>Einstellungen</a:t>
            </a:r>
            <a:endParaRPr kumimoji="0" lang="en-US" sz="1050" b="0" i="0" u="none" strike="noStrike" kern="0" cap="none" spc="0" normalizeH="0" baseline="0">
              <a:ln>
                <a:noFill/>
              </a:ln>
              <a:solidFill>
                <a:schemeClr val="accent4">
                  <a:lumMod val="25000"/>
                </a:schemeClr>
              </a:solidFill>
              <a:effectLst/>
              <a:uLnTx/>
              <a:uFillTx/>
              <a:latin typeface="Montserrat" panose="02000505000000020004" pitchFamily="2" charset="77"/>
            </a:endParaRPr>
          </a:p>
        </p:txBody>
      </p:sp>
      <p:sp>
        <p:nvSpPr>
          <p:cNvPr id="67" name="Rectangle 387">
            <a:extLst>
              <a:ext uri="{FF2B5EF4-FFF2-40B4-BE49-F238E27FC236}">
                <a16:creationId xmlns:a16="http://schemas.microsoft.com/office/drawing/2014/main" id="{C6E354CD-419E-9B18-FBCC-5A9E65165F9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282581" y="5408887"/>
            <a:ext cx="1626834" cy="382454"/>
          </a:xfrm>
          <a:prstGeom prst="roundRect">
            <a:avLst>
              <a:gd name="adj" fmla="val 220598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72000" tIns="72000" rIns="72000" bIns="7200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>
                <a:ln>
                  <a:noFill/>
                </a:ln>
                <a:solidFill>
                  <a:schemeClr val="accent4">
                    <a:lumMod val="25000"/>
                  </a:schemeClr>
                </a:solidFill>
                <a:effectLst/>
                <a:uLnTx/>
                <a:uFillTx/>
                <a:latin typeface="Montserrat" panose="02000505000000020004" pitchFamily="2" charset="77"/>
              </a:rPr>
              <a:t>Performance</a:t>
            </a:r>
          </a:p>
        </p:txBody>
      </p:sp>
      <p:sp>
        <p:nvSpPr>
          <p:cNvPr id="69" name="Rectangle 387">
            <a:extLst>
              <a:ext uri="{FF2B5EF4-FFF2-40B4-BE49-F238E27FC236}">
                <a16:creationId xmlns:a16="http://schemas.microsoft.com/office/drawing/2014/main" id="{601225E1-9DFD-7377-6DDB-F112DBCF777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990935" y="5408887"/>
            <a:ext cx="1626834" cy="382454"/>
          </a:xfrm>
          <a:prstGeom prst="roundRect">
            <a:avLst>
              <a:gd name="adj" fmla="val 220598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72000" tIns="72000" rIns="72000" bIns="7200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>
                <a:ln>
                  <a:noFill/>
                </a:ln>
                <a:solidFill>
                  <a:schemeClr val="accent4">
                    <a:lumMod val="25000"/>
                  </a:schemeClr>
                </a:solidFill>
                <a:effectLst/>
                <a:uLnTx/>
                <a:uFillTx/>
                <a:latin typeface="Montserrat" panose="02000505000000020004" pitchFamily="2" charset="77"/>
              </a:rPr>
              <a:t>Service</a:t>
            </a:r>
          </a:p>
        </p:txBody>
      </p:sp>
      <p:sp>
        <p:nvSpPr>
          <p:cNvPr id="70" name="Triangle 63">
            <a:extLst>
              <a:ext uri="{FF2B5EF4-FFF2-40B4-BE49-F238E27FC236}">
                <a16:creationId xmlns:a16="http://schemas.microsoft.com/office/drawing/2014/main" id="{F47F2E27-93B4-8DEC-52D4-1892761607BE}"/>
              </a:ext>
            </a:extLst>
          </p:cNvPr>
          <p:cNvSpPr/>
          <p:nvPr/>
        </p:nvSpPr>
        <p:spPr>
          <a:xfrm rot="10800000">
            <a:off x="5945256" y="2297417"/>
            <a:ext cx="301486" cy="165743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>
              <a:solidFill>
                <a:schemeClr val="accent4">
                  <a:lumMod val="25000"/>
                </a:schemeClr>
              </a:solidFill>
              <a:latin typeface="Montserrat" panose="02000505000000020004" pitchFamily="2" charset="77"/>
            </a:endParaRPr>
          </a:p>
        </p:txBody>
      </p:sp>
      <p:sp>
        <p:nvSpPr>
          <p:cNvPr id="71" name="Rectangle 78">
            <a:extLst>
              <a:ext uri="{FF2B5EF4-FFF2-40B4-BE49-F238E27FC236}">
                <a16:creationId xmlns:a16="http://schemas.microsoft.com/office/drawing/2014/main" id="{96E9D41A-9A4F-0804-1F37-858289DCD05C}"/>
              </a:ext>
            </a:extLst>
          </p:cNvPr>
          <p:cNvSpPr/>
          <p:nvPr/>
        </p:nvSpPr>
        <p:spPr>
          <a:xfrm>
            <a:off x="575344" y="1078353"/>
            <a:ext cx="11041311" cy="1219063"/>
          </a:xfrm>
          <a:prstGeom prst="rect">
            <a:avLst/>
          </a:prstGeom>
          <a:solidFill>
            <a:srgbClr val="EEF2F4"/>
          </a:solidFill>
          <a:ln w="12700">
            <a:noFill/>
          </a:ln>
          <a:effectLst>
            <a:outerShdw blurRad="50800" dist="38100" dir="5400000" algn="t" rotWithShape="0">
              <a:srgbClr val="94AFC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" tIns="75600" rIns="75600" bIns="75600" rtlCol="0" anchor="ctr"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400"/>
              </a:spcAft>
            </a:pPr>
            <a:r>
              <a:rPr lang="en-US" sz="1200" b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User-Engagement API’s </a:t>
            </a:r>
          </a:p>
          <a:p>
            <a:pPr algn="ctr">
              <a:spcAft>
                <a:spcPts val="400"/>
              </a:spcAft>
            </a:pPr>
            <a:endParaRPr lang="en-US" sz="1200" b="1">
              <a:solidFill>
                <a:schemeClr val="accent4">
                  <a:lumMod val="25000"/>
                </a:schemeClr>
              </a:solidFill>
              <a:latin typeface="Montserrat" panose="02000505000000020004" pitchFamily="2" charset="77"/>
            </a:endParaRPr>
          </a:p>
          <a:p>
            <a:pPr algn="ctr">
              <a:spcAft>
                <a:spcPts val="400"/>
              </a:spcAft>
            </a:pPr>
            <a:endParaRPr lang="en-US" sz="1200" b="1">
              <a:solidFill>
                <a:schemeClr val="accent4">
                  <a:lumMod val="25000"/>
                </a:schemeClr>
              </a:solidFill>
              <a:latin typeface="Montserrat" panose="02000505000000020004" pitchFamily="2" charset="77"/>
            </a:endParaRPr>
          </a:p>
          <a:p>
            <a:pPr algn="ctr">
              <a:spcAft>
                <a:spcPts val="400"/>
              </a:spcAft>
            </a:pPr>
            <a:endParaRPr lang="en-US" sz="1200" b="1">
              <a:solidFill>
                <a:schemeClr val="accent4">
                  <a:lumMod val="25000"/>
                </a:schemeClr>
              </a:solidFill>
              <a:latin typeface="Montserrat" panose="02000505000000020004" pitchFamily="2" charset="77"/>
            </a:endParaRPr>
          </a:p>
          <a:p>
            <a:pPr algn="ctr">
              <a:spcAft>
                <a:spcPts val="400"/>
              </a:spcAft>
            </a:pPr>
            <a:endParaRPr lang="en-US" sz="1200" b="1">
              <a:solidFill>
                <a:schemeClr val="accent4">
                  <a:lumMod val="25000"/>
                </a:schemeClr>
              </a:solidFill>
              <a:latin typeface="Montserrat" panose="02000505000000020004" pitchFamily="2" charset="77"/>
            </a:endParaRPr>
          </a:p>
        </p:txBody>
      </p:sp>
      <p:sp>
        <p:nvSpPr>
          <p:cNvPr id="76" name="Triangle 63">
            <a:extLst>
              <a:ext uri="{FF2B5EF4-FFF2-40B4-BE49-F238E27FC236}">
                <a16:creationId xmlns:a16="http://schemas.microsoft.com/office/drawing/2014/main" id="{A5542F67-03F8-BAA8-A4AA-792D19E1F375}"/>
              </a:ext>
            </a:extLst>
          </p:cNvPr>
          <p:cNvSpPr/>
          <p:nvPr/>
        </p:nvSpPr>
        <p:spPr>
          <a:xfrm>
            <a:off x="5945256" y="2508143"/>
            <a:ext cx="301486" cy="165743"/>
          </a:xfrm>
          <a:prstGeom prst="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>
              <a:solidFill>
                <a:schemeClr val="accent4">
                  <a:lumMod val="25000"/>
                </a:schemeClr>
              </a:solidFill>
              <a:latin typeface="Montserrat" panose="02000505000000020004" pitchFamily="2" charset="77"/>
            </a:endParaRPr>
          </a:p>
        </p:txBody>
      </p:sp>
      <p:sp>
        <p:nvSpPr>
          <p:cNvPr id="212" name="Rectangle 399">
            <a:extLst>
              <a:ext uri="{FF2B5EF4-FFF2-40B4-BE49-F238E27FC236}">
                <a16:creationId xmlns:a16="http://schemas.microsoft.com/office/drawing/2014/main" id="{E9BA3668-16F6-5789-DC70-12FEB9CB78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79305" y="1308901"/>
            <a:ext cx="1808743" cy="54797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36000" rIns="91440" bIns="4572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err="1">
                <a:ln>
                  <a:noFill/>
                </a:ln>
                <a:solidFill>
                  <a:schemeClr val="accent4">
                    <a:lumMod val="25000"/>
                  </a:schemeClr>
                </a:solidFill>
                <a:effectLst/>
                <a:uLnTx/>
                <a:uFillTx/>
                <a:latin typeface="Montserrat" panose="02000505000000020004" pitchFamily="2" charset="77"/>
              </a:rPr>
              <a:t>Kundenservice</a:t>
            </a:r>
            <a:r>
              <a:rPr kumimoji="0" lang="en-US" sz="1050" b="0" i="0" u="none" strike="noStrike" kern="0" cap="none" spc="0" normalizeH="0" baseline="0">
                <a:ln>
                  <a:noFill/>
                </a:ln>
                <a:solidFill>
                  <a:schemeClr val="accent4">
                    <a:lumMod val="25000"/>
                  </a:schemeClr>
                </a:solidFill>
                <a:effectLst/>
                <a:uLnTx/>
                <a:uFillTx/>
                <a:latin typeface="Montserrat" panose="02000505000000020004" pitchFamily="2" charset="77"/>
              </a:rPr>
              <a:t> &amp; Support</a:t>
            </a:r>
          </a:p>
        </p:txBody>
      </p:sp>
      <p:sp>
        <p:nvSpPr>
          <p:cNvPr id="83" name="Rectangle 399">
            <a:extLst>
              <a:ext uri="{FF2B5EF4-FFF2-40B4-BE49-F238E27FC236}">
                <a16:creationId xmlns:a16="http://schemas.microsoft.com/office/drawing/2014/main" id="{4586F3FF-F022-79C7-AC1A-0BC55322BB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344" y="1308901"/>
            <a:ext cx="1808743" cy="61409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36000" rIns="91440" bIns="45720" numCol="1" anchor="t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eaLnBrk="1" fontAlgn="auto" latinLnBrk="0" hangingPunct="1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>
                <a:ln>
                  <a:noFill/>
                </a:ln>
                <a:solidFill>
                  <a:schemeClr val="accent4">
                    <a:lumMod val="25000"/>
                  </a:schemeClr>
                </a:solidFill>
                <a:effectLst/>
                <a:uLnTx/>
                <a:uFillTx/>
                <a:latin typeface="Montserrat" panose="02000505000000020004" pitchFamily="2" charset="77"/>
              </a:rPr>
              <a:t>Apps</a:t>
            </a:r>
          </a:p>
          <a:p>
            <a:pPr marL="0" marR="0" lvl="0" indent="0" algn="r" defTabSz="914400" eaLnBrk="1" fontAlgn="auto" latinLnBrk="0" hangingPunct="1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kern="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Online Frontends</a:t>
            </a:r>
          </a:p>
          <a:p>
            <a:pPr marL="0" marR="0" lvl="0" indent="0" algn="r" defTabSz="914400" eaLnBrk="1" fontAlgn="auto" latinLnBrk="0" hangingPunct="1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 err="1">
                <a:ln>
                  <a:noFill/>
                </a:ln>
                <a:solidFill>
                  <a:schemeClr val="accent4">
                    <a:lumMod val="25000"/>
                  </a:schemeClr>
                </a:solidFill>
                <a:effectLst/>
                <a:uLnTx/>
                <a:uFillTx/>
                <a:latin typeface="Montserrat" panose="02000505000000020004" pitchFamily="2" charset="77"/>
              </a:rPr>
              <a:t>Händler</a:t>
            </a:r>
            <a:r>
              <a:rPr kumimoji="0" lang="en-US" sz="1050" b="0" i="0" u="none" strike="noStrike" kern="0" cap="none" spc="0" normalizeH="0" baseline="0">
                <a:ln>
                  <a:noFill/>
                </a:ln>
                <a:solidFill>
                  <a:schemeClr val="accent4">
                    <a:lumMod val="25000"/>
                  </a:schemeClr>
                </a:solidFill>
                <a:effectLst/>
                <a:uLnTx/>
                <a:uFillTx/>
                <a:latin typeface="Montserrat" panose="02000505000000020004" pitchFamily="2" charset="77"/>
              </a:rPr>
              <a:t> und POS</a:t>
            </a:r>
          </a:p>
        </p:txBody>
      </p:sp>
      <p:sp>
        <p:nvSpPr>
          <p:cNvPr id="86" name="Rectangle 78">
            <a:extLst>
              <a:ext uri="{FF2B5EF4-FFF2-40B4-BE49-F238E27FC236}">
                <a16:creationId xmlns:a16="http://schemas.microsoft.com/office/drawing/2014/main" id="{46C88270-046D-25CE-2FB8-06A00A4CE7AF}"/>
              </a:ext>
            </a:extLst>
          </p:cNvPr>
          <p:cNvSpPr/>
          <p:nvPr/>
        </p:nvSpPr>
        <p:spPr>
          <a:xfrm>
            <a:off x="575345" y="2673886"/>
            <a:ext cx="2502780" cy="1913031"/>
          </a:xfrm>
          <a:prstGeom prst="rect">
            <a:avLst/>
          </a:prstGeom>
          <a:solidFill>
            <a:srgbClr val="EEF2F4"/>
          </a:solidFill>
          <a:ln w="12700">
            <a:noFill/>
          </a:ln>
          <a:effectLst>
            <a:outerShdw blurRad="50800" dist="38100" dir="5400000" algn="t" rotWithShape="0">
              <a:srgbClr val="94AFC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" tIns="75600" rIns="75600" bIns="75600" rtlCol="0" anchor="t"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400"/>
              </a:spcAft>
            </a:pPr>
            <a:r>
              <a:rPr lang="en-US" sz="1200" b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Transactions API’s</a:t>
            </a:r>
          </a:p>
        </p:txBody>
      </p:sp>
      <p:sp>
        <p:nvSpPr>
          <p:cNvPr id="100" name="Rectangle 387">
            <a:extLst>
              <a:ext uri="{FF2B5EF4-FFF2-40B4-BE49-F238E27FC236}">
                <a16:creationId xmlns:a16="http://schemas.microsoft.com/office/drawing/2014/main" id="{E92BAC8C-1D38-0663-6D49-1E1273D2E494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54402" y="3100283"/>
            <a:ext cx="2344666" cy="382454"/>
          </a:xfrm>
          <a:prstGeom prst="roundRect">
            <a:avLst>
              <a:gd name="adj" fmla="val 941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72000" tIns="72000" rIns="72000" bIns="7200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>
                <a:ln>
                  <a:noFill/>
                </a:ln>
                <a:solidFill>
                  <a:schemeClr val="accent4">
                    <a:lumMod val="25000"/>
                  </a:schemeClr>
                </a:solidFill>
                <a:effectLst/>
                <a:uLnTx/>
                <a:uFillTx/>
                <a:latin typeface="Montserrat" panose="02000505000000020004" pitchFamily="2" charset="77"/>
              </a:rPr>
              <a:t>Identify</a:t>
            </a:r>
          </a:p>
        </p:txBody>
      </p:sp>
      <p:sp>
        <p:nvSpPr>
          <p:cNvPr id="101" name="Rectangle 387">
            <a:extLst>
              <a:ext uri="{FF2B5EF4-FFF2-40B4-BE49-F238E27FC236}">
                <a16:creationId xmlns:a16="http://schemas.microsoft.com/office/drawing/2014/main" id="{BBDC0C25-A068-A84B-8454-0144C025A82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54402" y="3581296"/>
            <a:ext cx="2344666" cy="382454"/>
          </a:xfrm>
          <a:prstGeom prst="roundRect">
            <a:avLst>
              <a:gd name="adj" fmla="val 941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72000" tIns="72000" rIns="72000" bIns="7200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>
                <a:ln>
                  <a:noFill/>
                </a:ln>
                <a:solidFill>
                  <a:schemeClr val="accent4">
                    <a:lumMod val="25000"/>
                  </a:schemeClr>
                </a:solidFill>
                <a:effectLst/>
                <a:uLnTx/>
                <a:uFillTx/>
                <a:latin typeface="Montserrat" panose="02000505000000020004" pitchFamily="2" charset="77"/>
              </a:rPr>
              <a:t>Check out</a:t>
            </a:r>
          </a:p>
        </p:txBody>
      </p:sp>
      <p:grpSp>
        <p:nvGrpSpPr>
          <p:cNvPr id="103" name="Gruppieren 102">
            <a:extLst>
              <a:ext uri="{FF2B5EF4-FFF2-40B4-BE49-F238E27FC236}">
                <a16:creationId xmlns:a16="http://schemas.microsoft.com/office/drawing/2014/main" id="{CE6172EC-5727-DBDF-79F1-58AD7294F56A}"/>
              </a:ext>
            </a:extLst>
          </p:cNvPr>
          <p:cNvGrpSpPr/>
          <p:nvPr/>
        </p:nvGrpSpPr>
        <p:grpSpPr>
          <a:xfrm>
            <a:off x="2483239" y="3143898"/>
            <a:ext cx="266885" cy="295269"/>
            <a:chOff x="2147173" y="3127015"/>
            <a:chExt cx="407530" cy="450869"/>
          </a:xfrm>
        </p:grpSpPr>
        <p:sp>
          <p:nvSpPr>
            <p:cNvPr id="198" name="Freihandform: Form 197">
              <a:extLst>
                <a:ext uri="{FF2B5EF4-FFF2-40B4-BE49-F238E27FC236}">
                  <a16:creationId xmlns:a16="http://schemas.microsoft.com/office/drawing/2014/main" id="{00976526-DBFD-C579-D9FC-FF94162ED0CA}"/>
                </a:ext>
              </a:extLst>
            </p:cNvPr>
            <p:cNvSpPr/>
            <p:nvPr/>
          </p:nvSpPr>
          <p:spPr>
            <a:xfrm>
              <a:off x="2243662" y="3352281"/>
              <a:ext cx="170021" cy="79438"/>
            </a:xfrm>
            <a:custGeom>
              <a:avLst/>
              <a:gdLst>
                <a:gd name="connsiteX0" fmla="*/ -707 w 170021"/>
                <a:gd name="connsiteY0" fmla="*/ 79037 h 79438"/>
                <a:gd name="connsiteX1" fmla="*/ -707 w 170021"/>
                <a:gd name="connsiteY1" fmla="*/ 34746 h 79438"/>
                <a:gd name="connsiteX2" fmla="*/ 34535 w 170021"/>
                <a:gd name="connsiteY2" fmla="*/ -401 h 79438"/>
                <a:gd name="connsiteX3" fmla="*/ 134071 w 170021"/>
                <a:gd name="connsiteY3" fmla="*/ -401 h 79438"/>
                <a:gd name="connsiteX4" fmla="*/ 169314 w 170021"/>
                <a:gd name="connsiteY4" fmla="*/ 34746 h 79438"/>
                <a:gd name="connsiteX5" fmla="*/ 169314 w 170021"/>
                <a:gd name="connsiteY5" fmla="*/ 79037 h 79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0021" h="79438">
                  <a:moveTo>
                    <a:pt x="-707" y="79037"/>
                  </a:moveTo>
                  <a:lnTo>
                    <a:pt x="-707" y="34746"/>
                  </a:lnTo>
                  <a:cubicBezTo>
                    <a:pt x="-450" y="15401"/>
                    <a:pt x="15190" y="-192"/>
                    <a:pt x="34535" y="-401"/>
                  </a:cubicBezTo>
                  <a:lnTo>
                    <a:pt x="134071" y="-401"/>
                  </a:lnTo>
                  <a:cubicBezTo>
                    <a:pt x="153417" y="-192"/>
                    <a:pt x="169057" y="15401"/>
                    <a:pt x="169314" y="34746"/>
                  </a:cubicBezTo>
                  <a:lnTo>
                    <a:pt x="169314" y="79037"/>
                  </a:lnTo>
                </a:path>
              </a:pathLst>
            </a:custGeom>
            <a:grpFill/>
            <a:ln w="12700">
              <a:solidFill>
                <a:schemeClr val="accent4">
                  <a:lumMod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 sz="14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endParaRPr>
            </a:p>
          </p:txBody>
        </p:sp>
        <p:sp>
          <p:nvSpPr>
            <p:cNvPr id="199" name="Freihandform: Form 198">
              <a:extLst>
                <a:ext uri="{FF2B5EF4-FFF2-40B4-BE49-F238E27FC236}">
                  <a16:creationId xmlns:a16="http://schemas.microsoft.com/office/drawing/2014/main" id="{17592EE4-3042-9D34-2456-D4A8BDD7D0C8}"/>
                </a:ext>
              </a:extLst>
            </p:cNvPr>
            <p:cNvSpPr/>
            <p:nvPr/>
          </p:nvSpPr>
          <p:spPr>
            <a:xfrm>
              <a:off x="2147173" y="3127015"/>
              <a:ext cx="361950" cy="361950"/>
            </a:xfrm>
            <a:custGeom>
              <a:avLst/>
              <a:gdLst>
                <a:gd name="connsiteX0" fmla="*/ 361950 w 361950"/>
                <a:gd name="connsiteY0" fmla="*/ 180975 h 361950"/>
                <a:gd name="connsiteX1" fmla="*/ 180975 w 361950"/>
                <a:gd name="connsiteY1" fmla="*/ 361950 h 361950"/>
                <a:gd name="connsiteX2" fmla="*/ 0 w 361950"/>
                <a:gd name="connsiteY2" fmla="*/ 180975 h 361950"/>
                <a:gd name="connsiteX3" fmla="*/ 180975 w 361950"/>
                <a:gd name="connsiteY3" fmla="*/ 0 h 361950"/>
                <a:gd name="connsiteX4" fmla="*/ 361950 w 361950"/>
                <a:gd name="connsiteY4" fmla="*/ 180975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950" h="361950">
                  <a:moveTo>
                    <a:pt x="361950" y="180975"/>
                  </a:moveTo>
                  <a:cubicBezTo>
                    <a:pt x="361950" y="280925"/>
                    <a:pt x="280925" y="361950"/>
                    <a:pt x="180975" y="361950"/>
                  </a:cubicBezTo>
                  <a:cubicBezTo>
                    <a:pt x="81025" y="361950"/>
                    <a:pt x="0" y="280925"/>
                    <a:pt x="0" y="180975"/>
                  </a:cubicBezTo>
                  <a:cubicBezTo>
                    <a:pt x="0" y="81025"/>
                    <a:pt x="81025" y="0"/>
                    <a:pt x="180975" y="0"/>
                  </a:cubicBezTo>
                  <a:cubicBezTo>
                    <a:pt x="280925" y="0"/>
                    <a:pt x="361950" y="81025"/>
                    <a:pt x="361950" y="180975"/>
                  </a:cubicBezTo>
                  <a:close/>
                </a:path>
              </a:pathLst>
            </a:custGeom>
            <a:grpFill/>
            <a:ln w="12700">
              <a:solidFill>
                <a:schemeClr val="accent4">
                  <a:lumMod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 sz="14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endParaRPr>
            </a:p>
          </p:txBody>
        </p:sp>
        <p:sp>
          <p:nvSpPr>
            <p:cNvPr id="200" name="Freihandform: Form 199">
              <a:extLst>
                <a:ext uri="{FF2B5EF4-FFF2-40B4-BE49-F238E27FC236}">
                  <a16:creationId xmlns:a16="http://schemas.microsoft.com/office/drawing/2014/main" id="{914EEE52-E1C5-53A8-8AF9-6AEA29AD5144}"/>
                </a:ext>
              </a:extLst>
            </p:cNvPr>
            <p:cNvSpPr/>
            <p:nvPr/>
          </p:nvSpPr>
          <p:spPr>
            <a:xfrm>
              <a:off x="2417302" y="3429148"/>
              <a:ext cx="137401" cy="148736"/>
            </a:xfrm>
            <a:custGeom>
              <a:avLst/>
              <a:gdLst>
                <a:gd name="connsiteX0" fmla="*/ -707 w 137401"/>
                <a:gd name="connsiteY0" fmla="*/ 36079 h 148736"/>
                <a:gd name="connsiteX1" fmla="*/ 85018 w 137401"/>
                <a:gd name="connsiteY1" fmla="*/ 137902 h 148736"/>
                <a:gd name="connsiteX2" fmla="*/ 125242 w 137401"/>
                <a:gd name="connsiteY2" fmla="*/ 141836 h 148736"/>
                <a:gd name="connsiteX3" fmla="*/ 126261 w 137401"/>
                <a:gd name="connsiteY3" fmla="*/ 140950 h 148736"/>
                <a:gd name="connsiteX4" fmla="*/ 126261 w 137401"/>
                <a:gd name="connsiteY4" fmla="*/ 140950 h 148736"/>
                <a:gd name="connsiteX5" fmla="*/ 130195 w 137401"/>
                <a:gd name="connsiteY5" fmla="*/ 100726 h 148736"/>
                <a:gd name="connsiteX6" fmla="*/ 129310 w 137401"/>
                <a:gd name="connsiteY6" fmla="*/ 99706 h 148736"/>
                <a:gd name="connsiteX7" fmla="*/ 44537 w 137401"/>
                <a:gd name="connsiteY7" fmla="*/ -401 h 148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7401" h="148736">
                  <a:moveTo>
                    <a:pt x="-707" y="36079"/>
                  </a:moveTo>
                  <a:lnTo>
                    <a:pt x="85018" y="137902"/>
                  </a:lnTo>
                  <a:cubicBezTo>
                    <a:pt x="95038" y="150094"/>
                    <a:pt x="113050" y="151856"/>
                    <a:pt x="125242" y="141836"/>
                  </a:cubicBezTo>
                  <a:cubicBezTo>
                    <a:pt x="125585" y="141550"/>
                    <a:pt x="125928" y="141255"/>
                    <a:pt x="126261" y="140950"/>
                  </a:cubicBezTo>
                  <a:lnTo>
                    <a:pt x="126261" y="140950"/>
                  </a:lnTo>
                  <a:cubicBezTo>
                    <a:pt x="138453" y="130929"/>
                    <a:pt x="140215" y="112918"/>
                    <a:pt x="130195" y="100726"/>
                  </a:cubicBezTo>
                  <a:cubicBezTo>
                    <a:pt x="129909" y="100383"/>
                    <a:pt x="129614" y="100040"/>
                    <a:pt x="129310" y="99706"/>
                  </a:cubicBezTo>
                  <a:lnTo>
                    <a:pt x="44537" y="-401"/>
                  </a:lnTo>
                </a:path>
              </a:pathLst>
            </a:custGeom>
            <a:grpFill/>
            <a:ln w="12700">
              <a:solidFill>
                <a:schemeClr val="accent4">
                  <a:lumMod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 sz="14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endParaRPr>
            </a:p>
          </p:txBody>
        </p:sp>
        <p:sp>
          <p:nvSpPr>
            <p:cNvPr id="201" name="Freihandform: Form 200">
              <a:extLst>
                <a:ext uri="{FF2B5EF4-FFF2-40B4-BE49-F238E27FC236}">
                  <a16:creationId xmlns:a16="http://schemas.microsoft.com/office/drawing/2014/main" id="{E19FABC9-E79A-1BCD-B5DA-B7680C9FA698}"/>
                </a:ext>
              </a:extLst>
            </p:cNvPr>
            <p:cNvSpPr/>
            <p:nvPr/>
          </p:nvSpPr>
          <p:spPr>
            <a:xfrm>
              <a:off x="2181368" y="3200453"/>
              <a:ext cx="46196" cy="157829"/>
            </a:xfrm>
            <a:custGeom>
              <a:avLst/>
              <a:gdLst>
                <a:gd name="connsiteX0" fmla="*/ 45490 w 46196"/>
                <a:gd name="connsiteY0" fmla="*/ -401 h 157829"/>
                <a:gd name="connsiteX1" fmla="*/ -707 w 46196"/>
                <a:gd name="connsiteY1" fmla="*/ 108184 h 157829"/>
                <a:gd name="connsiteX2" fmla="*/ 7294 w 46196"/>
                <a:gd name="connsiteY2" fmla="*/ 157428 h 15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196" h="157829">
                  <a:moveTo>
                    <a:pt x="45490" y="-401"/>
                  </a:moveTo>
                  <a:cubicBezTo>
                    <a:pt x="16133" y="28126"/>
                    <a:pt x="-516" y="67255"/>
                    <a:pt x="-707" y="108184"/>
                  </a:cubicBezTo>
                  <a:cubicBezTo>
                    <a:pt x="-631" y="124919"/>
                    <a:pt x="2074" y="141531"/>
                    <a:pt x="7294" y="157428"/>
                  </a:cubicBezTo>
                </a:path>
              </a:pathLst>
            </a:custGeom>
            <a:grpFill/>
            <a:ln w="12700">
              <a:solidFill>
                <a:schemeClr val="accent4">
                  <a:lumMod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 sz="14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endParaRPr>
            </a:p>
          </p:txBody>
        </p:sp>
        <p:sp>
          <p:nvSpPr>
            <p:cNvPr id="202" name="Freihandform: Form 201">
              <a:extLst>
                <a:ext uri="{FF2B5EF4-FFF2-40B4-BE49-F238E27FC236}">
                  <a16:creationId xmlns:a16="http://schemas.microsoft.com/office/drawing/2014/main" id="{497C842E-350E-D8F0-1943-8E29F797EC4A}"/>
                </a:ext>
              </a:extLst>
            </p:cNvPr>
            <p:cNvSpPr/>
            <p:nvPr/>
          </p:nvSpPr>
          <p:spPr>
            <a:xfrm>
              <a:off x="2262807" y="3183308"/>
              <a:ext cx="130682" cy="130683"/>
            </a:xfrm>
            <a:custGeom>
              <a:avLst/>
              <a:gdLst>
                <a:gd name="connsiteX0" fmla="*/ 130683 w 130682"/>
                <a:gd name="connsiteY0" fmla="*/ 65341 h 130683"/>
                <a:gd name="connsiteX1" fmla="*/ 65342 w 130682"/>
                <a:gd name="connsiteY1" fmla="*/ 130683 h 130683"/>
                <a:gd name="connsiteX2" fmla="*/ 0 w 130682"/>
                <a:gd name="connsiteY2" fmla="*/ 65341 h 130683"/>
                <a:gd name="connsiteX3" fmla="*/ 65342 w 130682"/>
                <a:gd name="connsiteY3" fmla="*/ 0 h 130683"/>
                <a:gd name="connsiteX4" fmla="*/ 130683 w 130682"/>
                <a:gd name="connsiteY4" fmla="*/ 65341 h 130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682" h="130683">
                  <a:moveTo>
                    <a:pt x="130683" y="65341"/>
                  </a:moveTo>
                  <a:cubicBezTo>
                    <a:pt x="130683" y="101429"/>
                    <a:pt x="101429" y="130683"/>
                    <a:pt x="65342" y="130683"/>
                  </a:cubicBezTo>
                  <a:cubicBezTo>
                    <a:pt x="29254" y="130683"/>
                    <a:pt x="0" y="101429"/>
                    <a:pt x="0" y="65341"/>
                  </a:cubicBezTo>
                  <a:cubicBezTo>
                    <a:pt x="0" y="29254"/>
                    <a:pt x="29254" y="0"/>
                    <a:pt x="65342" y="0"/>
                  </a:cubicBezTo>
                  <a:cubicBezTo>
                    <a:pt x="101429" y="0"/>
                    <a:pt x="130683" y="29254"/>
                    <a:pt x="130683" y="65341"/>
                  </a:cubicBezTo>
                  <a:close/>
                </a:path>
              </a:pathLst>
            </a:custGeom>
            <a:grpFill/>
            <a:ln w="12700">
              <a:solidFill>
                <a:schemeClr val="accent4">
                  <a:lumMod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 sz="14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endParaRPr>
            </a:p>
          </p:txBody>
        </p:sp>
      </p:grpSp>
      <p:grpSp>
        <p:nvGrpSpPr>
          <p:cNvPr id="104" name="Gruppieren 103">
            <a:extLst>
              <a:ext uri="{FF2B5EF4-FFF2-40B4-BE49-F238E27FC236}">
                <a16:creationId xmlns:a16="http://schemas.microsoft.com/office/drawing/2014/main" id="{C2FFC39B-490E-20D2-6699-A4BB5D600004}"/>
              </a:ext>
            </a:extLst>
          </p:cNvPr>
          <p:cNvGrpSpPr/>
          <p:nvPr/>
        </p:nvGrpSpPr>
        <p:grpSpPr>
          <a:xfrm>
            <a:off x="2480802" y="3659080"/>
            <a:ext cx="271782" cy="226930"/>
            <a:chOff x="2087759" y="3657372"/>
            <a:chExt cx="415004" cy="346519"/>
          </a:xfrm>
        </p:grpSpPr>
        <p:sp>
          <p:nvSpPr>
            <p:cNvPr id="190" name="Freihandform: Form 189">
              <a:extLst>
                <a:ext uri="{FF2B5EF4-FFF2-40B4-BE49-F238E27FC236}">
                  <a16:creationId xmlns:a16="http://schemas.microsoft.com/office/drawing/2014/main" id="{29D51458-6B7F-C4EA-503F-5649A89A322B}"/>
                </a:ext>
              </a:extLst>
            </p:cNvPr>
            <p:cNvSpPr/>
            <p:nvPr/>
          </p:nvSpPr>
          <p:spPr>
            <a:xfrm>
              <a:off x="2219871" y="3928073"/>
              <a:ext cx="75819" cy="75818"/>
            </a:xfrm>
            <a:custGeom>
              <a:avLst/>
              <a:gdLst>
                <a:gd name="connsiteX0" fmla="*/ 75819 w 75819"/>
                <a:gd name="connsiteY0" fmla="*/ 37909 h 75818"/>
                <a:gd name="connsiteX1" fmla="*/ 37910 w 75819"/>
                <a:gd name="connsiteY1" fmla="*/ 75819 h 75818"/>
                <a:gd name="connsiteX2" fmla="*/ 0 w 75819"/>
                <a:gd name="connsiteY2" fmla="*/ 37909 h 75818"/>
                <a:gd name="connsiteX3" fmla="*/ 37910 w 75819"/>
                <a:gd name="connsiteY3" fmla="*/ 0 h 75818"/>
                <a:gd name="connsiteX4" fmla="*/ 75819 w 75819"/>
                <a:gd name="connsiteY4" fmla="*/ 37909 h 75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19" h="75818">
                  <a:moveTo>
                    <a:pt x="75819" y="37909"/>
                  </a:moveTo>
                  <a:cubicBezTo>
                    <a:pt x="75819" y="58846"/>
                    <a:pt x="58846" y="75819"/>
                    <a:pt x="37910" y="75819"/>
                  </a:cubicBezTo>
                  <a:cubicBezTo>
                    <a:pt x="16973" y="75819"/>
                    <a:pt x="0" y="58846"/>
                    <a:pt x="0" y="37909"/>
                  </a:cubicBezTo>
                  <a:cubicBezTo>
                    <a:pt x="0" y="16973"/>
                    <a:pt x="16973" y="0"/>
                    <a:pt x="37910" y="0"/>
                  </a:cubicBezTo>
                  <a:cubicBezTo>
                    <a:pt x="58846" y="0"/>
                    <a:pt x="75819" y="16973"/>
                    <a:pt x="75819" y="37909"/>
                  </a:cubicBezTo>
                  <a:close/>
                </a:path>
              </a:pathLst>
            </a:custGeom>
            <a:grpFill/>
            <a:ln w="12700">
              <a:solidFill>
                <a:schemeClr val="accent4">
                  <a:lumMod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 sz="14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endParaRPr>
            </a:p>
          </p:txBody>
        </p:sp>
        <p:sp>
          <p:nvSpPr>
            <p:cNvPr id="191" name="Freihandform: Form 190">
              <a:extLst>
                <a:ext uri="{FF2B5EF4-FFF2-40B4-BE49-F238E27FC236}">
                  <a16:creationId xmlns:a16="http://schemas.microsoft.com/office/drawing/2014/main" id="{BF01D7A3-4B27-51B4-5A39-50A8C631D570}"/>
                </a:ext>
              </a:extLst>
            </p:cNvPr>
            <p:cNvSpPr/>
            <p:nvPr/>
          </p:nvSpPr>
          <p:spPr>
            <a:xfrm>
              <a:off x="2396846" y="3928073"/>
              <a:ext cx="75818" cy="75818"/>
            </a:xfrm>
            <a:custGeom>
              <a:avLst/>
              <a:gdLst>
                <a:gd name="connsiteX0" fmla="*/ 75819 w 75818"/>
                <a:gd name="connsiteY0" fmla="*/ 37909 h 75818"/>
                <a:gd name="connsiteX1" fmla="*/ 37910 w 75818"/>
                <a:gd name="connsiteY1" fmla="*/ 75819 h 75818"/>
                <a:gd name="connsiteX2" fmla="*/ 0 w 75818"/>
                <a:gd name="connsiteY2" fmla="*/ 37909 h 75818"/>
                <a:gd name="connsiteX3" fmla="*/ 37910 w 75818"/>
                <a:gd name="connsiteY3" fmla="*/ 0 h 75818"/>
                <a:gd name="connsiteX4" fmla="*/ 75819 w 75818"/>
                <a:gd name="connsiteY4" fmla="*/ 37909 h 75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18" h="75818">
                  <a:moveTo>
                    <a:pt x="75819" y="37909"/>
                  </a:moveTo>
                  <a:cubicBezTo>
                    <a:pt x="75819" y="58846"/>
                    <a:pt x="58846" y="75819"/>
                    <a:pt x="37910" y="75819"/>
                  </a:cubicBezTo>
                  <a:cubicBezTo>
                    <a:pt x="16973" y="75819"/>
                    <a:pt x="0" y="58846"/>
                    <a:pt x="0" y="37909"/>
                  </a:cubicBezTo>
                  <a:cubicBezTo>
                    <a:pt x="0" y="16973"/>
                    <a:pt x="16973" y="0"/>
                    <a:pt x="37910" y="0"/>
                  </a:cubicBezTo>
                  <a:cubicBezTo>
                    <a:pt x="58846" y="0"/>
                    <a:pt x="75819" y="16973"/>
                    <a:pt x="75819" y="37909"/>
                  </a:cubicBezTo>
                  <a:close/>
                </a:path>
              </a:pathLst>
            </a:custGeom>
            <a:grpFill/>
            <a:ln w="12700">
              <a:solidFill>
                <a:schemeClr val="accent4">
                  <a:lumMod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 sz="14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endParaRPr>
            </a:p>
          </p:txBody>
        </p:sp>
        <p:sp>
          <p:nvSpPr>
            <p:cNvPr id="192" name="Freihandform: Form 191">
              <a:extLst>
                <a:ext uri="{FF2B5EF4-FFF2-40B4-BE49-F238E27FC236}">
                  <a16:creationId xmlns:a16="http://schemas.microsoft.com/office/drawing/2014/main" id="{EB173326-6572-F8E1-9038-B7F8EB33CC52}"/>
                </a:ext>
              </a:extLst>
            </p:cNvPr>
            <p:cNvSpPr/>
            <p:nvPr/>
          </p:nvSpPr>
          <p:spPr>
            <a:xfrm>
              <a:off x="2087759" y="3657372"/>
              <a:ext cx="347186" cy="270700"/>
            </a:xfrm>
            <a:custGeom>
              <a:avLst/>
              <a:gdLst>
                <a:gd name="connsiteX0" fmla="*/ -374 w 347186"/>
                <a:gd name="connsiteY0" fmla="*/ -301 h 270700"/>
                <a:gd name="connsiteX1" fmla="*/ 78208 w 347186"/>
                <a:gd name="connsiteY1" fmla="*/ -301 h 270700"/>
                <a:gd name="connsiteX2" fmla="*/ 128976 w 347186"/>
                <a:gd name="connsiteY2" fmla="*/ 230585 h 270700"/>
                <a:gd name="connsiteX3" fmla="*/ 169648 w 347186"/>
                <a:gd name="connsiteY3" fmla="*/ 270400 h 270700"/>
                <a:gd name="connsiteX4" fmla="*/ 346813 w 347186"/>
                <a:gd name="connsiteY4" fmla="*/ 270400 h 270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7186" h="270700">
                  <a:moveTo>
                    <a:pt x="-374" y="-301"/>
                  </a:moveTo>
                  <a:lnTo>
                    <a:pt x="78208" y="-301"/>
                  </a:lnTo>
                  <a:cubicBezTo>
                    <a:pt x="78208" y="-301"/>
                    <a:pt x="123833" y="213726"/>
                    <a:pt x="128976" y="230585"/>
                  </a:cubicBezTo>
                  <a:cubicBezTo>
                    <a:pt x="134120" y="247445"/>
                    <a:pt x="146978" y="270400"/>
                    <a:pt x="169648" y="270400"/>
                  </a:cubicBezTo>
                  <a:lnTo>
                    <a:pt x="346813" y="270400"/>
                  </a:lnTo>
                </a:path>
              </a:pathLst>
            </a:custGeom>
            <a:grpFill/>
            <a:ln w="12700">
              <a:solidFill>
                <a:schemeClr val="accent4">
                  <a:lumMod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 sz="14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endParaRPr>
            </a:p>
          </p:txBody>
        </p:sp>
        <p:sp>
          <p:nvSpPr>
            <p:cNvPr id="193" name="Freihandform: Form 192">
              <a:extLst>
                <a:ext uri="{FF2B5EF4-FFF2-40B4-BE49-F238E27FC236}">
                  <a16:creationId xmlns:a16="http://schemas.microsoft.com/office/drawing/2014/main" id="{0FA06720-8546-2727-4F45-1A19B7542179}"/>
                </a:ext>
              </a:extLst>
            </p:cNvPr>
            <p:cNvSpPr/>
            <p:nvPr/>
          </p:nvSpPr>
          <p:spPr>
            <a:xfrm>
              <a:off x="2178723" y="3715189"/>
              <a:ext cx="324040" cy="149066"/>
            </a:xfrm>
            <a:custGeom>
              <a:avLst/>
              <a:gdLst>
                <a:gd name="connsiteX0" fmla="*/ 0 w 324040"/>
                <a:gd name="connsiteY0" fmla="*/ 0 h 149066"/>
                <a:gd name="connsiteX1" fmla="*/ 324041 w 324040"/>
                <a:gd name="connsiteY1" fmla="*/ 23336 h 149066"/>
                <a:gd name="connsiteX2" fmla="*/ 280892 w 324040"/>
                <a:gd name="connsiteY2" fmla="*/ 149066 h 149066"/>
                <a:gd name="connsiteX3" fmla="*/ 32671 w 324040"/>
                <a:gd name="connsiteY3" fmla="*/ 149066 h 149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040" h="149066">
                  <a:moveTo>
                    <a:pt x="0" y="0"/>
                  </a:moveTo>
                  <a:lnTo>
                    <a:pt x="324041" y="23336"/>
                  </a:lnTo>
                  <a:lnTo>
                    <a:pt x="280892" y="149066"/>
                  </a:lnTo>
                  <a:lnTo>
                    <a:pt x="32671" y="149066"/>
                  </a:lnTo>
                </a:path>
              </a:pathLst>
            </a:custGeom>
            <a:grpFill/>
            <a:ln w="12700">
              <a:solidFill>
                <a:schemeClr val="accent4">
                  <a:lumMod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 sz="14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endParaRPr>
            </a:p>
          </p:txBody>
        </p:sp>
        <p:sp>
          <p:nvSpPr>
            <p:cNvPr id="194" name="Freihandform: Form 193">
              <a:extLst>
                <a:ext uri="{FF2B5EF4-FFF2-40B4-BE49-F238E27FC236}">
                  <a16:creationId xmlns:a16="http://schemas.microsoft.com/office/drawing/2014/main" id="{55F121F8-717D-61BA-A96A-2370FA663B93}"/>
                </a:ext>
              </a:extLst>
            </p:cNvPr>
            <p:cNvSpPr/>
            <p:nvPr/>
          </p:nvSpPr>
          <p:spPr>
            <a:xfrm>
              <a:off x="2195487" y="3792723"/>
              <a:ext cx="288702" cy="9525"/>
            </a:xfrm>
            <a:custGeom>
              <a:avLst/>
              <a:gdLst>
                <a:gd name="connsiteX0" fmla="*/ 0 w 288702"/>
                <a:gd name="connsiteY0" fmla="*/ 0 h 9525"/>
                <a:gd name="connsiteX1" fmla="*/ 288703 w 2887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8702" h="9525">
                  <a:moveTo>
                    <a:pt x="0" y="0"/>
                  </a:moveTo>
                  <a:lnTo>
                    <a:pt x="288703" y="0"/>
                  </a:lnTo>
                </a:path>
              </a:pathLst>
            </a:custGeom>
            <a:grpFill/>
            <a:ln w="12700">
              <a:solidFill>
                <a:schemeClr val="accent4">
                  <a:lumMod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 sz="14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endParaRPr>
            </a:p>
          </p:txBody>
        </p:sp>
        <p:sp>
          <p:nvSpPr>
            <p:cNvPr id="195" name="Freihandform: Form 194">
              <a:extLst>
                <a:ext uri="{FF2B5EF4-FFF2-40B4-BE49-F238E27FC236}">
                  <a16:creationId xmlns:a16="http://schemas.microsoft.com/office/drawing/2014/main" id="{59CF5C56-3EE7-6728-FC4A-2739C44E8E0B}"/>
                </a:ext>
              </a:extLst>
            </p:cNvPr>
            <p:cNvSpPr/>
            <p:nvPr/>
          </p:nvSpPr>
          <p:spPr>
            <a:xfrm>
              <a:off x="2336172" y="3727762"/>
              <a:ext cx="9525" cy="136493"/>
            </a:xfrm>
            <a:custGeom>
              <a:avLst/>
              <a:gdLst>
                <a:gd name="connsiteX0" fmla="*/ 0 w 9525"/>
                <a:gd name="connsiteY0" fmla="*/ 0 h 136493"/>
                <a:gd name="connsiteX1" fmla="*/ 0 w 9525"/>
                <a:gd name="connsiteY1" fmla="*/ 136493 h 136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36493">
                  <a:moveTo>
                    <a:pt x="0" y="0"/>
                  </a:moveTo>
                  <a:lnTo>
                    <a:pt x="0" y="136493"/>
                  </a:lnTo>
                </a:path>
              </a:pathLst>
            </a:custGeom>
            <a:grpFill/>
            <a:ln w="12700">
              <a:solidFill>
                <a:schemeClr val="accent4">
                  <a:lumMod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 sz="14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endParaRPr>
            </a:p>
          </p:txBody>
        </p:sp>
        <p:sp>
          <p:nvSpPr>
            <p:cNvPr id="196" name="Freihandform: Form 195">
              <a:extLst>
                <a:ext uri="{FF2B5EF4-FFF2-40B4-BE49-F238E27FC236}">
                  <a16:creationId xmlns:a16="http://schemas.microsoft.com/office/drawing/2014/main" id="{BDA0C0A3-1847-709C-A58F-CDE3C9106C39}"/>
                </a:ext>
              </a:extLst>
            </p:cNvPr>
            <p:cNvSpPr/>
            <p:nvPr/>
          </p:nvSpPr>
          <p:spPr>
            <a:xfrm>
              <a:off x="2401704" y="3732620"/>
              <a:ext cx="18478" cy="131635"/>
            </a:xfrm>
            <a:custGeom>
              <a:avLst/>
              <a:gdLst>
                <a:gd name="connsiteX0" fmla="*/ 18479 w 18478"/>
                <a:gd name="connsiteY0" fmla="*/ 0 h 131635"/>
                <a:gd name="connsiteX1" fmla="*/ 0 w 18478"/>
                <a:gd name="connsiteY1" fmla="*/ 131636 h 131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478" h="131635">
                  <a:moveTo>
                    <a:pt x="18479" y="0"/>
                  </a:moveTo>
                  <a:lnTo>
                    <a:pt x="0" y="131636"/>
                  </a:lnTo>
                </a:path>
              </a:pathLst>
            </a:custGeom>
            <a:grpFill/>
            <a:ln w="12700">
              <a:solidFill>
                <a:schemeClr val="accent4">
                  <a:lumMod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 sz="14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endParaRPr>
            </a:p>
          </p:txBody>
        </p:sp>
        <p:sp>
          <p:nvSpPr>
            <p:cNvPr id="197" name="Freihandform: Form 196">
              <a:extLst>
                <a:ext uri="{FF2B5EF4-FFF2-40B4-BE49-F238E27FC236}">
                  <a16:creationId xmlns:a16="http://schemas.microsoft.com/office/drawing/2014/main" id="{4436154F-0450-1E2B-F635-C3752523D73C}"/>
                </a:ext>
              </a:extLst>
            </p:cNvPr>
            <p:cNvSpPr/>
            <p:nvPr/>
          </p:nvSpPr>
          <p:spPr>
            <a:xfrm>
              <a:off x="2252637" y="3722809"/>
              <a:ext cx="19145" cy="141446"/>
            </a:xfrm>
            <a:custGeom>
              <a:avLst/>
              <a:gdLst>
                <a:gd name="connsiteX0" fmla="*/ 0 w 19145"/>
                <a:gd name="connsiteY0" fmla="*/ 0 h 141446"/>
                <a:gd name="connsiteX1" fmla="*/ 19145 w 19145"/>
                <a:gd name="connsiteY1" fmla="*/ 141446 h 141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145" h="141446">
                  <a:moveTo>
                    <a:pt x="0" y="0"/>
                  </a:moveTo>
                  <a:lnTo>
                    <a:pt x="19145" y="141446"/>
                  </a:lnTo>
                </a:path>
              </a:pathLst>
            </a:custGeom>
            <a:grpFill/>
            <a:ln w="12700">
              <a:solidFill>
                <a:schemeClr val="accent4">
                  <a:lumMod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 sz="14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endParaRPr>
            </a:p>
          </p:txBody>
        </p:sp>
      </p:grpSp>
      <p:sp>
        <p:nvSpPr>
          <p:cNvPr id="106" name="Triangle 63">
            <a:extLst>
              <a:ext uri="{FF2B5EF4-FFF2-40B4-BE49-F238E27FC236}">
                <a16:creationId xmlns:a16="http://schemas.microsoft.com/office/drawing/2014/main" id="{087A2961-424C-CA48-A2B3-69EC456B6F9F}"/>
              </a:ext>
            </a:extLst>
          </p:cNvPr>
          <p:cNvSpPr/>
          <p:nvPr/>
        </p:nvSpPr>
        <p:spPr>
          <a:xfrm rot="5400000">
            <a:off x="3010255" y="3547531"/>
            <a:ext cx="301486" cy="165743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>
              <a:solidFill>
                <a:schemeClr val="accent4">
                  <a:lumMod val="25000"/>
                </a:schemeClr>
              </a:solidFill>
              <a:latin typeface="Montserrat" panose="02000505000000020004" pitchFamily="2" charset="77"/>
            </a:endParaRPr>
          </a:p>
        </p:txBody>
      </p:sp>
      <p:sp>
        <p:nvSpPr>
          <p:cNvPr id="107" name="Rectangle 78">
            <a:extLst>
              <a:ext uri="{FF2B5EF4-FFF2-40B4-BE49-F238E27FC236}">
                <a16:creationId xmlns:a16="http://schemas.microsoft.com/office/drawing/2014/main" id="{6EDBEC7C-BB65-FD36-C6D9-063E0FB0EB15}"/>
              </a:ext>
            </a:extLst>
          </p:cNvPr>
          <p:cNvSpPr/>
          <p:nvPr/>
        </p:nvSpPr>
        <p:spPr>
          <a:xfrm flipH="1">
            <a:off x="9113875" y="2673886"/>
            <a:ext cx="2502780" cy="1913031"/>
          </a:xfrm>
          <a:prstGeom prst="rect">
            <a:avLst/>
          </a:prstGeom>
          <a:solidFill>
            <a:srgbClr val="EEF2F4"/>
          </a:solidFill>
          <a:ln w="12700">
            <a:noFill/>
          </a:ln>
          <a:effectLst>
            <a:outerShdw blurRad="50800" dist="38100" dir="5400000" algn="t" rotWithShape="0">
              <a:srgbClr val="94AFC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" tIns="75600" rIns="75600" bIns="75600" rtlCol="0" anchor="t"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Aft>
                <a:spcPts val="400"/>
              </a:spcAft>
            </a:pPr>
            <a:r>
              <a:rPr lang="en-US" sz="1200" b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Marketing API’s</a:t>
            </a:r>
          </a:p>
        </p:txBody>
      </p:sp>
      <p:sp>
        <p:nvSpPr>
          <p:cNvPr id="108" name="Rectangle 387">
            <a:extLst>
              <a:ext uri="{FF2B5EF4-FFF2-40B4-BE49-F238E27FC236}">
                <a16:creationId xmlns:a16="http://schemas.microsoft.com/office/drawing/2014/main" id="{6F7A53E9-2B5A-0B45-4DC1-16A61C03FC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2932" y="3100283"/>
            <a:ext cx="2344666" cy="382454"/>
          </a:xfrm>
          <a:prstGeom prst="roundRect">
            <a:avLst>
              <a:gd name="adj" fmla="val 941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72000" tIns="72000" rIns="72000" bIns="7200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050" kern="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Assign</a:t>
            </a:r>
          </a:p>
        </p:txBody>
      </p:sp>
      <p:sp>
        <p:nvSpPr>
          <p:cNvPr id="109" name="Rectangle 387">
            <a:extLst>
              <a:ext uri="{FF2B5EF4-FFF2-40B4-BE49-F238E27FC236}">
                <a16:creationId xmlns:a16="http://schemas.microsoft.com/office/drawing/2014/main" id="{E3A2CDE7-1A6D-3D6B-B32F-C796AC1B9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2932" y="4060854"/>
            <a:ext cx="2344666" cy="382454"/>
          </a:xfrm>
          <a:prstGeom prst="roundRect">
            <a:avLst>
              <a:gd name="adj" fmla="val 941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72000" tIns="72000" rIns="72000" bIns="7200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050" kern="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Customer </a:t>
            </a:r>
          </a:p>
          <a:p>
            <a:pPr algn="r"/>
            <a:r>
              <a:rPr lang="en-US" sz="1050" kern="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Prediction &amp; Insights</a:t>
            </a:r>
          </a:p>
        </p:txBody>
      </p:sp>
      <p:sp>
        <p:nvSpPr>
          <p:cNvPr id="110" name="Rectangle 387">
            <a:extLst>
              <a:ext uri="{FF2B5EF4-FFF2-40B4-BE49-F238E27FC236}">
                <a16:creationId xmlns:a16="http://schemas.microsoft.com/office/drawing/2014/main" id="{4F31EE1F-D9CF-D9D9-024B-4E45378D09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2932" y="3581296"/>
            <a:ext cx="2344666" cy="382454"/>
          </a:xfrm>
          <a:prstGeom prst="roundRect">
            <a:avLst>
              <a:gd name="adj" fmla="val 941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72000" tIns="72000" rIns="72000" bIns="7200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050" kern="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Marketing Automation</a:t>
            </a:r>
          </a:p>
        </p:txBody>
      </p:sp>
      <p:sp>
        <p:nvSpPr>
          <p:cNvPr id="115" name="Triangle 63">
            <a:extLst>
              <a:ext uri="{FF2B5EF4-FFF2-40B4-BE49-F238E27FC236}">
                <a16:creationId xmlns:a16="http://schemas.microsoft.com/office/drawing/2014/main" id="{10E33A4E-9A96-AD19-8FCD-6AEA1C6C459A}"/>
              </a:ext>
            </a:extLst>
          </p:cNvPr>
          <p:cNvSpPr/>
          <p:nvPr/>
        </p:nvSpPr>
        <p:spPr>
          <a:xfrm rot="16200000">
            <a:off x="8880261" y="3547531"/>
            <a:ext cx="301486" cy="165743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>
              <a:solidFill>
                <a:schemeClr val="accent4">
                  <a:lumMod val="25000"/>
                </a:schemeClr>
              </a:solidFill>
              <a:latin typeface="Montserrat" panose="02000505000000020004" pitchFamily="2" charset="77"/>
            </a:endParaRPr>
          </a:p>
        </p:txBody>
      </p:sp>
      <p:sp>
        <p:nvSpPr>
          <p:cNvPr id="116" name="Triangle 63">
            <a:extLst>
              <a:ext uri="{FF2B5EF4-FFF2-40B4-BE49-F238E27FC236}">
                <a16:creationId xmlns:a16="http://schemas.microsoft.com/office/drawing/2014/main" id="{C1665793-1AE2-A905-6A6B-432F26A74E5A}"/>
              </a:ext>
            </a:extLst>
          </p:cNvPr>
          <p:cNvSpPr/>
          <p:nvPr/>
        </p:nvSpPr>
        <p:spPr>
          <a:xfrm rot="10800000">
            <a:off x="5945256" y="4586918"/>
            <a:ext cx="301486" cy="165743"/>
          </a:xfrm>
          <a:prstGeom prst="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>
              <a:solidFill>
                <a:schemeClr val="accent4">
                  <a:lumMod val="25000"/>
                </a:schemeClr>
              </a:solidFill>
              <a:latin typeface="Montserrat" panose="02000505000000020004" pitchFamily="2" charset="77"/>
            </a:endParaRPr>
          </a:p>
        </p:txBody>
      </p:sp>
      <p:sp>
        <p:nvSpPr>
          <p:cNvPr id="119" name="Triangle 63">
            <a:extLst>
              <a:ext uri="{FF2B5EF4-FFF2-40B4-BE49-F238E27FC236}">
                <a16:creationId xmlns:a16="http://schemas.microsoft.com/office/drawing/2014/main" id="{940B2F29-8286-87B7-00DA-F36590AC5649}"/>
              </a:ext>
            </a:extLst>
          </p:cNvPr>
          <p:cNvSpPr/>
          <p:nvPr/>
        </p:nvSpPr>
        <p:spPr>
          <a:xfrm rot="16200000">
            <a:off x="3194908" y="3547530"/>
            <a:ext cx="301486" cy="165743"/>
          </a:xfrm>
          <a:prstGeom prst="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>
              <a:solidFill>
                <a:schemeClr val="accent4">
                  <a:lumMod val="25000"/>
                </a:schemeClr>
              </a:solidFill>
              <a:latin typeface="Montserrat" panose="02000505000000020004" pitchFamily="2" charset="77"/>
            </a:endParaRPr>
          </a:p>
        </p:txBody>
      </p:sp>
      <p:sp>
        <p:nvSpPr>
          <p:cNvPr id="120" name="Triangle 63">
            <a:extLst>
              <a:ext uri="{FF2B5EF4-FFF2-40B4-BE49-F238E27FC236}">
                <a16:creationId xmlns:a16="http://schemas.microsoft.com/office/drawing/2014/main" id="{EEEBA51F-1AC2-163D-4157-8D8F10A085DF}"/>
              </a:ext>
            </a:extLst>
          </p:cNvPr>
          <p:cNvSpPr/>
          <p:nvPr/>
        </p:nvSpPr>
        <p:spPr>
          <a:xfrm rot="5400000">
            <a:off x="8695607" y="3547531"/>
            <a:ext cx="301486" cy="165743"/>
          </a:xfrm>
          <a:prstGeom prst="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>
              <a:solidFill>
                <a:schemeClr val="accent4">
                  <a:lumMod val="25000"/>
                </a:schemeClr>
              </a:solidFill>
              <a:latin typeface="Montserrat" panose="02000505000000020004" pitchFamily="2" charset="77"/>
            </a:endParaRP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6EBE96FA-75C8-2536-4882-904D630C787E}"/>
              </a:ext>
            </a:extLst>
          </p:cNvPr>
          <p:cNvGrpSpPr/>
          <p:nvPr/>
        </p:nvGrpSpPr>
        <p:grpSpPr>
          <a:xfrm>
            <a:off x="9299587" y="3154132"/>
            <a:ext cx="284009" cy="274771"/>
            <a:chOff x="12457850" y="2986688"/>
            <a:chExt cx="437085" cy="422872"/>
          </a:xfrm>
        </p:grpSpPr>
        <p:sp>
          <p:nvSpPr>
            <p:cNvPr id="3" name="Freihandform: Form 2">
              <a:extLst>
                <a:ext uri="{FF2B5EF4-FFF2-40B4-BE49-F238E27FC236}">
                  <a16:creationId xmlns:a16="http://schemas.microsoft.com/office/drawing/2014/main" id="{55DE4062-DB59-3A66-0CAC-F9CECDFC1777}"/>
                </a:ext>
              </a:extLst>
            </p:cNvPr>
            <p:cNvSpPr/>
            <p:nvPr/>
          </p:nvSpPr>
          <p:spPr>
            <a:xfrm>
              <a:off x="12610417" y="2986688"/>
              <a:ext cx="90365" cy="90364"/>
            </a:xfrm>
            <a:custGeom>
              <a:avLst/>
              <a:gdLst>
                <a:gd name="connsiteX0" fmla="*/ 89955 w 90365"/>
                <a:gd name="connsiteY0" fmla="*/ 44612 h 90364"/>
                <a:gd name="connsiteX1" fmla="*/ 44773 w 90365"/>
                <a:gd name="connsiteY1" fmla="*/ 89794 h 90364"/>
                <a:gd name="connsiteX2" fmla="*/ -410 w 90365"/>
                <a:gd name="connsiteY2" fmla="*/ 44612 h 90364"/>
                <a:gd name="connsiteX3" fmla="*/ 44773 w 90365"/>
                <a:gd name="connsiteY3" fmla="*/ -571 h 90364"/>
                <a:gd name="connsiteX4" fmla="*/ 89955 w 90365"/>
                <a:gd name="connsiteY4" fmla="*/ 44612 h 9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365" h="90364">
                  <a:moveTo>
                    <a:pt x="89955" y="44612"/>
                  </a:moveTo>
                  <a:cubicBezTo>
                    <a:pt x="89955" y="69563"/>
                    <a:pt x="69724" y="89794"/>
                    <a:pt x="44773" y="89794"/>
                  </a:cubicBezTo>
                  <a:cubicBezTo>
                    <a:pt x="19821" y="89794"/>
                    <a:pt x="-410" y="69563"/>
                    <a:pt x="-410" y="44612"/>
                  </a:cubicBezTo>
                  <a:cubicBezTo>
                    <a:pt x="-410" y="19661"/>
                    <a:pt x="19821" y="-571"/>
                    <a:pt x="44773" y="-571"/>
                  </a:cubicBezTo>
                  <a:cubicBezTo>
                    <a:pt x="69724" y="-571"/>
                    <a:pt x="89955" y="19661"/>
                    <a:pt x="89955" y="44612"/>
                  </a:cubicBezTo>
                  <a:close/>
                </a:path>
              </a:pathLst>
            </a:custGeom>
            <a:grpFill/>
            <a:ln w="12700">
              <a:solidFill>
                <a:schemeClr val="accent4">
                  <a:lumMod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 sz="14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endParaRPr>
            </a:p>
          </p:txBody>
        </p:sp>
        <p:sp>
          <p:nvSpPr>
            <p:cNvPr id="4" name="Freihandform: Form 3">
              <a:extLst>
                <a:ext uri="{FF2B5EF4-FFF2-40B4-BE49-F238E27FC236}">
                  <a16:creationId xmlns:a16="http://schemas.microsoft.com/office/drawing/2014/main" id="{796ACF27-CBDB-849A-5F0C-5EB5F925084D}"/>
                </a:ext>
              </a:extLst>
            </p:cNvPr>
            <p:cNvSpPr/>
            <p:nvPr/>
          </p:nvSpPr>
          <p:spPr>
            <a:xfrm>
              <a:off x="12584536" y="3118989"/>
              <a:ext cx="142741" cy="283640"/>
            </a:xfrm>
            <a:custGeom>
              <a:avLst/>
              <a:gdLst>
                <a:gd name="connsiteX0" fmla="*/ 142332 w 142741"/>
                <a:gd name="connsiteY0" fmla="*/ 51192 h 283640"/>
                <a:gd name="connsiteX1" fmla="*/ 142332 w 142741"/>
                <a:gd name="connsiteY1" fmla="*/ 34523 h 283640"/>
                <a:gd name="connsiteX2" fmla="*/ 107238 w 142741"/>
                <a:gd name="connsiteY2" fmla="*/ -571 h 283640"/>
                <a:gd name="connsiteX3" fmla="*/ 34683 w 142741"/>
                <a:gd name="connsiteY3" fmla="*/ -571 h 283640"/>
                <a:gd name="connsiteX4" fmla="*/ -410 w 142741"/>
                <a:gd name="connsiteY4" fmla="*/ 34523 h 283640"/>
                <a:gd name="connsiteX5" fmla="*/ -410 w 142741"/>
                <a:gd name="connsiteY5" fmla="*/ 132257 h 283640"/>
                <a:gd name="connsiteX6" fmla="*/ 35122 w 142741"/>
                <a:gd name="connsiteY6" fmla="*/ 167789 h 283640"/>
                <a:gd name="connsiteX7" fmla="*/ 35122 w 142741"/>
                <a:gd name="connsiteY7" fmla="*/ 283070 h 283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741" h="283640">
                  <a:moveTo>
                    <a:pt x="142332" y="51192"/>
                  </a:moveTo>
                  <a:lnTo>
                    <a:pt x="142332" y="34523"/>
                  </a:lnTo>
                  <a:cubicBezTo>
                    <a:pt x="142051" y="15257"/>
                    <a:pt x="126505" y="-290"/>
                    <a:pt x="107238" y="-571"/>
                  </a:cubicBezTo>
                  <a:lnTo>
                    <a:pt x="34683" y="-571"/>
                  </a:lnTo>
                  <a:cubicBezTo>
                    <a:pt x="15303" y="-571"/>
                    <a:pt x="-410" y="15143"/>
                    <a:pt x="-410" y="34523"/>
                  </a:cubicBezTo>
                  <a:lnTo>
                    <a:pt x="-410" y="132257"/>
                  </a:lnTo>
                  <a:cubicBezTo>
                    <a:pt x="-313" y="151839"/>
                    <a:pt x="15540" y="167693"/>
                    <a:pt x="35122" y="167789"/>
                  </a:cubicBezTo>
                  <a:lnTo>
                    <a:pt x="35122" y="283070"/>
                  </a:lnTo>
                </a:path>
              </a:pathLst>
            </a:custGeom>
            <a:grpFill/>
            <a:ln w="12700">
              <a:solidFill>
                <a:schemeClr val="accent4">
                  <a:lumMod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 sz="14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endParaRPr>
            </a:p>
          </p:txBody>
        </p:sp>
        <p:sp>
          <p:nvSpPr>
            <p:cNvPr id="5" name="Freihandform: Form 4">
              <a:extLst>
                <a:ext uri="{FF2B5EF4-FFF2-40B4-BE49-F238E27FC236}">
                  <a16:creationId xmlns:a16="http://schemas.microsoft.com/office/drawing/2014/main" id="{43DEE1FD-08F2-8D26-4431-21DF9EADA8E8}"/>
                </a:ext>
              </a:extLst>
            </p:cNvPr>
            <p:cNvSpPr/>
            <p:nvPr/>
          </p:nvSpPr>
          <p:spPr>
            <a:xfrm>
              <a:off x="12484082" y="3031519"/>
              <a:ext cx="90540" cy="90540"/>
            </a:xfrm>
            <a:custGeom>
              <a:avLst/>
              <a:gdLst>
                <a:gd name="connsiteX0" fmla="*/ 90131 w 90540"/>
                <a:gd name="connsiteY0" fmla="*/ 44700 h 90540"/>
                <a:gd name="connsiteX1" fmla="*/ 44861 w 90540"/>
                <a:gd name="connsiteY1" fmla="*/ 89970 h 90540"/>
                <a:gd name="connsiteX2" fmla="*/ -410 w 90540"/>
                <a:gd name="connsiteY2" fmla="*/ 44700 h 90540"/>
                <a:gd name="connsiteX3" fmla="*/ 44861 w 90540"/>
                <a:gd name="connsiteY3" fmla="*/ -571 h 90540"/>
                <a:gd name="connsiteX4" fmla="*/ 90131 w 90540"/>
                <a:gd name="connsiteY4" fmla="*/ 44700 h 90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40" h="90540">
                  <a:moveTo>
                    <a:pt x="90131" y="44700"/>
                  </a:moveTo>
                  <a:cubicBezTo>
                    <a:pt x="90131" y="69704"/>
                    <a:pt x="69864" y="89970"/>
                    <a:pt x="44861" y="89970"/>
                  </a:cubicBezTo>
                  <a:cubicBezTo>
                    <a:pt x="19857" y="89970"/>
                    <a:pt x="-410" y="69704"/>
                    <a:pt x="-410" y="44700"/>
                  </a:cubicBezTo>
                  <a:cubicBezTo>
                    <a:pt x="-410" y="19696"/>
                    <a:pt x="19857" y="-571"/>
                    <a:pt x="44861" y="-571"/>
                  </a:cubicBezTo>
                  <a:cubicBezTo>
                    <a:pt x="69864" y="-571"/>
                    <a:pt x="90131" y="19696"/>
                    <a:pt x="90131" y="44700"/>
                  </a:cubicBezTo>
                  <a:close/>
                </a:path>
              </a:pathLst>
            </a:custGeom>
            <a:grpFill/>
            <a:ln w="12700">
              <a:solidFill>
                <a:schemeClr val="accent4">
                  <a:lumMod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 sz="14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endParaRPr>
            </a:p>
          </p:txBody>
        </p:sp>
        <p:sp>
          <p:nvSpPr>
            <p:cNvPr id="6" name="Freihandform: Form 5">
              <a:extLst>
                <a:ext uri="{FF2B5EF4-FFF2-40B4-BE49-F238E27FC236}">
                  <a16:creationId xmlns:a16="http://schemas.microsoft.com/office/drawing/2014/main" id="{CD978D1D-61AC-2EDE-F5DC-17FC779CAF15}"/>
                </a:ext>
              </a:extLst>
            </p:cNvPr>
            <p:cNvSpPr/>
            <p:nvPr/>
          </p:nvSpPr>
          <p:spPr>
            <a:xfrm>
              <a:off x="12457850" y="3163558"/>
              <a:ext cx="91768" cy="238194"/>
            </a:xfrm>
            <a:custGeom>
              <a:avLst/>
              <a:gdLst>
                <a:gd name="connsiteX0" fmla="*/ 91359 w 91768"/>
                <a:gd name="connsiteY0" fmla="*/ -571 h 238194"/>
                <a:gd name="connsiteX1" fmla="*/ 34683 w 91768"/>
                <a:gd name="connsiteY1" fmla="*/ -571 h 238194"/>
                <a:gd name="connsiteX2" fmla="*/ -410 w 91768"/>
                <a:gd name="connsiteY2" fmla="*/ 34523 h 238194"/>
                <a:gd name="connsiteX3" fmla="*/ -410 w 91768"/>
                <a:gd name="connsiteY3" fmla="*/ 107604 h 238194"/>
                <a:gd name="connsiteX4" fmla="*/ 34683 w 91768"/>
                <a:gd name="connsiteY4" fmla="*/ 142697 h 238194"/>
                <a:gd name="connsiteX5" fmla="*/ 34683 w 91768"/>
                <a:gd name="connsiteY5" fmla="*/ 237624 h 238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768" h="238194">
                  <a:moveTo>
                    <a:pt x="91359" y="-571"/>
                  </a:moveTo>
                  <a:lnTo>
                    <a:pt x="34683" y="-571"/>
                  </a:lnTo>
                  <a:cubicBezTo>
                    <a:pt x="15400" y="-334"/>
                    <a:pt x="-173" y="15239"/>
                    <a:pt x="-410" y="34523"/>
                  </a:cubicBezTo>
                  <a:lnTo>
                    <a:pt x="-410" y="107604"/>
                  </a:lnTo>
                  <a:cubicBezTo>
                    <a:pt x="-129" y="126870"/>
                    <a:pt x="15417" y="142417"/>
                    <a:pt x="34683" y="142697"/>
                  </a:cubicBezTo>
                  <a:lnTo>
                    <a:pt x="34683" y="237624"/>
                  </a:lnTo>
                </a:path>
              </a:pathLst>
            </a:custGeom>
            <a:grpFill/>
            <a:ln w="12700">
              <a:solidFill>
                <a:schemeClr val="accent4">
                  <a:lumMod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 sz="14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endParaRPr>
            </a:p>
          </p:txBody>
        </p:sp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5FEDE859-5FE3-EBD2-8288-2177817B3B7C}"/>
                </a:ext>
              </a:extLst>
            </p:cNvPr>
            <p:cNvSpPr/>
            <p:nvPr/>
          </p:nvSpPr>
          <p:spPr>
            <a:xfrm>
              <a:off x="12672620" y="3187245"/>
              <a:ext cx="222315" cy="222315"/>
            </a:xfrm>
            <a:custGeom>
              <a:avLst/>
              <a:gdLst>
                <a:gd name="connsiteX0" fmla="*/ 222315 w 222315"/>
                <a:gd name="connsiteY0" fmla="*/ 111158 h 222315"/>
                <a:gd name="connsiteX1" fmla="*/ 111158 w 222315"/>
                <a:gd name="connsiteY1" fmla="*/ 222315 h 222315"/>
                <a:gd name="connsiteX2" fmla="*/ 0 w 222315"/>
                <a:gd name="connsiteY2" fmla="*/ 111158 h 222315"/>
                <a:gd name="connsiteX3" fmla="*/ 111158 w 222315"/>
                <a:gd name="connsiteY3" fmla="*/ 0 h 222315"/>
                <a:gd name="connsiteX4" fmla="*/ 222315 w 222315"/>
                <a:gd name="connsiteY4" fmla="*/ 111158 h 222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2315" h="222315">
                  <a:moveTo>
                    <a:pt x="222315" y="111158"/>
                  </a:moveTo>
                  <a:cubicBezTo>
                    <a:pt x="222315" y="172548"/>
                    <a:pt x="172548" y="222315"/>
                    <a:pt x="111158" y="222315"/>
                  </a:cubicBezTo>
                  <a:cubicBezTo>
                    <a:pt x="49767" y="222315"/>
                    <a:pt x="0" y="172548"/>
                    <a:pt x="0" y="111158"/>
                  </a:cubicBezTo>
                  <a:cubicBezTo>
                    <a:pt x="0" y="49767"/>
                    <a:pt x="49767" y="0"/>
                    <a:pt x="111158" y="0"/>
                  </a:cubicBezTo>
                  <a:cubicBezTo>
                    <a:pt x="172548" y="0"/>
                    <a:pt x="222315" y="49767"/>
                    <a:pt x="222315" y="111158"/>
                  </a:cubicBezTo>
                  <a:close/>
                </a:path>
              </a:pathLst>
            </a:custGeom>
            <a:grpFill/>
            <a:ln w="12700">
              <a:solidFill>
                <a:schemeClr val="accent4">
                  <a:lumMod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 sz="14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endParaRPr>
            </a:p>
          </p:txBody>
        </p:sp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7B53D192-53BD-2089-8E20-60BB787F2EB7}"/>
                </a:ext>
              </a:extLst>
            </p:cNvPr>
            <p:cNvSpPr/>
            <p:nvPr/>
          </p:nvSpPr>
          <p:spPr>
            <a:xfrm>
              <a:off x="12728418" y="3248483"/>
              <a:ext cx="118351" cy="104665"/>
            </a:xfrm>
            <a:custGeom>
              <a:avLst/>
              <a:gdLst>
                <a:gd name="connsiteX0" fmla="*/ 0 w 118351"/>
                <a:gd name="connsiteY0" fmla="*/ 52289 h 104665"/>
                <a:gd name="connsiteX1" fmla="*/ 47113 w 118351"/>
                <a:gd name="connsiteY1" fmla="*/ 104665 h 104665"/>
                <a:gd name="connsiteX2" fmla="*/ 118352 w 118351"/>
                <a:gd name="connsiteY2" fmla="*/ 0 h 104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8351" h="104665">
                  <a:moveTo>
                    <a:pt x="0" y="52289"/>
                  </a:moveTo>
                  <a:lnTo>
                    <a:pt x="47113" y="104665"/>
                  </a:lnTo>
                  <a:lnTo>
                    <a:pt x="118352" y="0"/>
                  </a:lnTo>
                </a:path>
              </a:pathLst>
            </a:custGeom>
            <a:grpFill/>
            <a:ln w="12700">
              <a:solidFill>
                <a:schemeClr val="accent4">
                  <a:lumMod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 sz="14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endParaRPr>
            </a:p>
          </p:txBody>
        </p:sp>
      </p:grp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DB95EC39-3906-9E18-F73A-FDE70DACEACE}"/>
              </a:ext>
            </a:extLst>
          </p:cNvPr>
          <p:cNvGrpSpPr/>
          <p:nvPr/>
        </p:nvGrpSpPr>
        <p:grpSpPr>
          <a:xfrm>
            <a:off x="9343633" y="4112314"/>
            <a:ext cx="195742" cy="279534"/>
            <a:chOff x="12476956" y="3561137"/>
            <a:chExt cx="437673" cy="625030"/>
          </a:xfrm>
        </p:grpSpPr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CC488266-D34C-13A2-0BAD-699296547B31}"/>
                </a:ext>
              </a:extLst>
            </p:cNvPr>
            <p:cNvSpPr/>
            <p:nvPr/>
          </p:nvSpPr>
          <p:spPr>
            <a:xfrm>
              <a:off x="12476956" y="3561137"/>
              <a:ext cx="437673" cy="437197"/>
            </a:xfrm>
            <a:custGeom>
              <a:avLst/>
              <a:gdLst>
                <a:gd name="connsiteX0" fmla="*/ 375915 w 437673"/>
                <a:gd name="connsiteY0" fmla="*/ 246572 h 437197"/>
                <a:gd name="connsiteX1" fmla="*/ 418587 w 437673"/>
                <a:gd name="connsiteY1" fmla="*/ 246572 h 437197"/>
                <a:gd name="connsiteX2" fmla="*/ 437637 w 437673"/>
                <a:gd name="connsiteY2" fmla="*/ 227522 h 437197"/>
                <a:gd name="connsiteX3" fmla="*/ 437637 w 437673"/>
                <a:gd name="connsiteY3" fmla="*/ 208472 h 437197"/>
                <a:gd name="connsiteX4" fmla="*/ 418587 w 437673"/>
                <a:gd name="connsiteY4" fmla="*/ 189422 h 437197"/>
                <a:gd name="connsiteX5" fmla="*/ 375820 w 437673"/>
                <a:gd name="connsiteY5" fmla="*/ 189422 h 437197"/>
                <a:gd name="connsiteX6" fmla="*/ 356770 w 437673"/>
                <a:gd name="connsiteY6" fmla="*/ 133891 h 437197"/>
                <a:gd name="connsiteX7" fmla="*/ 386964 w 437673"/>
                <a:gd name="connsiteY7" fmla="*/ 103602 h 437197"/>
                <a:gd name="connsiteX8" fmla="*/ 386964 w 437673"/>
                <a:gd name="connsiteY8" fmla="*/ 76741 h 437197"/>
                <a:gd name="connsiteX9" fmla="*/ 360103 w 437673"/>
                <a:gd name="connsiteY9" fmla="*/ 49786 h 437197"/>
                <a:gd name="connsiteX10" fmla="*/ 333163 w 437673"/>
                <a:gd name="connsiteY10" fmla="*/ 49767 h 437197"/>
                <a:gd name="connsiteX11" fmla="*/ 333148 w 437673"/>
                <a:gd name="connsiteY11" fmla="*/ 49786 h 437197"/>
                <a:gd name="connsiteX12" fmla="*/ 302953 w 437673"/>
                <a:gd name="connsiteY12" fmla="*/ 80075 h 437197"/>
                <a:gd name="connsiteX13" fmla="*/ 247327 w 437673"/>
                <a:gd name="connsiteY13" fmla="*/ 61025 h 437197"/>
                <a:gd name="connsiteX14" fmla="*/ 247327 w 437673"/>
                <a:gd name="connsiteY14" fmla="*/ 18258 h 437197"/>
                <a:gd name="connsiteX15" fmla="*/ 228277 w 437673"/>
                <a:gd name="connsiteY15" fmla="*/ -792 h 437197"/>
                <a:gd name="connsiteX16" fmla="*/ 209227 w 437673"/>
                <a:gd name="connsiteY16" fmla="*/ -792 h 437197"/>
                <a:gd name="connsiteX17" fmla="*/ 190177 w 437673"/>
                <a:gd name="connsiteY17" fmla="*/ 18258 h 437197"/>
                <a:gd name="connsiteX18" fmla="*/ 190177 w 437673"/>
                <a:gd name="connsiteY18" fmla="*/ 61025 h 437197"/>
                <a:gd name="connsiteX19" fmla="*/ 134647 w 437673"/>
                <a:gd name="connsiteY19" fmla="*/ 80075 h 437197"/>
                <a:gd name="connsiteX20" fmla="*/ 104357 w 437673"/>
                <a:gd name="connsiteY20" fmla="*/ 49786 h 437197"/>
                <a:gd name="connsiteX21" fmla="*/ 77497 w 437673"/>
                <a:gd name="connsiteY21" fmla="*/ 49786 h 437197"/>
                <a:gd name="connsiteX22" fmla="*/ 51017 w 437673"/>
                <a:gd name="connsiteY22" fmla="*/ 76741 h 437197"/>
                <a:gd name="connsiteX23" fmla="*/ 51017 w 437673"/>
                <a:gd name="connsiteY23" fmla="*/ 103602 h 437197"/>
                <a:gd name="connsiteX24" fmla="*/ 81307 w 437673"/>
                <a:gd name="connsiteY24" fmla="*/ 133891 h 437197"/>
                <a:gd name="connsiteX25" fmla="*/ 62257 w 437673"/>
                <a:gd name="connsiteY25" fmla="*/ 189422 h 437197"/>
                <a:gd name="connsiteX26" fmla="*/ 19013 w 437673"/>
                <a:gd name="connsiteY26" fmla="*/ 189422 h 437197"/>
                <a:gd name="connsiteX27" fmla="*/ -37 w 437673"/>
                <a:gd name="connsiteY27" fmla="*/ 208472 h 437197"/>
                <a:gd name="connsiteX28" fmla="*/ -37 w 437673"/>
                <a:gd name="connsiteY28" fmla="*/ 227522 h 437197"/>
                <a:gd name="connsiteX29" fmla="*/ 19013 w 437673"/>
                <a:gd name="connsiteY29" fmla="*/ 246572 h 437197"/>
                <a:gd name="connsiteX30" fmla="*/ 61780 w 437673"/>
                <a:gd name="connsiteY30" fmla="*/ 246572 h 437197"/>
                <a:gd name="connsiteX31" fmla="*/ 80830 w 437673"/>
                <a:gd name="connsiteY31" fmla="*/ 302103 h 437197"/>
                <a:gd name="connsiteX32" fmla="*/ 51017 w 437673"/>
                <a:gd name="connsiteY32" fmla="*/ 332392 h 437197"/>
                <a:gd name="connsiteX33" fmla="*/ 51017 w 437673"/>
                <a:gd name="connsiteY33" fmla="*/ 359253 h 437197"/>
                <a:gd name="connsiteX34" fmla="*/ 77973 w 437673"/>
                <a:gd name="connsiteY34" fmla="*/ 386208 h 437197"/>
                <a:gd name="connsiteX35" fmla="*/ 104833 w 437673"/>
                <a:gd name="connsiteY35" fmla="*/ 386208 h 437197"/>
                <a:gd name="connsiteX36" fmla="*/ 134647 w 437673"/>
                <a:gd name="connsiteY36" fmla="*/ 355538 h 437197"/>
                <a:gd name="connsiteX37" fmla="*/ 190273 w 437673"/>
                <a:gd name="connsiteY37" fmla="*/ 374588 h 437197"/>
                <a:gd name="connsiteX38" fmla="*/ 190273 w 437673"/>
                <a:gd name="connsiteY38" fmla="*/ 417355 h 437197"/>
                <a:gd name="connsiteX39" fmla="*/ 209323 w 437673"/>
                <a:gd name="connsiteY39" fmla="*/ 436405 h 437197"/>
                <a:gd name="connsiteX40" fmla="*/ 228373 w 437673"/>
                <a:gd name="connsiteY40" fmla="*/ 436405 h 437197"/>
                <a:gd name="connsiteX41" fmla="*/ 247423 w 437673"/>
                <a:gd name="connsiteY41" fmla="*/ 417355 h 437197"/>
                <a:gd name="connsiteX42" fmla="*/ 247423 w 437673"/>
                <a:gd name="connsiteY42" fmla="*/ 374588 h 437197"/>
                <a:gd name="connsiteX43" fmla="*/ 303049 w 437673"/>
                <a:gd name="connsiteY43" fmla="*/ 355538 h 437197"/>
                <a:gd name="connsiteX44" fmla="*/ 333243 w 437673"/>
                <a:gd name="connsiteY44" fmla="*/ 385828 h 437197"/>
                <a:gd name="connsiteX45" fmla="*/ 360183 w 437673"/>
                <a:gd name="connsiteY45" fmla="*/ 385847 h 437197"/>
                <a:gd name="connsiteX46" fmla="*/ 360199 w 437673"/>
                <a:gd name="connsiteY46" fmla="*/ 385828 h 437197"/>
                <a:gd name="connsiteX47" fmla="*/ 387059 w 437673"/>
                <a:gd name="connsiteY47" fmla="*/ 358872 h 437197"/>
                <a:gd name="connsiteX48" fmla="*/ 387059 w 437673"/>
                <a:gd name="connsiteY48" fmla="*/ 332012 h 437197"/>
                <a:gd name="connsiteX49" fmla="*/ 356865 w 437673"/>
                <a:gd name="connsiteY49" fmla="*/ 301722 h 437197"/>
                <a:gd name="connsiteX50" fmla="*/ 375915 w 437673"/>
                <a:gd name="connsiteY50" fmla="*/ 246572 h 437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437673" h="437197">
                  <a:moveTo>
                    <a:pt x="375915" y="246572"/>
                  </a:moveTo>
                  <a:lnTo>
                    <a:pt x="418587" y="246572"/>
                  </a:lnTo>
                  <a:cubicBezTo>
                    <a:pt x="429108" y="246572"/>
                    <a:pt x="437637" y="238047"/>
                    <a:pt x="437637" y="227522"/>
                  </a:cubicBezTo>
                  <a:lnTo>
                    <a:pt x="437637" y="208472"/>
                  </a:lnTo>
                  <a:cubicBezTo>
                    <a:pt x="437637" y="197947"/>
                    <a:pt x="429108" y="189422"/>
                    <a:pt x="418587" y="189422"/>
                  </a:cubicBezTo>
                  <a:lnTo>
                    <a:pt x="375820" y="189422"/>
                  </a:lnTo>
                  <a:cubicBezTo>
                    <a:pt x="371951" y="170153"/>
                    <a:pt x="365545" y="151474"/>
                    <a:pt x="356770" y="133891"/>
                  </a:cubicBezTo>
                  <a:lnTo>
                    <a:pt x="386964" y="103602"/>
                  </a:lnTo>
                  <a:cubicBezTo>
                    <a:pt x="394350" y="96173"/>
                    <a:pt x="394350" y="84171"/>
                    <a:pt x="386964" y="76741"/>
                  </a:cubicBezTo>
                  <a:lnTo>
                    <a:pt x="360103" y="49786"/>
                  </a:lnTo>
                  <a:cubicBezTo>
                    <a:pt x="352668" y="42347"/>
                    <a:pt x="340607" y="42337"/>
                    <a:pt x="333163" y="49767"/>
                  </a:cubicBezTo>
                  <a:cubicBezTo>
                    <a:pt x="333157" y="49776"/>
                    <a:pt x="333152" y="49776"/>
                    <a:pt x="333148" y="49786"/>
                  </a:cubicBezTo>
                  <a:lnTo>
                    <a:pt x="302953" y="80075"/>
                  </a:lnTo>
                  <a:cubicBezTo>
                    <a:pt x="285339" y="71283"/>
                    <a:pt x="266633" y="64883"/>
                    <a:pt x="247327" y="61025"/>
                  </a:cubicBezTo>
                  <a:lnTo>
                    <a:pt x="247327" y="18258"/>
                  </a:lnTo>
                  <a:cubicBezTo>
                    <a:pt x="247327" y="7733"/>
                    <a:pt x="238799" y="-792"/>
                    <a:pt x="228277" y="-792"/>
                  </a:cubicBezTo>
                  <a:lnTo>
                    <a:pt x="209227" y="-792"/>
                  </a:lnTo>
                  <a:cubicBezTo>
                    <a:pt x="198706" y="-792"/>
                    <a:pt x="190177" y="7733"/>
                    <a:pt x="190177" y="18258"/>
                  </a:cubicBezTo>
                  <a:lnTo>
                    <a:pt x="190177" y="61025"/>
                  </a:lnTo>
                  <a:cubicBezTo>
                    <a:pt x="170906" y="64892"/>
                    <a:pt x="152233" y="71303"/>
                    <a:pt x="134647" y="80075"/>
                  </a:cubicBezTo>
                  <a:lnTo>
                    <a:pt x="104357" y="49786"/>
                  </a:lnTo>
                  <a:cubicBezTo>
                    <a:pt x="96927" y="42404"/>
                    <a:pt x="84927" y="42404"/>
                    <a:pt x="77497" y="49786"/>
                  </a:cubicBezTo>
                  <a:lnTo>
                    <a:pt x="51017" y="76741"/>
                  </a:lnTo>
                  <a:cubicBezTo>
                    <a:pt x="43631" y="84171"/>
                    <a:pt x="43631" y="96173"/>
                    <a:pt x="51017" y="103602"/>
                  </a:cubicBezTo>
                  <a:lnTo>
                    <a:pt x="81307" y="133891"/>
                  </a:lnTo>
                  <a:cubicBezTo>
                    <a:pt x="72533" y="151474"/>
                    <a:pt x="66127" y="170153"/>
                    <a:pt x="62257" y="189422"/>
                  </a:cubicBezTo>
                  <a:lnTo>
                    <a:pt x="19013" y="189422"/>
                  </a:lnTo>
                  <a:cubicBezTo>
                    <a:pt x="8492" y="189422"/>
                    <a:pt x="-37" y="197947"/>
                    <a:pt x="-37" y="208472"/>
                  </a:cubicBezTo>
                  <a:lnTo>
                    <a:pt x="-37" y="227522"/>
                  </a:lnTo>
                  <a:cubicBezTo>
                    <a:pt x="-37" y="238047"/>
                    <a:pt x="8492" y="246572"/>
                    <a:pt x="19013" y="246572"/>
                  </a:cubicBezTo>
                  <a:lnTo>
                    <a:pt x="61780" y="246572"/>
                  </a:lnTo>
                  <a:cubicBezTo>
                    <a:pt x="65651" y="265841"/>
                    <a:pt x="72057" y="284510"/>
                    <a:pt x="80830" y="302103"/>
                  </a:cubicBezTo>
                  <a:lnTo>
                    <a:pt x="51017" y="332392"/>
                  </a:lnTo>
                  <a:cubicBezTo>
                    <a:pt x="43631" y="339822"/>
                    <a:pt x="43631" y="351823"/>
                    <a:pt x="51017" y="359253"/>
                  </a:cubicBezTo>
                  <a:lnTo>
                    <a:pt x="77973" y="386208"/>
                  </a:lnTo>
                  <a:cubicBezTo>
                    <a:pt x="85403" y="393590"/>
                    <a:pt x="97403" y="393590"/>
                    <a:pt x="104833" y="386208"/>
                  </a:cubicBezTo>
                  <a:lnTo>
                    <a:pt x="134647" y="355538"/>
                  </a:lnTo>
                  <a:cubicBezTo>
                    <a:pt x="152273" y="364301"/>
                    <a:pt x="170976" y="370702"/>
                    <a:pt x="190273" y="374588"/>
                  </a:cubicBezTo>
                  <a:lnTo>
                    <a:pt x="190273" y="417355"/>
                  </a:lnTo>
                  <a:cubicBezTo>
                    <a:pt x="190273" y="427880"/>
                    <a:pt x="198801" y="436405"/>
                    <a:pt x="209323" y="436405"/>
                  </a:cubicBezTo>
                  <a:lnTo>
                    <a:pt x="228373" y="436405"/>
                  </a:lnTo>
                  <a:cubicBezTo>
                    <a:pt x="238894" y="436405"/>
                    <a:pt x="247423" y="427880"/>
                    <a:pt x="247423" y="417355"/>
                  </a:cubicBezTo>
                  <a:lnTo>
                    <a:pt x="247423" y="374588"/>
                  </a:lnTo>
                  <a:cubicBezTo>
                    <a:pt x="266727" y="370730"/>
                    <a:pt x="285433" y="364329"/>
                    <a:pt x="303049" y="355538"/>
                  </a:cubicBezTo>
                  <a:lnTo>
                    <a:pt x="333243" y="385828"/>
                  </a:lnTo>
                  <a:cubicBezTo>
                    <a:pt x="340678" y="393267"/>
                    <a:pt x="352740" y="393276"/>
                    <a:pt x="360183" y="385847"/>
                  </a:cubicBezTo>
                  <a:cubicBezTo>
                    <a:pt x="360189" y="385837"/>
                    <a:pt x="360194" y="385837"/>
                    <a:pt x="360199" y="385828"/>
                  </a:cubicBezTo>
                  <a:lnTo>
                    <a:pt x="387059" y="358872"/>
                  </a:lnTo>
                  <a:cubicBezTo>
                    <a:pt x="394445" y="351442"/>
                    <a:pt x="394445" y="339441"/>
                    <a:pt x="387059" y="332012"/>
                  </a:cubicBezTo>
                  <a:lnTo>
                    <a:pt x="356865" y="301722"/>
                  </a:lnTo>
                  <a:cubicBezTo>
                    <a:pt x="365566" y="284234"/>
                    <a:pt x="371969" y="265698"/>
                    <a:pt x="375915" y="246572"/>
                  </a:cubicBezTo>
                  <a:close/>
                </a:path>
              </a:pathLst>
            </a:custGeom>
            <a:grpFill/>
            <a:ln w="12700">
              <a:solidFill>
                <a:schemeClr val="accent4">
                  <a:lumMod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 sz="14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endParaRPr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E1F1FFD1-E325-BAF2-BCCA-DCE091389EEA}"/>
                </a:ext>
              </a:extLst>
            </p:cNvPr>
            <p:cNvSpPr/>
            <p:nvPr/>
          </p:nvSpPr>
          <p:spPr>
            <a:xfrm>
              <a:off x="12584017" y="3668102"/>
              <a:ext cx="223646" cy="223646"/>
            </a:xfrm>
            <a:custGeom>
              <a:avLst/>
              <a:gdLst>
                <a:gd name="connsiteX0" fmla="*/ 223610 w 223646"/>
                <a:gd name="connsiteY0" fmla="*/ 111031 h 223646"/>
                <a:gd name="connsiteX1" fmla="*/ 111787 w 223646"/>
                <a:gd name="connsiteY1" fmla="*/ 222855 h 223646"/>
                <a:gd name="connsiteX2" fmla="*/ -37 w 223646"/>
                <a:gd name="connsiteY2" fmla="*/ 111031 h 223646"/>
                <a:gd name="connsiteX3" fmla="*/ 111787 w 223646"/>
                <a:gd name="connsiteY3" fmla="*/ -792 h 223646"/>
                <a:gd name="connsiteX4" fmla="*/ 223610 w 223646"/>
                <a:gd name="connsiteY4" fmla="*/ 111031 h 22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3646" h="223646">
                  <a:moveTo>
                    <a:pt x="223610" y="111031"/>
                  </a:moveTo>
                  <a:cubicBezTo>
                    <a:pt x="223610" y="172792"/>
                    <a:pt x="173545" y="222855"/>
                    <a:pt x="111787" y="222855"/>
                  </a:cubicBezTo>
                  <a:cubicBezTo>
                    <a:pt x="50028" y="222855"/>
                    <a:pt x="-37" y="172792"/>
                    <a:pt x="-37" y="111031"/>
                  </a:cubicBezTo>
                  <a:cubicBezTo>
                    <a:pt x="-37" y="49271"/>
                    <a:pt x="50028" y="-792"/>
                    <a:pt x="111787" y="-792"/>
                  </a:cubicBezTo>
                  <a:cubicBezTo>
                    <a:pt x="173545" y="-792"/>
                    <a:pt x="223610" y="49271"/>
                    <a:pt x="223610" y="111031"/>
                  </a:cubicBezTo>
                  <a:close/>
                </a:path>
              </a:pathLst>
            </a:custGeom>
            <a:grpFill/>
            <a:ln w="12700">
              <a:solidFill>
                <a:schemeClr val="accent4">
                  <a:lumMod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 sz="14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endParaRPr>
            </a:p>
          </p:txBody>
        </p:sp>
        <p:sp>
          <p:nvSpPr>
            <p:cNvPr id="12" name="Freihandform: Form 11">
              <a:extLst>
                <a:ext uri="{FF2B5EF4-FFF2-40B4-BE49-F238E27FC236}">
                  <a16:creationId xmlns:a16="http://schemas.microsoft.com/office/drawing/2014/main" id="{B8D73B39-4F4A-D2A8-B1AF-7B5E636BE40C}"/>
                </a:ext>
              </a:extLst>
            </p:cNvPr>
            <p:cNvSpPr/>
            <p:nvPr/>
          </p:nvSpPr>
          <p:spPr>
            <a:xfrm>
              <a:off x="12671933" y="3724966"/>
              <a:ext cx="65436" cy="19359"/>
            </a:xfrm>
            <a:custGeom>
              <a:avLst/>
              <a:gdLst>
                <a:gd name="connsiteX0" fmla="*/ -37 w 65436"/>
                <a:gd name="connsiteY0" fmla="*/ 18258 h 19359"/>
                <a:gd name="connsiteX1" fmla="*/ 40159 w 65436"/>
                <a:gd name="connsiteY1" fmla="*/ -792 h 19359"/>
                <a:gd name="connsiteX2" fmla="*/ 65400 w 65436"/>
                <a:gd name="connsiteY2" fmla="*/ 18258 h 19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5436" h="19359">
                  <a:moveTo>
                    <a:pt x="-37" y="18258"/>
                  </a:moveTo>
                  <a:cubicBezTo>
                    <a:pt x="-37" y="18258"/>
                    <a:pt x="30634" y="22544"/>
                    <a:pt x="40159" y="-792"/>
                  </a:cubicBezTo>
                  <a:cubicBezTo>
                    <a:pt x="40159" y="-792"/>
                    <a:pt x="50446" y="18258"/>
                    <a:pt x="65400" y="18258"/>
                  </a:cubicBezTo>
                </a:path>
              </a:pathLst>
            </a:custGeom>
            <a:grpFill/>
            <a:ln w="12700">
              <a:solidFill>
                <a:schemeClr val="accent4">
                  <a:lumMod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 sz="14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endParaRPr>
            </a:p>
          </p:txBody>
        </p:sp>
        <p:sp>
          <p:nvSpPr>
            <p:cNvPr id="13" name="Freihandform: Form 12">
              <a:extLst>
                <a:ext uri="{FF2B5EF4-FFF2-40B4-BE49-F238E27FC236}">
                  <a16:creationId xmlns:a16="http://schemas.microsoft.com/office/drawing/2014/main" id="{C539CB64-31CA-66AA-A8BF-C3DC0C2724E5}"/>
                </a:ext>
              </a:extLst>
            </p:cNvPr>
            <p:cNvSpPr/>
            <p:nvPr/>
          </p:nvSpPr>
          <p:spPr>
            <a:xfrm>
              <a:off x="12628880" y="3801071"/>
              <a:ext cx="43818" cy="36861"/>
            </a:xfrm>
            <a:custGeom>
              <a:avLst/>
              <a:gdLst>
                <a:gd name="connsiteX0" fmla="*/ 43778 w 43818"/>
                <a:gd name="connsiteY0" fmla="*/ -792 h 36861"/>
                <a:gd name="connsiteX1" fmla="*/ 43778 w 43818"/>
                <a:gd name="connsiteY1" fmla="*/ 17020 h 36861"/>
                <a:gd name="connsiteX2" fmla="*/ -37 w 43818"/>
                <a:gd name="connsiteY2" fmla="*/ 36070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818" h="36861">
                  <a:moveTo>
                    <a:pt x="43778" y="-792"/>
                  </a:moveTo>
                  <a:lnTo>
                    <a:pt x="43778" y="17020"/>
                  </a:lnTo>
                  <a:cubicBezTo>
                    <a:pt x="43778" y="17020"/>
                    <a:pt x="45016" y="24544"/>
                    <a:pt x="-37" y="36070"/>
                  </a:cubicBezTo>
                </a:path>
              </a:pathLst>
            </a:custGeom>
            <a:grpFill/>
            <a:ln w="12700">
              <a:solidFill>
                <a:schemeClr val="accent4">
                  <a:lumMod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 sz="14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endParaRPr>
            </a:p>
          </p:txBody>
        </p:sp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C7E06C24-333A-C4D8-EF8A-6B198B086FBF}"/>
                </a:ext>
              </a:extLst>
            </p:cNvPr>
            <p:cNvSpPr/>
            <p:nvPr/>
          </p:nvSpPr>
          <p:spPr>
            <a:xfrm>
              <a:off x="12718982" y="3801071"/>
              <a:ext cx="43723" cy="36861"/>
            </a:xfrm>
            <a:custGeom>
              <a:avLst/>
              <a:gdLst>
                <a:gd name="connsiteX0" fmla="*/ -33 w 43723"/>
                <a:gd name="connsiteY0" fmla="*/ -792 h 36861"/>
                <a:gd name="connsiteX1" fmla="*/ -33 w 43723"/>
                <a:gd name="connsiteY1" fmla="*/ 17020 h 36861"/>
                <a:gd name="connsiteX2" fmla="*/ 43687 w 43723"/>
                <a:gd name="connsiteY2" fmla="*/ 36070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723" h="36861">
                  <a:moveTo>
                    <a:pt x="-33" y="-792"/>
                  </a:moveTo>
                  <a:lnTo>
                    <a:pt x="-33" y="17020"/>
                  </a:lnTo>
                  <a:cubicBezTo>
                    <a:pt x="-33" y="17020"/>
                    <a:pt x="-1366" y="24544"/>
                    <a:pt x="43687" y="36070"/>
                  </a:cubicBezTo>
                </a:path>
              </a:pathLst>
            </a:custGeom>
            <a:grpFill/>
            <a:ln w="12700">
              <a:solidFill>
                <a:schemeClr val="accent4">
                  <a:lumMod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 sz="14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endParaRPr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BD415482-CD4C-CF3E-1D89-16AE1A13C63E}"/>
                </a:ext>
              </a:extLst>
            </p:cNvPr>
            <p:cNvSpPr/>
            <p:nvPr/>
          </p:nvSpPr>
          <p:spPr>
            <a:xfrm>
              <a:off x="12654048" y="3700106"/>
              <a:ext cx="85073" cy="103727"/>
            </a:xfrm>
            <a:custGeom>
              <a:avLst/>
              <a:gdLst>
                <a:gd name="connsiteX0" fmla="*/ 55662 w 85073"/>
                <a:gd name="connsiteY0" fmla="*/ 102935 h 103727"/>
                <a:gd name="connsiteX1" fmla="*/ 65187 w 85073"/>
                <a:gd name="connsiteY1" fmla="*/ 98744 h 103727"/>
                <a:gd name="connsiteX2" fmla="*/ 84237 w 85073"/>
                <a:gd name="connsiteY2" fmla="*/ 52262 h 103727"/>
                <a:gd name="connsiteX3" fmla="*/ 42518 w 85073"/>
                <a:gd name="connsiteY3" fmla="*/ -792 h 103727"/>
                <a:gd name="connsiteX4" fmla="*/ 42518 w 85073"/>
                <a:gd name="connsiteY4" fmla="*/ -792 h 103727"/>
                <a:gd name="connsiteX5" fmla="*/ 703 w 85073"/>
                <a:gd name="connsiteY5" fmla="*/ 52262 h 103727"/>
                <a:gd name="connsiteX6" fmla="*/ 19753 w 85073"/>
                <a:gd name="connsiteY6" fmla="*/ 98744 h 103727"/>
                <a:gd name="connsiteX7" fmla="*/ 29278 w 85073"/>
                <a:gd name="connsiteY7" fmla="*/ 102935 h 103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5073" h="103727">
                  <a:moveTo>
                    <a:pt x="55662" y="102935"/>
                  </a:moveTo>
                  <a:cubicBezTo>
                    <a:pt x="59118" y="102297"/>
                    <a:pt x="62378" y="100859"/>
                    <a:pt x="65187" y="98744"/>
                  </a:cubicBezTo>
                  <a:cubicBezTo>
                    <a:pt x="75569" y="91410"/>
                    <a:pt x="81951" y="68455"/>
                    <a:pt x="84237" y="52262"/>
                  </a:cubicBezTo>
                  <a:cubicBezTo>
                    <a:pt x="87095" y="28545"/>
                    <a:pt x="84237" y="161"/>
                    <a:pt x="42518" y="-792"/>
                  </a:cubicBezTo>
                  <a:lnTo>
                    <a:pt x="42518" y="-792"/>
                  </a:lnTo>
                  <a:cubicBezTo>
                    <a:pt x="1084" y="161"/>
                    <a:pt x="-2059" y="28545"/>
                    <a:pt x="703" y="52262"/>
                  </a:cubicBezTo>
                  <a:cubicBezTo>
                    <a:pt x="2703" y="68455"/>
                    <a:pt x="9085" y="91410"/>
                    <a:pt x="19753" y="98744"/>
                  </a:cubicBezTo>
                  <a:cubicBezTo>
                    <a:pt x="22562" y="100859"/>
                    <a:pt x="25822" y="102297"/>
                    <a:pt x="29278" y="102935"/>
                  </a:cubicBezTo>
                </a:path>
              </a:pathLst>
            </a:custGeom>
            <a:grpFill/>
            <a:ln w="12700">
              <a:solidFill>
                <a:schemeClr val="accent4">
                  <a:lumMod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 sz="14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endParaRPr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9CAF6961-AAA1-5FD0-A1E8-0CEEDA6D8871}"/>
                </a:ext>
              </a:extLst>
            </p:cNvPr>
            <p:cNvSpPr/>
            <p:nvPr/>
          </p:nvSpPr>
          <p:spPr>
            <a:xfrm>
              <a:off x="12534868" y="4018827"/>
              <a:ext cx="358555" cy="167340"/>
            </a:xfrm>
            <a:custGeom>
              <a:avLst/>
              <a:gdLst>
                <a:gd name="connsiteX0" fmla="*/ 244470 w 358555"/>
                <a:gd name="connsiteY0" fmla="*/ 41390 h 167340"/>
                <a:gd name="connsiteX1" fmla="*/ 317812 w 358555"/>
                <a:gd name="connsiteY1" fmla="*/ 3861 h 167340"/>
                <a:gd name="connsiteX2" fmla="*/ 355253 w 358555"/>
                <a:gd name="connsiteY2" fmla="*/ 11033 h 167340"/>
                <a:gd name="connsiteX3" fmla="*/ 355912 w 358555"/>
                <a:gd name="connsiteY3" fmla="*/ 12052 h 167340"/>
                <a:gd name="connsiteX4" fmla="*/ 342577 w 358555"/>
                <a:gd name="connsiteY4" fmla="*/ 49105 h 167340"/>
                <a:gd name="connsiteX5" fmla="*/ 190177 w 358555"/>
                <a:gd name="connsiteY5" fmla="*/ 130734 h 167340"/>
                <a:gd name="connsiteX6" fmla="*/ 182176 w 358555"/>
                <a:gd name="connsiteY6" fmla="*/ 132734 h 167340"/>
                <a:gd name="connsiteX7" fmla="*/ 40254 w 358555"/>
                <a:gd name="connsiteY7" fmla="*/ 136544 h 167340"/>
                <a:gd name="connsiteX8" fmla="*/ -37 w 358555"/>
                <a:gd name="connsiteY8" fmla="*/ 166548 h 16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8555" h="167340">
                  <a:moveTo>
                    <a:pt x="244470" y="41390"/>
                  </a:moveTo>
                  <a:lnTo>
                    <a:pt x="317812" y="3861"/>
                  </a:lnTo>
                  <a:cubicBezTo>
                    <a:pt x="330131" y="-4502"/>
                    <a:pt x="346894" y="-1282"/>
                    <a:pt x="355253" y="11033"/>
                  </a:cubicBezTo>
                  <a:cubicBezTo>
                    <a:pt x="355481" y="11367"/>
                    <a:pt x="355700" y="11709"/>
                    <a:pt x="355912" y="12052"/>
                  </a:cubicBezTo>
                  <a:cubicBezTo>
                    <a:pt x="362368" y="25969"/>
                    <a:pt x="356422" y="42494"/>
                    <a:pt x="342577" y="49105"/>
                  </a:cubicBezTo>
                  <a:lnTo>
                    <a:pt x="190177" y="130734"/>
                  </a:lnTo>
                  <a:lnTo>
                    <a:pt x="182176" y="132734"/>
                  </a:lnTo>
                  <a:lnTo>
                    <a:pt x="40254" y="136544"/>
                  </a:lnTo>
                  <a:cubicBezTo>
                    <a:pt x="24415" y="142821"/>
                    <a:pt x="10515" y="153175"/>
                    <a:pt x="-37" y="166548"/>
                  </a:cubicBezTo>
                </a:path>
              </a:pathLst>
            </a:custGeom>
            <a:grpFill/>
            <a:ln w="12700">
              <a:solidFill>
                <a:schemeClr val="accent4">
                  <a:lumMod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 sz="14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endParaRPr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B9ADA3EB-2893-148F-77D6-68AE798D0838}"/>
                </a:ext>
              </a:extLst>
            </p:cNvPr>
            <p:cNvSpPr/>
            <p:nvPr/>
          </p:nvSpPr>
          <p:spPr>
            <a:xfrm>
              <a:off x="12484100" y="4039528"/>
              <a:ext cx="270729" cy="72058"/>
            </a:xfrm>
            <a:custGeom>
              <a:avLst/>
              <a:gdLst>
                <a:gd name="connsiteX0" fmla="*/ -37 w 270729"/>
                <a:gd name="connsiteY0" fmla="*/ 71267 h 72058"/>
                <a:gd name="connsiteX1" fmla="*/ 64352 w 270729"/>
                <a:gd name="connsiteY1" fmla="*/ 11926 h 72058"/>
                <a:gd name="connsiteX2" fmla="*/ 133218 w 270729"/>
                <a:gd name="connsiteY2" fmla="*/ 2401 h 72058"/>
                <a:gd name="connsiteX3" fmla="*/ 184843 w 270729"/>
                <a:gd name="connsiteY3" fmla="*/ 8211 h 72058"/>
                <a:gd name="connsiteX4" fmla="*/ 240565 w 270729"/>
                <a:gd name="connsiteY4" fmla="*/ 8211 h 72058"/>
                <a:gd name="connsiteX5" fmla="*/ 270451 w 270729"/>
                <a:gd name="connsiteY5" fmla="*/ 30995 h 72058"/>
                <a:gd name="connsiteX6" fmla="*/ 247664 w 270729"/>
                <a:gd name="connsiteY6" fmla="*/ 60884 h 72058"/>
                <a:gd name="connsiteX7" fmla="*/ 240565 w 270729"/>
                <a:gd name="connsiteY7" fmla="*/ 60884 h 72058"/>
                <a:gd name="connsiteX8" fmla="*/ 163412 w 270729"/>
                <a:gd name="connsiteY8" fmla="*/ 60884 h 72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0729" h="72058">
                  <a:moveTo>
                    <a:pt x="-37" y="71267"/>
                  </a:moveTo>
                  <a:lnTo>
                    <a:pt x="64352" y="11926"/>
                  </a:lnTo>
                  <a:cubicBezTo>
                    <a:pt x="85008" y="-619"/>
                    <a:pt x="109932" y="-4067"/>
                    <a:pt x="133218" y="2401"/>
                  </a:cubicBezTo>
                  <a:cubicBezTo>
                    <a:pt x="150232" y="5792"/>
                    <a:pt x="167502" y="7735"/>
                    <a:pt x="184843" y="8211"/>
                  </a:cubicBezTo>
                  <a:lnTo>
                    <a:pt x="240565" y="8211"/>
                  </a:lnTo>
                  <a:cubicBezTo>
                    <a:pt x="255110" y="6249"/>
                    <a:pt x="268490" y="16450"/>
                    <a:pt x="270451" y="30995"/>
                  </a:cubicBezTo>
                  <a:cubicBezTo>
                    <a:pt x="272411" y="45540"/>
                    <a:pt x="262209" y="58922"/>
                    <a:pt x="247664" y="60884"/>
                  </a:cubicBezTo>
                  <a:cubicBezTo>
                    <a:pt x="245308" y="61199"/>
                    <a:pt x="242920" y="61199"/>
                    <a:pt x="240565" y="60884"/>
                  </a:cubicBezTo>
                  <a:lnTo>
                    <a:pt x="163412" y="60884"/>
                  </a:lnTo>
                </a:path>
              </a:pathLst>
            </a:custGeom>
            <a:grpFill/>
            <a:ln w="12700">
              <a:solidFill>
                <a:schemeClr val="accent4">
                  <a:lumMod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 sz="14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endParaRP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4242E663-B0C7-79CE-80C3-F313296218CF}"/>
              </a:ext>
            </a:extLst>
          </p:cNvPr>
          <p:cNvGrpSpPr/>
          <p:nvPr/>
        </p:nvGrpSpPr>
        <p:grpSpPr>
          <a:xfrm>
            <a:off x="9340799" y="3648793"/>
            <a:ext cx="195258" cy="247460"/>
            <a:chOff x="12541986" y="4328414"/>
            <a:chExt cx="332041" cy="420814"/>
          </a:xfrm>
        </p:grpSpPr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97E359BF-0F09-95E6-E411-0EFCE082ECBB}"/>
                </a:ext>
              </a:extLst>
            </p:cNvPr>
            <p:cNvSpPr/>
            <p:nvPr/>
          </p:nvSpPr>
          <p:spPr>
            <a:xfrm>
              <a:off x="12541986" y="4503579"/>
              <a:ext cx="332041" cy="245649"/>
            </a:xfrm>
            <a:custGeom>
              <a:avLst/>
              <a:gdLst>
                <a:gd name="connsiteX0" fmla="*/ 298687 w 332041"/>
                <a:gd name="connsiteY0" fmla="*/ -388 h 245649"/>
                <a:gd name="connsiteX1" fmla="*/ 311355 w 332041"/>
                <a:gd name="connsiteY1" fmla="*/ -388 h 245649"/>
                <a:gd name="connsiteX2" fmla="*/ 331644 w 332041"/>
                <a:gd name="connsiteY2" fmla="*/ 19900 h 245649"/>
                <a:gd name="connsiteX3" fmla="*/ 331644 w 332041"/>
                <a:gd name="connsiteY3" fmla="*/ 224878 h 245649"/>
                <a:gd name="connsiteX4" fmla="*/ 311451 w 332041"/>
                <a:gd name="connsiteY4" fmla="*/ 245261 h 245649"/>
                <a:gd name="connsiteX5" fmla="*/ 311355 w 332041"/>
                <a:gd name="connsiteY5" fmla="*/ 245261 h 245649"/>
                <a:gd name="connsiteX6" fmla="*/ 19891 w 332041"/>
                <a:gd name="connsiteY6" fmla="*/ 245261 h 245649"/>
                <a:gd name="connsiteX7" fmla="*/ -398 w 332041"/>
                <a:gd name="connsiteY7" fmla="*/ 225164 h 245649"/>
                <a:gd name="connsiteX8" fmla="*/ -398 w 332041"/>
                <a:gd name="connsiteY8" fmla="*/ 224878 h 245649"/>
                <a:gd name="connsiteX9" fmla="*/ -398 w 332041"/>
                <a:gd name="connsiteY9" fmla="*/ 19900 h 245649"/>
                <a:gd name="connsiteX10" fmla="*/ 19700 w 332041"/>
                <a:gd name="connsiteY10" fmla="*/ -388 h 245649"/>
                <a:gd name="connsiteX11" fmla="*/ 19891 w 332041"/>
                <a:gd name="connsiteY11" fmla="*/ -388 h 245649"/>
                <a:gd name="connsiteX12" fmla="*/ 31987 w 332041"/>
                <a:gd name="connsiteY12" fmla="*/ -388 h 245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2041" h="245649">
                  <a:moveTo>
                    <a:pt x="298687" y="-388"/>
                  </a:moveTo>
                  <a:lnTo>
                    <a:pt x="311355" y="-388"/>
                  </a:lnTo>
                  <a:cubicBezTo>
                    <a:pt x="322557" y="-388"/>
                    <a:pt x="331644" y="8698"/>
                    <a:pt x="331644" y="19900"/>
                  </a:cubicBezTo>
                  <a:lnTo>
                    <a:pt x="331644" y="224878"/>
                  </a:lnTo>
                  <a:cubicBezTo>
                    <a:pt x="331701" y="236079"/>
                    <a:pt x="322652" y="245204"/>
                    <a:pt x="311451" y="245261"/>
                  </a:cubicBezTo>
                  <a:cubicBezTo>
                    <a:pt x="311422" y="245261"/>
                    <a:pt x="311384" y="245261"/>
                    <a:pt x="311355" y="245261"/>
                  </a:cubicBezTo>
                  <a:lnTo>
                    <a:pt x="19891" y="245261"/>
                  </a:lnTo>
                  <a:cubicBezTo>
                    <a:pt x="8737" y="245319"/>
                    <a:pt x="-341" y="236317"/>
                    <a:pt x="-398" y="225164"/>
                  </a:cubicBezTo>
                  <a:cubicBezTo>
                    <a:pt x="-398" y="225068"/>
                    <a:pt x="-398" y="224973"/>
                    <a:pt x="-398" y="224878"/>
                  </a:cubicBezTo>
                  <a:lnTo>
                    <a:pt x="-398" y="19900"/>
                  </a:lnTo>
                  <a:cubicBezTo>
                    <a:pt x="-455" y="8746"/>
                    <a:pt x="8546" y="-331"/>
                    <a:pt x="19700" y="-388"/>
                  </a:cubicBezTo>
                  <a:cubicBezTo>
                    <a:pt x="19767" y="-388"/>
                    <a:pt x="19824" y="-388"/>
                    <a:pt x="19891" y="-388"/>
                  </a:cubicBezTo>
                  <a:lnTo>
                    <a:pt x="31987" y="-388"/>
                  </a:lnTo>
                </a:path>
              </a:pathLst>
            </a:custGeom>
            <a:grpFill/>
            <a:ln w="12700">
              <a:solidFill>
                <a:schemeClr val="accent4">
                  <a:lumMod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 sz="14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endParaRPr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CDCFC543-8BC1-641A-08A8-36759E7E657B}"/>
                </a:ext>
              </a:extLst>
            </p:cNvPr>
            <p:cNvSpPr/>
            <p:nvPr/>
          </p:nvSpPr>
          <p:spPr>
            <a:xfrm>
              <a:off x="12545605" y="4509485"/>
              <a:ext cx="322611" cy="125730"/>
            </a:xfrm>
            <a:custGeom>
              <a:avLst/>
              <a:gdLst>
                <a:gd name="connsiteX0" fmla="*/ 0 w 322611"/>
                <a:gd name="connsiteY0" fmla="*/ 2095 h 125730"/>
                <a:gd name="connsiteX1" fmla="*/ 162211 w 322611"/>
                <a:gd name="connsiteY1" fmla="*/ 125730 h 125730"/>
                <a:gd name="connsiteX2" fmla="*/ 322612 w 322611"/>
                <a:gd name="connsiteY2" fmla="*/ 0 h 125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2611" h="125730">
                  <a:moveTo>
                    <a:pt x="0" y="2095"/>
                  </a:moveTo>
                  <a:lnTo>
                    <a:pt x="162211" y="125730"/>
                  </a:lnTo>
                  <a:lnTo>
                    <a:pt x="322612" y="0"/>
                  </a:lnTo>
                </a:path>
              </a:pathLst>
            </a:custGeom>
            <a:grpFill/>
            <a:ln w="12700">
              <a:solidFill>
                <a:schemeClr val="accent4">
                  <a:lumMod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 sz="14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endParaRPr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3241BAC6-ECC4-9236-9466-9130A7E88D23}"/>
                </a:ext>
              </a:extLst>
            </p:cNvPr>
            <p:cNvSpPr/>
            <p:nvPr/>
          </p:nvSpPr>
          <p:spPr>
            <a:xfrm>
              <a:off x="12549987" y="4639025"/>
              <a:ext cx="87344" cy="104679"/>
            </a:xfrm>
            <a:custGeom>
              <a:avLst/>
              <a:gdLst>
                <a:gd name="connsiteX0" fmla="*/ 0 w 87344"/>
                <a:gd name="connsiteY0" fmla="*/ 104680 h 104679"/>
                <a:gd name="connsiteX1" fmla="*/ 87344 w 87344"/>
                <a:gd name="connsiteY1" fmla="*/ 0 h 104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7344" h="104679">
                  <a:moveTo>
                    <a:pt x="0" y="104680"/>
                  </a:moveTo>
                  <a:lnTo>
                    <a:pt x="87344" y="0"/>
                  </a:lnTo>
                </a:path>
              </a:pathLst>
            </a:custGeom>
            <a:grpFill/>
            <a:ln w="12700">
              <a:solidFill>
                <a:schemeClr val="accent4">
                  <a:lumMod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 sz="14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endParaRPr>
            </a:p>
          </p:txBody>
        </p: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7FB65745-BE2D-9034-10C0-3CA8C63B5A83}"/>
                </a:ext>
              </a:extLst>
            </p:cNvPr>
            <p:cNvSpPr/>
            <p:nvPr/>
          </p:nvSpPr>
          <p:spPr>
            <a:xfrm>
              <a:off x="12778206" y="4639025"/>
              <a:ext cx="87439" cy="104679"/>
            </a:xfrm>
            <a:custGeom>
              <a:avLst/>
              <a:gdLst>
                <a:gd name="connsiteX0" fmla="*/ 87439 w 87439"/>
                <a:gd name="connsiteY0" fmla="*/ 104680 h 104679"/>
                <a:gd name="connsiteX1" fmla="*/ 0 w 87439"/>
                <a:gd name="connsiteY1" fmla="*/ 0 h 104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7439" h="104679">
                  <a:moveTo>
                    <a:pt x="87439" y="104680"/>
                  </a:moveTo>
                  <a:lnTo>
                    <a:pt x="0" y="0"/>
                  </a:lnTo>
                </a:path>
              </a:pathLst>
            </a:custGeom>
            <a:grpFill/>
            <a:ln w="12700">
              <a:solidFill>
                <a:schemeClr val="accent4">
                  <a:lumMod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 sz="14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endParaRPr>
            </a:p>
          </p:txBody>
        </p:sp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120678DC-0E31-4413-C8DA-B96FA69D4995}"/>
                </a:ext>
              </a:extLst>
            </p:cNvPr>
            <p:cNvSpPr/>
            <p:nvPr/>
          </p:nvSpPr>
          <p:spPr>
            <a:xfrm>
              <a:off x="12645999" y="4483577"/>
              <a:ext cx="123539" cy="9525"/>
            </a:xfrm>
            <a:custGeom>
              <a:avLst/>
              <a:gdLst>
                <a:gd name="connsiteX0" fmla="*/ 123539 w 123539"/>
                <a:gd name="connsiteY0" fmla="*/ 0 h 9525"/>
                <a:gd name="connsiteX1" fmla="*/ 0 w 12353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3539" h="9525">
                  <a:moveTo>
                    <a:pt x="123539" y="0"/>
                  </a:moveTo>
                  <a:lnTo>
                    <a:pt x="0" y="0"/>
                  </a:lnTo>
                </a:path>
              </a:pathLst>
            </a:custGeom>
            <a:grpFill/>
            <a:ln w="12700">
              <a:solidFill>
                <a:schemeClr val="accent4">
                  <a:lumMod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 sz="14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endParaRPr>
            </a:p>
          </p:txBody>
        </p:sp>
        <p:sp>
          <p:nvSpPr>
            <p:cNvPr id="25" name="Freihandform: Form 24">
              <a:extLst>
                <a:ext uri="{FF2B5EF4-FFF2-40B4-BE49-F238E27FC236}">
                  <a16:creationId xmlns:a16="http://schemas.microsoft.com/office/drawing/2014/main" id="{C99ECA91-F1B8-75BD-6C02-93C56DEDE249}"/>
                </a:ext>
              </a:extLst>
            </p:cNvPr>
            <p:cNvSpPr/>
            <p:nvPr/>
          </p:nvSpPr>
          <p:spPr>
            <a:xfrm>
              <a:off x="12645999" y="4528344"/>
              <a:ext cx="123539" cy="9525"/>
            </a:xfrm>
            <a:custGeom>
              <a:avLst/>
              <a:gdLst>
                <a:gd name="connsiteX0" fmla="*/ 123539 w 123539"/>
                <a:gd name="connsiteY0" fmla="*/ 0 h 9525"/>
                <a:gd name="connsiteX1" fmla="*/ 0 w 123539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3539" h="9525">
                  <a:moveTo>
                    <a:pt x="123539" y="0"/>
                  </a:moveTo>
                  <a:lnTo>
                    <a:pt x="0" y="0"/>
                  </a:lnTo>
                </a:path>
              </a:pathLst>
            </a:custGeom>
            <a:grpFill/>
            <a:ln w="12700">
              <a:solidFill>
                <a:schemeClr val="accent4">
                  <a:lumMod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 sz="14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endParaRPr>
            </a:p>
          </p:txBody>
        </p:sp>
        <p:sp>
          <p:nvSpPr>
            <p:cNvPr id="26" name="Freihandform: Form 25">
              <a:extLst>
                <a:ext uri="{FF2B5EF4-FFF2-40B4-BE49-F238E27FC236}">
                  <a16:creationId xmlns:a16="http://schemas.microsoft.com/office/drawing/2014/main" id="{B5BC28B1-FFDD-5FA3-13BC-E14FE4E08FD9}"/>
                </a:ext>
              </a:extLst>
            </p:cNvPr>
            <p:cNvSpPr/>
            <p:nvPr/>
          </p:nvSpPr>
          <p:spPr>
            <a:xfrm>
              <a:off x="12575609" y="4328414"/>
              <a:ext cx="264414" cy="203644"/>
            </a:xfrm>
            <a:custGeom>
              <a:avLst/>
              <a:gdLst>
                <a:gd name="connsiteX0" fmla="*/ -398 w 264414"/>
                <a:gd name="connsiteY0" fmla="*/ 203257 h 203644"/>
                <a:gd name="connsiteX1" fmla="*/ -398 w 264414"/>
                <a:gd name="connsiteY1" fmla="*/ 82289 h 203644"/>
                <a:gd name="connsiteX2" fmla="*/ 110759 w 264414"/>
                <a:gd name="connsiteY2" fmla="*/ -388 h 203644"/>
                <a:gd name="connsiteX3" fmla="*/ 242109 w 264414"/>
                <a:gd name="connsiteY3" fmla="*/ -388 h 203644"/>
                <a:gd name="connsiteX4" fmla="*/ 264016 w 264414"/>
                <a:gd name="connsiteY4" fmla="*/ 21329 h 203644"/>
                <a:gd name="connsiteX5" fmla="*/ 264016 w 264414"/>
                <a:gd name="connsiteY5" fmla="*/ 21424 h 203644"/>
                <a:gd name="connsiteX6" fmla="*/ 264016 w 264414"/>
                <a:gd name="connsiteY6" fmla="*/ 201542 h 203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4414" h="203644">
                  <a:moveTo>
                    <a:pt x="-398" y="203257"/>
                  </a:moveTo>
                  <a:lnTo>
                    <a:pt x="-398" y="82289"/>
                  </a:lnTo>
                  <a:lnTo>
                    <a:pt x="110759" y="-388"/>
                  </a:lnTo>
                  <a:lnTo>
                    <a:pt x="242109" y="-388"/>
                  </a:lnTo>
                  <a:cubicBezTo>
                    <a:pt x="254158" y="-445"/>
                    <a:pt x="263959" y="9280"/>
                    <a:pt x="264016" y="21329"/>
                  </a:cubicBezTo>
                  <a:cubicBezTo>
                    <a:pt x="264016" y="21358"/>
                    <a:pt x="264016" y="21396"/>
                    <a:pt x="264016" y="21424"/>
                  </a:cubicBezTo>
                  <a:lnTo>
                    <a:pt x="264016" y="201542"/>
                  </a:lnTo>
                </a:path>
              </a:pathLst>
            </a:custGeom>
            <a:grpFill/>
            <a:ln w="12700">
              <a:solidFill>
                <a:schemeClr val="accent4">
                  <a:lumMod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 sz="14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endParaRPr>
            </a:p>
          </p:txBody>
        </p:sp>
        <p:sp>
          <p:nvSpPr>
            <p:cNvPr id="27" name="Freihandform: Form 26">
              <a:extLst>
                <a:ext uri="{FF2B5EF4-FFF2-40B4-BE49-F238E27FC236}">
                  <a16:creationId xmlns:a16="http://schemas.microsoft.com/office/drawing/2014/main" id="{19D95BB6-BE01-F317-E768-9D5E9CB21CD7}"/>
                </a:ext>
              </a:extLst>
            </p:cNvPr>
            <p:cNvSpPr/>
            <p:nvPr/>
          </p:nvSpPr>
          <p:spPr>
            <a:xfrm>
              <a:off x="12632854" y="4328414"/>
              <a:ext cx="53816" cy="102489"/>
            </a:xfrm>
            <a:custGeom>
              <a:avLst/>
              <a:gdLst>
                <a:gd name="connsiteX0" fmla="*/ 53816 w 53816"/>
                <a:gd name="connsiteY0" fmla="*/ 0 h 102489"/>
                <a:gd name="connsiteX1" fmla="*/ 53816 w 53816"/>
                <a:gd name="connsiteY1" fmla="*/ 102489 h 102489"/>
                <a:gd name="connsiteX2" fmla="*/ 0 w 53816"/>
                <a:gd name="connsiteY2" fmla="*/ 102489 h 102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816" h="102489">
                  <a:moveTo>
                    <a:pt x="53816" y="0"/>
                  </a:moveTo>
                  <a:lnTo>
                    <a:pt x="53816" y="102489"/>
                  </a:lnTo>
                  <a:lnTo>
                    <a:pt x="0" y="102489"/>
                  </a:lnTo>
                </a:path>
              </a:pathLst>
            </a:custGeom>
            <a:grpFill/>
            <a:ln w="12700">
              <a:solidFill>
                <a:schemeClr val="accent4">
                  <a:lumMod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 sz="14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endParaRPr>
            </a:p>
          </p:txBody>
        </p:sp>
      </p:grpSp>
      <p:sp>
        <p:nvSpPr>
          <p:cNvPr id="28" name="Textfeld 1">
            <a:extLst>
              <a:ext uri="{FF2B5EF4-FFF2-40B4-BE49-F238E27FC236}">
                <a16:creationId xmlns:a16="http://schemas.microsoft.com/office/drawing/2014/main" id="{DF4466F7-37B8-E530-AED8-A1DAE6270726}"/>
              </a:ext>
            </a:extLst>
          </p:cNvPr>
          <p:cNvSpPr txBox="1"/>
          <p:nvPr/>
        </p:nvSpPr>
        <p:spPr>
          <a:xfrm>
            <a:off x="7864839" y="3587512"/>
            <a:ext cx="6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/>
            <a:endParaRPr lang="de-DE" sz="1200">
              <a:solidFill>
                <a:schemeClr val="accent4">
                  <a:lumMod val="25000"/>
                </a:schemeClr>
              </a:solidFill>
              <a:latin typeface="Montserrat" panose="02000505000000020004" pitchFamily="2" charset="77"/>
            </a:endParaRPr>
          </a:p>
        </p:txBody>
      </p: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AAFCEE90-05E1-2198-3DB8-4FB2E76CC38B}"/>
              </a:ext>
            </a:extLst>
          </p:cNvPr>
          <p:cNvGrpSpPr/>
          <p:nvPr/>
        </p:nvGrpSpPr>
        <p:grpSpPr>
          <a:xfrm>
            <a:off x="5634982" y="3626540"/>
            <a:ext cx="922035" cy="150926"/>
            <a:chOff x="5658611" y="3829003"/>
            <a:chExt cx="922035" cy="150926"/>
          </a:xfrm>
        </p:grpSpPr>
        <p:cxnSp>
          <p:nvCxnSpPr>
            <p:cNvPr id="31" name="Gerade Verbindung mit Pfeil 30">
              <a:extLst>
                <a:ext uri="{FF2B5EF4-FFF2-40B4-BE49-F238E27FC236}">
                  <a16:creationId xmlns:a16="http://schemas.microsoft.com/office/drawing/2014/main" id="{8DADB34B-E878-3269-4BE7-51134288341C}"/>
                </a:ext>
              </a:extLst>
            </p:cNvPr>
            <p:cNvCxnSpPr>
              <a:cxnSpLocks/>
            </p:cNvCxnSpPr>
            <p:nvPr/>
          </p:nvCxnSpPr>
          <p:spPr>
            <a:xfrm>
              <a:off x="5658611" y="3829003"/>
              <a:ext cx="922035" cy="0"/>
            </a:xfrm>
            <a:prstGeom prst="straightConnector1">
              <a:avLst/>
            </a:prstGeom>
            <a:noFill/>
            <a:ln w="38100" cap="rnd" cmpd="sng" algn="ctr">
              <a:solidFill>
                <a:schemeClr val="bg1"/>
              </a:solidFill>
              <a:prstDash val="solid"/>
              <a:round/>
              <a:headEnd type="triangle" w="med" len="sm"/>
              <a:tailEnd type="none"/>
            </a:ln>
            <a:effectLst/>
          </p:spPr>
        </p:cxnSp>
        <p:cxnSp>
          <p:nvCxnSpPr>
            <p:cNvPr id="32" name="Gerade Verbindung mit Pfeil 31">
              <a:extLst>
                <a:ext uri="{FF2B5EF4-FFF2-40B4-BE49-F238E27FC236}">
                  <a16:creationId xmlns:a16="http://schemas.microsoft.com/office/drawing/2014/main" id="{F45B79B0-2DF1-80ED-A25C-5796EC0712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58611" y="3979929"/>
              <a:ext cx="922035" cy="0"/>
            </a:xfrm>
            <a:prstGeom prst="straightConnector1">
              <a:avLst/>
            </a:prstGeom>
            <a:noFill/>
            <a:ln w="38100" cap="rnd" cmpd="sng" algn="ctr">
              <a:solidFill>
                <a:schemeClr val="bg1"/>
              </a:solidFill>
              <a:prstDash val="solid"/>
              <a:round/>
              <a:headEnd type="triangle" w="med" len="sm"/>
              <a:tailEnd type="none"/>
            </a:ln>
            <a:effectLst/>
          </p:spPr>
        </p:cxnSp>
      </p:grpSp>
      <p:sp>
        <p:nvSpPr>
          <p:cNvPr id="33" name="Rectangle 439">
            <a:extLst>
              <a:ext uri="{FF2B5EF4-FFF2-40B4-BE49-F238E27FC236}">
                <a16:creationId xmlns:a16="http://schemas.microsoft.com/office/drawing/2014/main" id="{78520712-944A-0948-F1B1-FF1077106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3262" y="4094065"/>
            <a:ext cx="625475" cy="22701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050" kern="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  <a:cs typeface="Calibri"/>
              </a:rPr>
              <a:t>API</a:t>
            </a:r>
          </a:p>
        </p:txBody>
      </p:sp>
      <p:sp>
        <p:nvSpPr>
          <p:cNvPr id="34" name="Rectangle 439">
            <a:extLst>
              <a:ext uri="{FF2B5EF4-FFF2-40B4-BE49-F238E27FC236}">
                <a16:creationId xmlns:a16="http://schemas.microsoft.com/office/drawing/2014/main" id="{5A5290DF-637C-4748-9F95-FB2A4C106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3262" y="3113928"/>
            <a:ext cx="625475" cy="22701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050" kern="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  <a:cs typeface="Calibri"/>
              </a:rPr>
              <a:t>API</a:t>
            </a:r>
          </a:p>
        </p:txBody>
      </p:sp>
      <p:sp>
        <p:nvSpPr>
          <p:cNvPr id="35" name="Rectangle 439">
            <a:extLst>
              <a:ext uri="{FF2B5EF4-FFF2-40B4-BE49-F238E27FC236}">
                <a16:creationId xmlns:a16="http://schemas.microsoft.com/office/drawing/2014/main" id="{5DFBDD1D-6B46-5E04-6FB4-A3D1549346F6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7915166" y="3603998"/>
            <a:ext cx="1207150" cy="22701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050" kern="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  <a:cs typeface="Calibri"/>
              </a:rPr>
              <a:t>API / WebHooks</a:t>
            </a:r>
          </a:p>
        </p:txBody>
      </p:sp>
      <p:sp>
        <p:nvSpPr>
          <p:cNvPr id="36" name="Rectangle 472">
            <a:extLst>
              <a:ext uri="{FF2B5EF4-FFF2-40B4-BE49-F238E27FC236}">
                <a16:creationId xmlns:a16="http://schemas.microsoft.com/office/drawing/2014/main" id="{39B1B90C-69C3-D061-16AA-5BBCDC60B2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7545" y="3113928"/>
            <a:ext cx="1427162" cy="535638"/>
          </a:xfrm>
          <a:prstGeom prst="rect">
            <a:avLst/>
          </a:prstGeom>
          <a:noFill/>
          <a:ln w="12700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72000" tIns="72000" rIns="72000" bIns="7200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2000505000000020004" pitchFamily="2" charset="77"/>
              </a:rPr>
              <a:t>RULE </a:t>
            </a:r>
            <a:br>
              <a:rPr kumimoji="0" lang="en-US" sz="105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2000505000000020004" pitchFamily="2" charset="77"/>
              </a:rPr>
            </a:br>
            <a:r>
              <a:rPr kumimoji="0" lang="en-US" sz="105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2000505000000020004" pitchFamily="2" charset="77"/>
              </a:rPr>
              <a:t>ENGINE</a:t>
            </a:r>
          </a:p>
        </p:txBody>
      </p:sp>
      <p:pic>
        <p:nvPicPr>
          <p:cNvPr id="37" name="Graphic 186">
            <a:extLst>
              <a:ext uri="{FF2B5EF4-FFF2-40B4-BE49-F238E27FC236}">
                <a16:creationId xmlns:a16="http://schemas.microsoft.com/office/drawing/2014/main" id="{EB5A3BC3-4641-F887-9A47-AD6BD12CDB23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82532" y="3250351"/>
            <a:ext cx="262796" cy="262794"/>
          </a:xfrm>
          <a:prstGeom prst="rect">
            <a:avLst/>
          </a:prstGeom>
        </p:spPr>
      </p:pic>
      <p:pic>
        <p:nvPicPr>
          <p:cNvPr id="38" name="Graphic 187">
            <a:extLst>
              <a:ext uri="{FF2B5EF4-FFF2-40B4-BE49-F238E27FC236}">
                <a16:creationId xmlns:a16="http://schemas.microsoft.com/office/drawing/2014/main" id="{FFB93339-EB25-4276-155F-60E397FF566C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82532" y="3921863"/>
            <a:ext cx="262796" cy="262794"/>
          </a:xfrm>
          <a:prstGeom prst="rect">
            <a:avLst/>
          </a:prstGeom>
        </p:spPr>
      </p:pic>
      <p:sp>
        <p:nvSpPr>
          <p:cNvPr id="39" name="Rectangle 472">
            <a:extLst>
              <a:ext uri="{FF2B5EF4-FFF2-40B4-BE49-F238E27FC236}">
                <a16:creationId xmlns:a16="http://schemas.microsoft.com/office/drawing/2014/main" id="{3EA9C072-A47A-B580-C4D3-2F334017C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7545" y="3785440"/>
            <a:ext cx="1427162" cy="535638"/>
          </a:xfrm>
          <a:prstGeom prst="rect">
            <a:avLst/>
          </a:prstGeom>
          <a:noFill/>
          <a:ln w="12700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72000" tIns="72000" rIns="72000" bIns="7200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2000505000000020004" pitchFamily="2" charset="77"/>
              </a:rPr>
              <a:t>STATUS </a:t>
            </a:r>
            <a:br>
              <a:rPr kumimoji="0" lang="en-US" sz="105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2000505000000020004" pitchFamily="2" charset="77"/>
              </a:rPr>
            </a:br>
            <a:r>
              <a:rPr kumimoji="0" lang="en-US" sz="105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2000505000000020004" pitchFamily="2" charset="77"/>
              </a:rPr>
              <a:t>ENGINE</a:t>
            </a:r>
          </a:p>
        </p:txBody>
      </p:sp>
      <p:pic>
        <p:nvPicPr>
          <p:cNvPr id="40" name="Graphic 8">
            <a:extLst>
              <a:ext uri="{FF2B5EF4-FFF2-40B4-BE49-F238E27FC236}">
                <a16:creationId xmlns:a16="http://schemas.microsoft.com/office/drawing/2014/main" id="{CB4B1E05-631D-1FF3-E324-265D5750D323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17083" y="3245144"/>
            <a:ext cx="271581" cy="271581"/>
          </a:xfrm>
          <a:prstGeom prst="rect">
            <a:avLst/>
          </a:prstGeom>
        </p:spPr>
      </p:pic>
      <p:sp>
        <p:nvSpPr>
          <p:cNvPr id="41" name="Rectangle 472">
            <a:extLst>
              <a:ext uri="{FF2B5EF4-FFF2-40B4-BE49-F238E27FC236}">
                <a16:creationId xmlns:a16="http://schemas.microsoft.com/office/drawing/2014/main" id="{FC8464D8-31FC-E57F-4207-28843EEC26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7292" y="3113928"/>
            <a:ext cx="1427162" cy="545150"/>
          </a:xfrm>
          <a:prstGeom prst="rect">
            <a:avLst/>
          </a:prstGeom>
          <a:noFill/>
          <a:ln w="12700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72000" tIns="72000" rIns="72000" bIns="7200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2000505000000020004" pitchFamily="2" charset="77"/>
              </a:rPr>
              <a:t>LOYALTY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2000505000000020004" pitchFamily="2" charset="77"/>
              </a:rPr>
              <a:t>BACKEND</a:t>
            </a:r>
          </a:p>
        </p:txBody>
      </p:sp>
      <p:sp>
        <p:nvSpPr>
          <p:cNvPr id="42" name="Rectangle 439">
            <a:extLst>
              <a:ext uri="{FF2B5EF4-FFF2-40B4-BE49-F238E27FC236}">
                <a16:creationId xmlns:a16="http://schemas.microsoft.com/office/drawing/2014/main" id="{889BEBCC-D5D4-8267-18B3-FF4AB1C3D88D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069683" y="3603998"/>
            <a:ext cx="1207150" cy="22701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050" kern="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  <a:cs typeface="Calibri"/>
              </a:rPr>
              <a:t>API</a:t>
            </a:r>
          </a:p>
        </p:txBody>
      </p:sp>
      <p:sp>
        <p:nvSpPr>
          <p:cNvPr id="46" name="Google Shape;231;p37">
            <a:extLst>
              <a:ext uri="{FF2B5EF4-FFF2-40B4-BE49-F238E27FC236}">
                <a16:creationId xmlns:a16="http://schemas.microsoft.com/office/drawing/2014/main" id="{FF924064-F7ED-5DA1-3936-CC20CFDECFC4}"/>
              </a:ext>
            </a:extLst>
          </p:cNvPr>
          <p:cNvSpPr txBox="1">
            <a:spLocks/>
          </p:cNvSpPr>
          <p:nvPr/>
        </p:nvSpPr>
        <p:spPr>
          <a:xfrm>
            <a:off x="353623" y="165902"/>
            <a:ext cx="11002858" cy="38565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200" b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API-Driven Connectivity</a:t>
            </a:r>
          </a:p>
        </p:txBody>
      </p:sp>
      <p:sp>
        <p:nvSpPr>
          <p:cNvPr id="47" name="Titel 1">
            <a:extLst>
              <a:ext uri="{FF2B5EF4-FFF2-40B4-BE49-F238E27FC236}">
                <a16:creationId xmlns:a16="http://schemas.microsoft.com/office/drawing/2014/main" id="{F2DCC580-2F8E-3052-1125-43DFC713FB8B}"/>
              </a:ext>
            </a:extLst>
          </p:cNvPr>
          <p:cNvSpPr txBox="1">
            <a:spLocks/>
          </p:cNvSpPr>
          <p:nvPr/>
        </p:nvSpPr>
        <p:spPr>
          <a:xfrm>
            <a:off x="393975" y="551659"/>
            <a:ext cx="11585815" cy="3837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600" err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Convercus</a:t>
            </a:r>
            <a:r>
              <a:rPr lang="de-DE" sz="16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 Core Plattform als Bestandteil ihrer Kundenbindungsmaßnahmen</a:t>
            </a:r>
            <a:endParaRPr lang="en-GB" sz="1600">
              <a:solidFill>
                <a:schemeClr val="accent4">
                  <a:lumMod val="25000"/>
                </a:schemeClr>
              </a:solidFill>
              <a:latin typeface="Montserrat" panose="02000505000000020004" pitchFamily="2" charset="77"/>
            </a:endParaRPr>
          </a:p>
        </p:txBody>
      </p:sp>
      <p:sp>
        <p:nvSpPr>
          <p:cNvPr id="49" name="Rectangle 472">
            <a:extLst>
              <a:ext uri="{FF2B5EF4-FFF2-40B4-BE49-F238E27FC236}">
                <a16:creationId xmlns:a16="http://schemas.microsoft.com/office/drawing/2014/main" id="{EB991EE5-D2FB-D4E4-3E43-06E7F76D4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9777" y="3788279"/>
            <a:ext cx="1427162" cy="545150"/>
          </a:xfrm>
          <a:prstGeom prst="rect">
            <a:avLst/>
          </a:prstGeom>
          <a:noFill/>
          <a:ln w="12700">
            <a:solidFill>
              <a:schemeClr val="bg1"/>
            </a:solidFill>
            <a:prstDash val="solid"/>
            <a:miter lim="800000"/>
            <a:headEnd/>
            <a:tailEnd/>
          </a:ln>
        </p:spPr>
        <p:txBody>
          <a:bodyPr vert="horz" wrap="square" lIns="72000" tIns="72000" rIns="72000" bIns="7200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2000505000000020004" pitchFamily="2" charset="77"/>
              </a:rPr>
              <a:t>COUPONING ENGINE</a:t>
            </a:r>
          </a:p>
        </p:txBody>
      </p:sp>
      <p:pic>
        <p:nvPicPr>
          <p:cNvPr id="51" name="Grafik 50" descr="Ticket Silhouette">
            <a:extLst>
              <a:ext uri="{FF2B5EF4-FFF2-40B4-BE49-F238E27FC236}">
                <a16:creationId xmlns:a16="http://schemas.microsoft.com/office/drawing/2014/main" id="{AA7D8CE3-C6C2-137F-30C4-AEC32EF8FC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17083" y="3923683"/>
            <a:ext cx="295937" cy="295937"/>
          </a:xfrm>
          <a:prstGeom prst="rect">
            <a:avLst/>
          </a:prstGeom>
        </p:spPr>
      </p:pic>
      <p:sp>
        <p:nvSpPr>
          <p:cNvPr id="52" name="Rectangle 387">
            <a:extLst>
              <a:ext uri="{FF2B5EF4-FFF2-40B4-BE49-F238E27FC236}">
                <a16:creationId xmlns:a16="http://schemas.microsoft.com/office/drawing/2014/main" id="{4E56AEAD-0ADB-E0BE-0E01-DB6232CA9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8127" y="1369807"/>
            <a:ext cx="1301400" cy="382454"/>
          </a:xfrm>
          <a:prstGeom prst="roundRect">
            <a:avLst>
              <a:gd name="adj" fmla="val 941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72000" tIns="72000" rIns="72000" bIns="7200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kern="0" err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Registrierung</a:t>
            </a:r>
            <a:endParaRPr lang="en-US" sz="1050" kern="0">
              <a:solidFill>
                <a:schemeClr val="accent4">
                  <a:lumMod val="25000"/>
                </a:schemeClr>
              </a:solidFill>
              <a:latin typeface="Montserrat" panose="02000505000000020004" pitchFamily="2" charset="77"/>
            </a:endParaRPr>
          </a:p>
        </p:txBody>
      </p:sp>
      <p:sp>
        <p:nvSpPr>
          <p:cNvPr id="53" name="Rectangle 387">
            <a:extLst>
              <a:ext uri="{FF2B5EF4-FFF2-40B4-BE49-F238E27FC236}">
                <a16:creationId xmlns:a16="http://schemas.microsoft.com/office/drawing/2014/main" id="{A0C88DFD-04CE-FCF7-BB7E-E5248D7533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6165" y="1369807"/>
            <a:ext cx="1301400" cy="382454"/>
          </a:xfrm>
          <a:prstGeom prst="roundRect">
            <a:avLst>
              <a:gd name="adj" fmla="val 941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72000" tIns="72000" rIns="72000" bIns="7200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kern="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Data Consent</a:t>
            </a:r>
          </a:p>
        </p:txBody>
      </p:sp>
      <p:sp>
        <p:nvSpPr>
          <p:cNvPr id="54" name="Rectangle 387">
            <a:extLst>
              <a:ext uri="{FF2B5EF4-FFF2-40B4-BE49-F238E27FC236}">
                <a16:creationId xmlns:a16="http://schemas.microsoft.com/office/drawing/2014/main" id="{9DCE5253-61A5-E826-8578-3D26ECB9D4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4203" y="1356674"/>
            <a:ext cx="1301400" cy="382454"/>
          </a:xfrm>
          <a:prstGeom prst="roundRect">
            <a:avLst>
              <a:gd name="adj" fmla="val 941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72000" tIns="72000" rIns="72000" bIns="7200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kern="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Data Mgmt.</a:t>
            </a:r>
          </a:p>
        </p:txBody>
      </p:sp>
      <p:sp>
        <p:nvSpPr>
          <p:cNvPr id="55" name="Rectangle 387">
            <a:extLst>
              <a:ext uri="{FF2B5EF4-FFF2-40B4-BE49-F238E27FC236}">
                <a16:creationId xmlns:a16="http://schemas.microsoft.com/office/drawing/2014/main" id="{13D6379D-7938-2EA5-600A-E3E995614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6165" y="1822198"/>
            <a:ext cx="1301400" cy="382454"/>
          </a:xfrm>
          <a:prstGeom prst="roundRect">
            <a:avLst>
              <a:gd name="adj" fmla="val 941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72000" tIns="72000" rIns="72000" bIns="7200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kern="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Service </a:t>
            </a:r>
            <a:r>
              <a:rPr lang="en-US" sz="1050" kern="0" err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Prozesse</a:t>
            </a:r>
            <a:endParaRPr lang="en-US" sz="1050" kern="0">
              <a:solidFill>
                <a:schemeClr val="accent4">
                  <a:lumMod val="25000"/>
                </a:schemeClr>
              </a:solidFill>
              <a:latin typeface="Montserrat" panose="02000505000000020004" pitchFamily="2" charset="77"/>
            </a:endParaRPr>
          </a:p>
        </p:txBody>
      </p:sp>
      <p:sp>
        <p:nvSpPr>
          <p:cNvPr id="56" name="Rectangle 387">
            <a:extLst>
              <a:ext uri="{FF2B5EF4-FFF2-40B4-BE49-F238E27FC236}">
                <a16:creationId xmlns:a16="http://schemas.microsoft.com/office/drawing/2014/main" id="{3B900BEE-C7B4-95C2-A130-D1FBF6196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7216" y="1822198"/>
            <a:ext cx="1301400" cy="382454"/>
          </a:xfrm>
          <a:prstGeom prst="roundRect">
            <a:avLst>
              <a:gd name="adj" fmla="val 941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72000" tIns="72000" rIns="72000" bIns="7200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kern="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Earn</a:t>
            </a:r>
          </a:p>
        </p:txBody>
      </p:sp>
      <p:sp>
        <p:nvSpPr>
          <p:cNvPr id="57" name="Rectangle 387">
            <a:extLst>
              <a:ext uri="{FF2B5EF4-FFF2-40B4-BE49-F238E27FC236}">
                <a16:creationId xmlns:a16="http://schemas.microsoft.com/office/drawing/2014/main" id="{C88E8C00-8433-061F-AACD-D16E58E34F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8127" y="1822198"/>
            <a:ext cx="1301400" cy="382454"/>
          </a:xfrm>
          <a:prstGeom prst="roundRect">
            <a:avLst>
              <a:gd name="adj" fmla="val 941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72000" tIns="72000" rIns="72000" bIns="7200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kern="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Burn</a:t>
            </a:r>
          </a:p>
        </p:txBody>
      </p:sp>
      <p:sp>
        <p:nvSpPr>
          <p:cNvPr id="58" name="Rectangle 387">
            <a:extLst>
              <a:ext uri="{FF2B5EF4-FFF2-40B4-BE49-F238E27FC236}">
                <a16:creationId xmlns:a16="http://schemas.microsoft.com/office/drawing/2014/main" id="{D4AAE5F2-4E8B-490A-340B-15D0A908B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7216" y="1373398"/>
            <a:ext cx="1301400" cy="382454"/>
          </a:xfrm>
          <a:prstGeom prst="roundRect">
            <a:avLst>
              <a:gd name="adj" fmla="val 941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72000" tIns="72000" rIns="72000" bIns="7200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kern="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Marketing Consent</a:t>
            </a:r>
          </a:p>
        </p:txBody>
      </p:sp>
      <p:sp>
        <p:nvSpPr>
          <p:cNvPr id="59" name="Rectangle 387">
            <a:extLst>
              <a:ext uri="{FF2B5EF4-FFF2-40B4-BE49-F238E27FC236}">
                <a16:creationId xmlns:a16="http://schemas.microsoft.com/office/drawing/2014/main" id="{78293065-4F20-DC5F-6FD5-10D5F43E6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6438" y="1815665"/>
            <a:ext cx="1301400" cy="382454"/>
          </a:xfrm>
          <a:prstGeom prst="roundRect">
            <a:avLst>
              <a:gd name="adj" fmla="val 941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72000" tIns="72000" rIns="72000" bIns="7200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kern="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Couponing</a:t>
            </a:r>
          </a:p>
        </p:txBody>
      </p:sp>
      <p:sp>
        <p:nvSpPr>
          <p:cNvPr id="64" name="Rectangle 387">
            <a:extLst>
              <a:ext uri="{FF2B5EF4-FFF2-40B4-BE49-F238E27FC236}">
                <a16:creationId xmlns:a16="http://schemas.microsoft.com/office/drawing/2014/main" id="{5E94CB5B-0B3B-94A2-4E13-F945FA39D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4661" y="1809091"/>
            <a:ext cx="1301400" cy="382454"/>
          </a:xfrm>
          <a:prstGeom prst="roundRect">
            <a:avLst>
              <a:gd name="adj" fmla="val 941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72000" tIns="72000" rIns="72000" bIns="7200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kern="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Social</a:t>
            </a:r>
          </a:p>
        </p:txBody>
      </p:sp>
      <p:sp>
        <p:nvSpPr>
          <p:cNvPr id="65" name="Rectangle 387">
            <a:extLst>
              <a:ext uri="{FF2B5EF4-FFF2-40B4-BE49-F238E27FC236}">
                <a16:creationId xmlns:a16="http://schemas.microsoft.com/office/drawing/2014/main" id="{D3819CFD-D347-DC26-312A-D729CE30A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4661" y="1346711"/>
            <a:ext cx="1301400" cy="382454"/>
          </a:xfrm>
          <a:prstGeom prst="roundRect">
            <a:avLst>
              <a:gd name="adj" fmla="val 9412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72000" tIns="72000" rIns="72000" bIns="7200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kern="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Interaction Event</a:t>
            </a:r>
          </a:p>
        </p:txBody>
      </p:sp>
    </p:spTree>
    <p:extLst>
      <p:ext uri="{BB962C8B-B14F-4D97-AF65-F5344CB8AC3E}">
        <p14:creationId xmlns:p14="http://schemas.microsoft.com/office/powerpoint/2010/main" val="3352687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4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CAF4D4A2-C2CE-6362-E697-1313C5BCA602}"/>
              </a:ext>
            </a:extLst>
          </p:cNvPr>
          <p:cNvSpPr/>
          <p:nvPr/>
        </p:nvSpPr>
        <p:spPr>
          <a:xfrm>
            <a:off x="353623" y="357040"/>
            <a:ext cx="813025" cy="1089709"/>
          </a:xfrm>
          <a:prstGeom prst="rect">
            <a:avLst/>
          </a:prstGeom>
          <a:solidFill>
            <a:srgbClr val="EEF2F4"/>
          </a:solidFill>
          <a:ln>
            <a:solidFill>
              <a:srgbClr val="EEF2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1" name="Google Shape;231;p37"/>
          <p:cNvSpPr txBox="1">
            <a:spLocks noGrp="1"/>
          </p:cNvSpPr>
          <p:nvPr>
            <p:ph type="title"/>
          </p:nvPr>
        </p:nvSpPr>
        <p:spPr>
          <a:xfrm>
            <a:off x="353623" y="165902"/>
            <a:ext cx="11002858" cy="38565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de-DE" sz="22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Typische Hürden &amp; wie wir sie gemeinsam lösen</a:t>
            </a:r>
          </a:p>
        </p:txBody>
      </p:sp>
      <p:sp>
        <p:nvSpPr>
          <p:cNvPr id="232" name="Google Shape;232;p37"/>
          <p:cNvSpPr txBox="1"/>
          <p:nvPr/>
        </p:nvSpPr>
        <p:spPr>
          <a:xfrm>
            <a:off x="482251" y="2837160"/>
            <a:ext cx="3496226" cy="2046325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lnSpc>
                <a:spcPct val="200000"/>
              </a:lnSpc>
            </a:pPr>
            <a:r>
              <a:rPr lang="de-DE" sz="1200" b="1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Schwerfällige Systeme</a:t>
            </a:r>
          </a:p>
          <a:p>
            <a:pPr>
              <a:lnSpc>
                <a:spcPct val="200000"/>
              </a:lnSpc>
            </a:pPr>
            <a:r>
              <a:rPr lang="de-DE" sz="1200" b="1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Hoher Anpassungsbedarf vor Go-Live</a:t>
            </a:r>
          </a:p>
          <a:p>
            <a:pPr>
              <a:lnSpc>
                <a:spcPct val="200000"/>
              </a:lnSpc>
            </a:pPr>
            <a:r>
              <a:rPr lang="de-DE" sz="1200" b="1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Komplexe Integration der Kassensysteme</a:t>
            </a:r>
          </a:p>
          <a:p>
            <a:pPr>
              <a:lnSpc>
                <a:spcPct val="200000"/>
              </a:lnSpc>
            </a:pPr>
            <a:r>
              <a:rPr lang="de-DE" sz="1200" b="1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Kein fachliches </a:t>
            </a:r>
            <a:r>
              <a:rPr lang="de-DE" sz="1200" b="1" err="1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Know-How</a:t>
            </a:r>
            <a:endParaRPr lang="de-DE" sz="1200" b="1">
              <a:solidFill>
                <a:schemeClr val="accent4">
                  <a:lumMod val="25000"/>
                </a:schemeClr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</p:txBody>
      </p:sp>
      <p:grpSp>
        <p:nvGrpSpPr>
          <p:cNvPr id="238" name="Google Shape;238;p37"/>
          <p:cNvGrpSpPr/>
          <p:nvPr/>
        </p:nvGrpSpPr>
        <p:grpSpPr>
          <a:xfrm>
            <a:off x="6246586" y="1434079"/>
            <a:ext cx="4368873" cy="853107"/>
            <a:chOff x="5451537" y="2150548"/>
            <a:chExt cx="3847646" cy="812792"/>
          </a:xfrm>
        </p:grpSpPr>
        <p:sp>
          <p:nvSpPr>
            <p:cNvPr id="239" name="Google Shape;239;p37"/>
            <p:cNvSpPr txBox="1"/>
            <p:nvPr/>
          </p:nvSpPr>
          <p:spPr>
            <a:xfrm flipH="1">
              <a:off x="5451537" y="2424840"/>
              <a:ext cx="3847646" cy="5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lnSpc>
                  <a:spcPct val="140000"/>
                </a:lnSpc>
              </a:pPr>
              <a:r>
                <a:rPr lang="de-DE" sz="1000">
                  <a:solidFill>
                    <a:schemeClr val="accent4">
                      <a:lumMod val="25000"/>
                    </a:schemeClr>
                  </a:solidFill>
                  <a:latin typeface="Arial" panose="020B0604020202020204" pitchFamily="34" charset="0"/>
                  <a:ea typeface="Montserrat"/>
                  <a:cs typeface="Arial" panose="020B0604020202020204" pitchFamily="34" charset="0"/>
                  <a:sym typeface="Montserrat"/>
                </a:rPr>
                <a:t>Mit </a:t>
              </a:r>
              <a:r>
                <a:rPr lang="de-DE" sz="1000" err="1">
                  <a:solidFill>
                    <a:schemeClr val="accent4">
                      <a:lumMod val="25000"/>
                    </a:schemeClr>
                  </a:solidFill>
                  <a:latin typeface="Arial" panose="020B0604020202020204" pitchFamily="34" charset="0"/>
                  <a:ea typeface="Montserrat"/>
                  <a:cs typeface="Arial" panose="020B0604020202020204" pitchFamily="34" charset="0"/>
                  <a:sym typeface="Montserrat"/>
                </a:rPr>
                <a:t>Convercus</a:t>
              </a:r>
              <a:r>
                <a:rPr lang="de-DE" sz="1000">
                  <a:solidFill>
                    <a:schemeClr val="accent4">
                      <a:lumMod val="25000"/>
                    </a:schemeClr>
                  </a:solidFill>
                  <a:latin typeface="Arial" panose="020B0604020202020204" pitchFamily="34" charset="0"/>
                  <a:ea typeface="Montserrat"/>
                  <a:cs typeface="Arial" panose="020B0604020202020204" pitchFamily="34" charset="0"/>
                  <a:sym typeface="Montserrat"/>
                </a:rPr>
                <a:t> arbeiten sie mit dedizierten Tools für Kundenbindung und </a:t>
              </a:r>
              <a:r>
                <a:rPr lang="de-DE" sz="1000" err="1">
                  <a:solidFill>
                    <a:schemeClr val="accent4">
                      <a:lumMod val="25000"/>
                    </a:schemeClr>
                  </a:solidFill>
                  <a:latin typeface="Arial" panose="020B0604020202020204" pitchFamily="34" charset="0"/>
                  <a:ea typeface="Montserrat"/>
                  <a:cs typeface="Arial" panose="020B0604020202020204" pitchFamily="34" charset="0"/>
                  <a:sym typeface="Montserrat"/>
                </a:rPr>
                <a:t>Couponing</a:t>
              </a:r>
              <a:r>
                <a:rPr lang="de-DE" sz="1000">
                  <a:solidFill>
                    <a:schemeClr val="accent4">
                      <a:lumMod val="25000"/>
                    </a:schemeClr>
                  </a:solidFill>
                  <a:latin typeface="Arial" panose="020B0604020202020204" pitchFamily="34" charset="0"/>
                  <a:ea typeface="Montserrat"/>
                  <a:cs typeface="Arial" panose="020B0604020202020204" pitchFamily="34" charset="0"/>
                  <a:sym typeface="Montserrat"/>
                </a:rPr>
                <a:t>, die personalisiert und quantifiziert werden können.</a:t>
              </a:r>
            </a:p>
            <a:p>
              <a:pPr>
                <a:lnSpc>
                  <a:spcPct val="140000"/>
                </a:lnSpc>
              </a:pPr>
              <a:endParaRPr lang="de-DE" sz="1000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endParaRPr>
            </a:p>
            <a:p>
              <a:pPr>
                <a:lnSpc>
                  <a:spcPct val="140000"/>
                </a:lnSpc>
              </a:pPr>
              <a:endParaRPr lang="de-DE" sz="1000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endParaRPr>
            </a:p>
            <a:p>
              <a:pPr>
                <a:lnSpc>
                  <a:spcPct val="140000"/>
                </a:lnSpc>
              </a:pPr>
              <a:endParaRPr lang="de-DE" sz="1000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endParaRPr>
            </a:p>
          </p:txBody>
        </p:sp>
        <p:sp>
          <p:nvSpPr>
            <p:cNvPr id="240" name="Google Shape;240;p37"/>
            <p:cNvSpPr txBox="1"/>
            <p:nvPr/>
          </p:nvSpPr>
          <p:spPr>
            <a:xfrm flipH="1">
              <a:off x="5451551" y="2150548"/>
              <a:ext cx="3703800" cy="274200"/>
            </a:xfrm>
            <a:prstGeom prst="rect">
              <a:avLst/>
            </a:prstGeom>
            <a:solidFill>
              <a:srgbClr val="EEF2F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r>
                <a:rPr lang="de-DE" sz="1200" b="1">
                  <a:solidFill>
                    <a:schemeClr val="accent4">
                      <a:lumMod val="25000"/>
                    </a:schemeClr>
                  </a:solidFill>
                  <a:latin typeface="Arial" panose="020B0604020202020204" pitchFamily="34" charset="0"/>
                  <a:ea typeface="Montserrat"/>
                  <a:cs typeface="Arial" panose="020B0604020202020204" pitchFamily="34" charset="0"/>
                  <a:sym typeface="Montserrat"/>
                </a:rPr>
                <a:t>Voller Fokus auf </a:t>
              </a:r>
              <a:r>
                <a:rPr lang="de-DE" sz="1200" b="1" err="1">
                  <a:solidFill>
                    <a:schemeClr val="accent4">
                      <a:lumMod val="25000"/>
                    </a:schemeClr>
                  </a:solidFill>
                  <a:latin typeface="Arial" panose="020B0604020202020204" pitchFamily="34" charset="0"/>
                  <a:ea typeface="Montserrat"/>
                  <a:cs typeface="Arial" panose="020B0604020202020204" pitchFamily="34" charset="0"/>
                  <a:sym typeface="Montserrat"/>
                </a:rPr>
                <a:t>Loyalty</a:t>
              </a:r>
              <a:r>
                <a:rPr lang="de-DE" sz="1200" b="1">
                  <a:solidFill>
                    <a:schemeClr val="accent4">
                      <a:lumMod val="25000"/>
                    </a:schemeClr>
                  </a:solidFill>
                  <a:latin typeface="Arial" panose="020B0604020202020204" pitchFamily="34" charset="0"/>
                  <a:ea typeface="Montserrat"/>
                  <a:cs typeface="Arial" panose="020B0604020202020204" pitchFamily="34" charset="0"/>
                  <a:sym typeface="Montserrat"/>
                </a:rPr>
                <a:t>, sonst nichts</a:t>
              </a:r>
              <a:endParaRPr sz="1200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endParaRPr>
            </a:p>
          </p:txBody>
        </p:sp>
      </p:grpSp>
      <p:cxnSp>
        <p:nvCxnSpPr>
          <p:cNvPr id="241" name="Google Shape;241;p37"/>
          <p:cNvCxnSpPr/>
          <p:nvPr/>
        </p:nvCxnSpPr>
        <p:spPr>
          <a:xfrm>
            <a:off x="6083261" y="1446749"/>
            <a:ext cx="0" cy="441200"/>
          </a:xfrm>
          <a:prstGeom prst="straightConnector1">
            <a:avLst/>
          </a:prstGeom>
          <a:noFill/>
          <a:ln w="25400" cap="rnd" cmpd="sng">
            <a:solidFill>
              <a:schemeClr val="accent1"/>
            </a:solidFill>
            <a:prstDash val="solid"/>
            <a:miter lim="8000"/>
            <a:headEnd type="none" w="med" len="med"/>
            <a:tailEnd type="none" w="med" len="med"/>
          </a:ln>
        </p:spPr>
      </p:cxnSp>
      <p:grpSp>
        <p:nvGrpSpPr>
          <p:cNvPr id="243" name="Google Shape;243;p37"/>
          <p:cNvGrpSpPr/>
          <p:nvPr/>
        </p:nvGrpSpPr>
        <p:grpSpPr>
          <a:xfrm>
            <a:off x="7558428" y="2473205"/>
            <a:ext cx="3818796" cy="922684"/>
            <a:chOff x="5438269" y="2150547"/>
            <a:chExt cx="3363194" cy="812794"/>
          </a:xfrm>
        </p:grpSpPr>
        <p:sp>
          <p:nvSpPr>
            <p:cNvPr id="244" name="Google Shape;244;p37"/>
            <p:cNvSpPr txBox="1"/>
            <p:nvPr/>
          </p:nvSpPr>
          <p:spPr>
            <a:xfrm flipH="1">
              <a:off x="5438269" y="2424841"/>
              <a:ext cx="3363194" cy="5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lnSpc>
                  <a:spcPct val="140000"/>
                </a:lnSpc>
              </a:pPr>
              <a:r>
                <a:rPr lang="de-DE" sz="1000">
                  <a:solidFill>
                    <a:schemeClr val="accent4">
                      <a:lumMod val="25000"/>
                    </a:schemeClr>
                  </a:solidFill>
                  <a:latin typeface="Arial" panose="020B0604020202020204" pitchFamily="34" charset="0"/>
                  <a:ea typeface="Montserrat"/>
                  <a:cs typeface="Arial" panose="020B0604020202020204" pitchFamily="34" charset="0"/>
                  <a:sym typeface="Montserrat"/>
                </a:rPr>
                <a:t>Die verschiedenen Module können entweder einzeln oder als komplette Suite verwendet werden. Sie nutzen nur das, was Sie tatsächlich benötigen!</a:t>
              </a:r>
            </a:p>
            <a:p>
              <a:pPr>
                <a:lnSpc>
                  <a:spcPct val="140000"/>
                </a:lnSpc>
              </a:pPr>
              <a:endParaRPr lang="de-DE" sz="1000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endParaRPr>
            </a:p>
            <a:p>
              <a:pPr>
                <a:lnSpc>
                  <a:spcPct val="140000"/>
                </a:lnSpc>
              </a:pPr>
              <a:endParaRPr lang="de-DE" sz="1000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endParaRPr>
            </a:p>
            <a:p>
              <a:pPr>
                <a:lnSpc>
                  <a:spcPct val="140000"/>
                </a:lnSpc>
              </a:pPr>
              <a:endParaRPr lang="de-DE" sz="1000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endParaRPr>
            </a:p>
            <a:p>
              <a:pPr>
                <a:lnSpc>
                  <a:spcPct val="140000"/>
                </a:lnSpc>
              </a:pPr>
              <a:endParaRPr lang="de-DE" sz="1000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endParaRPr>
            </a:p>
          </p:txBody>
        </p:sp>
        <p:sp>
          <p:nvSpPr>
            <p:cNvPr id="245" name="Google Shape;245;p37"/>
            <p:cNvSpPr txBox="1"/>
            <p:nvPr/>
          </p:nvSpPr>
          <p:spPr>
            <a:xfrm flipH="1">
              <a:off x="5451509" y="2150547"/>
              <a:ext cx="3081300" cy="262800"/>
            </a:xfrm>
            <a:prstGeom prst="rect">
              <a:avLst/>
            </a:prstGeom>
            <a:solidFill>
              <a:srgbClr val="EEF2F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r>
                <a:rPr lang="de" sz="1200" b="1">
                  <a:solidFill>
                    <a:schemeClr val="accent4">
                      <a:lumMod val="25000"/>
                    </a:schemeClr>
                  </a:solidFill>
                  <a:latin typeface="Arial" panose="020B0604020202020204" pitchFamily="34" charset="0"/>
                  <a:ea typeface="Montserrat"/>
                  <a:cs typeface="Arial" panose="020B0604020202020204" pitchFamily="34" charset="0"/>
                  <a:sym typeface="Montserrat"/>
                </a:rPr>
                <a:t>Volle Flexibilität unserer Werkzeuge</a:t>
              </a:r>
              <a:endParaRPr sz="1200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endParaRPr>
            </a:p>
          </p:txBody>
        </p:sp>
      </p:grpSp>
      <p:cxnSp>
        <p:nvCxnSpPr>
          <p:cNvPr id="246" name="Google Shape;246;p37"/>
          <p:cNvCxnSpPr/>
          <p:nvPr/>
        </p:nvCxnSpPr>
        <p:spPr>
          <a:xfrm>
            <a:off x="7410159" y="2485912"/>
            <a:ext cx="0" cy="441200"/>
          </a:xfrm>
          <a:prstGeom prst="straightConnector1">
            <a:avLst/>
          </a:prstGeom>
          <a:noFill/>
          <a:ln w="25400" cap="rnd" cmpd="sng">
            <a:solidFill>
              <a:schemeClr val="accent1"/>
            </a:solidFill>
            <a:prstDash val="solid"/>
            <a:miter lim="8000"/>
            <a:headEnd type="none" w="med" len="med"/>
            <a:tailEnd type="none" w="med" len="med"/>
          </a:ln>
        </p:spPr>
      </p:cxnSp>
      <p:grpSp>
        <p:nvGrpSpPr>
          <p:cNvPr id="247" name="Google Shape;247;p37"/>
          <p:cNvGrpSpPr/>
          <p:nvPr/>
        </p:nvGrpSpPr>
        <p:grpSpPr>
          <a:xfrm>
            <a:off x="8213524" y="3674450"/>
            <a:ext cx="3513847" cy="922677"/>
            <a:chOff x="5438182" y="2150538"/>
            <a:chExt cx="3094627" cy="812788"/>
          </a:xfrm>
        </p:grpSpPr>
        <p:sp>
          <p:nvSpPr>
            <p:cNvPr id="248" name="Google Shape;248;p37"/>
            <p:cNvSpPr txBox="1"/>
            <p:nvPr/>
          </p:nvSpPr>
          <p:spPr>
            <a:xfrm flipH="1">
              <a:off x="5438182" y="2424826"/>
              <a:ext cx="2981414" cy="5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lnSpc>
                  <a:spcPct val="140000"/>
                </a:lnSpc>
              </a:pPr>
              <a:r>
                <a:rPr lang="de-DE" sz="1000">
                  <a:solidFill>
                    <a:schemeClr val="accent4">
                      <a:lumMod val="25000"/>
                    </a:schemeClr>
                  </a:solidFill>
                  <a:latin typeface="Arial" panose="020B0604020202020204" pitchFamily="34" charset="0"/>
                  <a:ea typeface="Montserrat"/>
                  <a:cs typeface="Arial" panose="020B0604020202020204" pitchFamily="34" charset="0"/>
                  <a:sym typeface="Montserrat"/>
                </a:rPr>
                <a:t>Schneller und effizienter Markteintritt durch den Einsatz von </a:t>
              </a:r>
              <a:r>
                <a:rPr lang="de-DE" sz="1000" err="1">
                  <a:solidFill>
                    <a:schemeClr val="accent4">
                      <a:lumMod val="25000"/>
                    </a:schemeClr>
                  </a:solidFill>
                  <a:latin typeface="Arial" panose="020B0604020202020204" pitchFamily="34" charset="0"/>
                  <a:ea typeface="Montserrat"/>
                  <a:cs typeface="Arial" panose="020B0604020202020204" pitchFamily="34" charset="0"/>
                  <a:sym typeface="Montserrat"/>
                </a:rPr>
                <a:t>Blueprints</a:t>
              </a:r>
              <a:r>
                <a:rPr lang="de-DE" sz="1000">
                  <a:solidFill>
                    <a:schemeClr val="accent4">
                      <a:lumMod val="25000"/>
                    </a:schemeClr>
                  </a:solidFill>
                  <a:latin typeface="Arial" panose="020B0604020202020204" pitchFamily="34" charset="0"/>
                  <a:ea typeface="Montserrat"/>
                  <a:cs typeface="Arial" panose="020B0604020202020204" pitchFamily="34" charset="0"/>
                  <a:sym typeface="Montserrat"/>
                </a:rPr>
                <a:t>, Best Practices und Vorlagen.</a:t>
              </a:r>
              <a:endParaRPr sz="1000" i="1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endParaRPr>
            </a:p>
          </p:txBody>
        </p:sp>
        <p:sp>
          <p:nvSpPr>
            <p:cNvPr id="249" name="Google Shape;249;p37"/>
            <p:cNvSpPr txBox="1"/>
            <p:nvPr/>
          </p:nvSpPr>
          <p:spPr>
            <a:xfrm flipH="1">
              <a:off x="5451509" y="2150538"/>
              <a:ext cx="3081300" cy="269700"/>
            </a:xfrm>
            <a:prstGeom prst="rect">
              <a:avLst/>
            </a:prstGeom>
            <a:solidFill>
              <a:srgbClr val="EEF2F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r>
                <a:rPr lang="de-DE" sz="1200" b="1">
                  <a:solidFill>
                    <a:schemeClr val="accent4">
                      <a:lumMod val="25000"/>
                    </a:schemeClr>
                  </a:solidFill>
                  <a:latin typeface="Arial" panose="020B0604020202020204" pitchFamily="34" charset="0"/>
                  <a:ea typeface="Montserrat"/>
                  <a:cs typeface="Arial" panose="020B0604020202020204" pitchFamily="34" charset="0"/>
                  <a:sym typeface="Montserrat"/>
                </a:rPr>
                <a:t>Starke Reduzierung der Integrationskosten</a:t>
              </a:r>
              <a:endParaRPr sz="1200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endParaRPr>
            </a:p>
          </p:txBody>
        </p:sp>
      </p:grpSp>
      <p:cxnSp>
        <p:nvCxnSpPr>
          <p:cNvPr id="250" name="Google Shape;250;p37"/>
          <p:cNvCxnSpPr/>
          <p:nvPr/>
        </p:nvCxnSpPr>
        <p:spPr>
          <a:xfrm>
            <a:off x="8065355" y="3674435"/>
            <a:ext cx="0" cy="441200"/>
          </a:xfrm>
          <a:prstGeom prst="straightConnector1">
            <a:avLst/>
          </a:prstGeom>
          <a:noFill/>
          <a:ln w="25400" cap="rnd" cmpd="sng">
            <a:solidFill>
              <a:schemeClr val="accent1"/>
            </a:solidFill>
            <a:prstDash val="solid"/>
            <a:miter lim="8000"/>
            <a:headEnd type="none" w="med" len="med"/>
            <a:tailEnd type="none" w="med" len="med"/>
          </a:ln>
        </p:spPr>
      </p:cxnSp>
      <p:grpSp>
        <p:nvGrpSpPr>
          <p:cNvPr id="251" name="Google Shape;251;p37"/>
          <p:cNvGrpSpPr/>
          <p:nvPr/>
        </p:nvGrpSpPr>
        <p:grpSpPr>
          <a:xfrm>
            <a:off x="7612322" y="4666776"/>
            <a:ext cx="4115046" cy="922783"/>
            <a:chOff x="5451508" y="2150547"/>
            <a:chExt cx="3624102" cy="812882"/>
          </a:xfrm>
        </p:grpSpPr>
        <p:sp>
          <p:nvSpPr>
            <p:cNvPr id="252" name="Google Shape;252;p37"/>
            <p:cNvSpPr txBox="1"/>
            <p:nvPr/>
          </p:nvSpPr>
          <p:spPr>
            <a:xfrm flipH="1">
              <a:off x="5451539" y="2420484"/>
              <a:ext cx="3349177" cy="5429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lnSpc>
                  <a:spcPct val="140000"/>
                </a:lnSpc>
              </a:pPr>
              <a:r>
                <a:rPr lang="de-DE" sz="900">
                  <a:solidFill>
                    <a:schemeClr val="accent4">
                      <a:lumMod val="25000"/>
                    </a:schemeClr>
                  </a:solidFill>
                  <a:latin typeface="Arial" panose="020B0604020202020204" pitchFamily="34" charset="0"/>
                  <a:ea typeface="Montserrat"/>
                  <a:cs typeface="Arial" panose="020B0604020202020204" pitchFamily="34" charset="0"/>
                  <a:sym typeface="Montserrat"/>
                </a:rPr>
                <a:t>Unser Experience-Modul ermöglicht einfache Automatisierung von Prozessen ohne Entwicklungsbedarf.</a:t>
              </a:r>
              <a:endParaRPr sz="900" i="1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endParaRPr>
            </a:p>
          </p:txBody>
        </p:sp>
        <p:sp>
          <p:nvSpPr>
            <p:cNvPr id="253" name="Google Shape;253;p37"/>
            <p:cNvSpPr txBox="1"/>
            <p:nvPr/>
          </p:nvSpPr>
          <p:spPr>
            <a:xfrm flipH="1">
              <a:off x="5451508" y="2150547"/>
              <a:ext cx="3624102" cy="257010"/>
            </a:xfrm>
            <a:prstGeom prst="rect">
              <a:avLst/>
            </a:prstGeom>
            <a:solidFill>
              <a:srgbClr val="EEF2F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r>
                <a:rPr lang="de-DE" sz="1200" b="1">
                  <a:solidFill>
                    <a:schemeClr val="accent4">
                      <a:lumMod val="25000"/>
                    </a:schemeClr>
                  </a:solidFill>
                  <a:latin typeface="Arial" panose="020B0604020202020204" pitchFamily="34" charset="0"/>
                  <a:ea typeface="Montserrat"/>
                  <a:cs typeface="Arial" panose="020B0604020202020204" pitchFamily="34" charset="0"/>
                  <a:sym typeface="Montserrat"/>
                </a:rPr>
                <a:t>Einfache Individualisierung Low- &amp; </a:t>
              </a:r>
              <a:r>
                <a:rPr lang="de-DE" sz="1200" b="1" err="1">
                  <a:solidFill>
                    <a:schemeClr val="accent4">
                      <a:lumMod val="25000"/>
                    </a:schemeClr>
                  </a:solidFill>
                  <a:latin typeface="Arial" panose="020B0604020202020204" pitchFamily="34" charset="0"/>
                  <a:ea typeface="Montserrat"/>
                  <a:cs typeface="Arial" panose="020B0604020202020204" pitchFamily="34" charset="0"/>
                  <a:sym typeface="Montserrat"/>
                </a:rPr>
                <a:t>No</a:t>
              </a:r>
              <a:r>
                <a:rPr lang="de-DE" sz="1200" b="1">
                  <a:solidFill>
                    <a:schemeClr val="accent4">
                      <a:lumMod val="25000"/>
                    </a:schemeClr>
                  </a:solidFill>
                  <a:latin typeface="Arial" panose="020B0604020202020204" pitchFamily="34" charset="0"/>
                  <a:ea typeface="Montserrat"/>
                  <a:cs typeface="Arial" panose="020B0604020202020204" pitchFamily="34" charset="0"/>
                  <a:sym typeface="Montserrat"/>
                </a:rPr>
                <a:t>-Code</a:t>
              </a:r>
              <a:endParaRPr sz="1200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endParaRPr>
            </a:p>
          </p:txBody>
        </p:sp>
      </p:grpSp>
      <p:cxnSp>
        <p:nvCxnSpPr>
          <p:cNvPr id="254" name="Google Shape;254;p37"/>
          <p:cNvCxnSpPr/>
          <p:nvPr/>
        </p:nvCxnSpPr>
        <p:spPr>
          <a:xfrm>
            <a:off x="7449022" y="4679486"/>
            <a:ext cx="0" cy="441200"/>
          </a:xfrm>
          <a:prstGeom prst="straightConnector1">
            <a:avLst/>
          </a:prstGeom>
          <a:noFill/>
          <a:ln w="25400" cap="rnd" cmpd="sng">
            <a:solidFill>
              <a:schemeClr val="accent1"/>
            </a:solidFill>
            <a:prstDash val="solid"/>
            <a:miter lim="8000"/>
            <a:headEnd type="none" w="med" len="med"/>
            <a:tailEnd type="none" w="med" len="med"/>
          </a:ln>
        </p:spPr>
      </p:cxnSp>
      <p:grpSp>
        <p:nvGrpSpPr>
          <p:cNvPr id="255" name="Google Shape;255;p37"/>
          <p:cNvGrpSpPr/>
          <p:nvPr/>
        </p:nvGrpSpPr>
        <p:grpSpPr>
          <a:xfrm>
            <a:off x="6151157" y="5562451"/>
            <a:ext cx="3825789" cy="938576"/>
            <a:chOff x="5777220" y="2212246"/>
            <a:chExt cx="3369354" cy="826794"/>
          </a:xfrm>
        </p:grpSpPr>
        <p:sp>
          <p:nvSpPr>
            <p:cNvPr id="256" name="Google Shape;256;p37"/>
            <p:cNvSpPr txBox="1"/>
            <p:nvPr/>
          </p:nvSpPr>
          <p:spPr>
            <a:xfrm flipH="1">
              <a:off x="5797388" y="2500540"/>
              <a:ext cx="3349186" cy="5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lnSpc>
                  <a:spcPct val="140000"/>
                </a:lnSpc>
              </a:pPr>
              <a:r>
                <a:rPr lang="de-DE" sz="1000">
                  <a:solidFill>
                    <a:schemeClr val="accent4">
                      <a:lumMod val="25000"/>
                    </a:schemeClr>
                  </a:solidFill>
                  <a:latin typeface="Arial" panose="020B0604020202020204" pitchFamily="34" charset="0"/>
                  <a:ea typeface="Montserrat"/>
                  <a:cs typeface="Arial" panose="020B0604020202020204" pitchFamily="34" charset="0"/>
                  <a:sym typeface="Montserrat"/>
                </a:rPr>
                <a:t>Hoch performantes API-First Tech-Stack und einfache Integration in Marketing-Ökosystem mit REST-API</a:t>
              </a:r>
              <a:endParaRPr sz="1000" i="1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endParaRPr>
            </a:p>
          </p:txBody>
        </p:sp>
        <p:sp>
          <p:nvSpPr>
            <p:cNvPr id="257" name="Google Shape;257;p37"/>
            <p:cNvSpPr txBox="1"/>
            <p:nvPr/>
          </p:nvSpPr>
          <p:spPr>
            <a:xfrm flipH="1">
              <a:off x="5777220" y="2212246"/>
              <a:ext cx="3081300" cy="220800"/>
            </a:xfrm>
            <a:prstGeom prst="rect">
              <a:avLst/>
            </a:prstGeom>
            <a:solidFill>
              <a:srgbClr val="EEF2F4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r>
                <a:rPr lang="de-DE" sz="1200" b="1">
                  <a:solidFill>
                    <a:schemeClr val="accent4">
                      <a:lumMod val="25000"/>
                    </a:schemeClr>
                  </a:solidFill>
                  <a:latin typeface="Arial" panose="020B0604020202020204" pitchFamily="34" charset="0"/>
                  <a:ea typeface="Montserrat"/>
                  <a:cs typeface="Arial" panose="020B0604020202020204" pitchFamily="34" charset="0"/>
                  <a:sym typeface="Montserrat"/>
                </a:rPr>
                <a:t>Hochskalierbar &amp; entwicklerfreundlich</a:t>
              </a:r>
              <a:endParaRPr lang="de-DE" sz="1200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endParaRPr>
            </a:p>
          </p:txBody>
        </p:sp>
      </p:grpSp>
      <p:cxnSp>
        <p:nvCxnSpPr>
          <p:cNvPr id="258" name="Google Shape;258;p37"/>
          <p:cNvCxnSpPr/>
          <p:nvPr/>
        </p:nvCxnSpPr>
        <p:spPr>
          <a:xfrm>
            <a:off x="6061755" y="5562452"/>
            <a:ext cx="0" cy="441200"/>
          </a:xfrm>
          <a:prstGeom prst="straightConnector1">
            <a:avLst/>
          </a:prstGeom>
          <a:noFill/>
          <a:ln w="25400" cap="rnd" cmpd="sng">
            <a:solidFill>
              <a:schemeClr val="accent1"/>
            </a:solidFill>
            <a:prstDash val="solid"/>
            <a:miter lim="8000"/>
            <a:headEnd type="none" w="med" len="med"/>
            <a:tailEnd type="none" w="med" len="med"/>
          </a:ln>
        </p:spPr>
      </p:cxnSp>
      <p:sp>
        <p:nvSpPr>
          <p:cNvPr id="10" name="Google Shape;240;p37">
            <a:extLst>
              <a:ext uri="{FF2B5EF4-FFF2-40B4-BE49-F238E27FC236}">
                <a16:creationId xmlns:a16="http://schemas.microsoft.com/office/drawing/2014/main" id="{7509B038-91EB-3529-1420-10E4A3B48359}"/>
              </a:ext>
            </a:extLst>
          </p:cNvPr>
          <p:cNvSpPr txBox="1"/>
          <p:nvPr/>
        </p:nvSpPr>
        <p:spPr>
          <a:xfrm flipH="1">
            <a:off x="473752" y="2436202"/>
            <a:ext cx="2066859" cy="335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de-DE" b="1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Häufige Hürden</a:t>
            </a:r>
            <a:endParaRPr>
              <a:solidFill>
                <a:schemeClr val="accent4">
                  <a:lumMod val="25000"/>
                </a:schemeClr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</p:txBody>
      </p:sp>
      <p:pic>
        <p:nvPicPr>
          <p:cNvPr id="19" name="Grafik 18" descr="Zielgruppe Silhouette">
            <a:extLst>
              <a:ext uri="{FF2B5EF4-FFF2-40B4-BE49-F238E27FC236}">
                <a16:creationId xmlns:a16="http://schemas.microsoft.com/office/drawing/2014/main" id="{10ED3CF8-2E87-E0D1-0319-08DDFC726664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50773" y="1372291"/>
            <a:ext cx="594000" cy="594000"/>
          </a:xfrm>
          <a:prstGeom prst="rect">
            <a:avLst/>
          </a:prstGeom>
        </p:spPr>
      </p:pic>
      <p:pic>
        <p:nvPicPr>
          <p:cNvPr id="21" name="Grafik 20" descr="Schraubenschlüssel Silhouette">
            <a:extLst>
              <a:ext uri="{FF2B5EF4-FFF2-40B4-BE49-F238E27FC236}">
                <a16:creationId xmlns:a16="http://schemas.microsoft.com/office/drawing/2014/main" id="{4FE987C4-7EA3-5F1E-0BE6-2FE6C02D2284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16534" y="2487673"/>
            <a:ext cx="504107" cy="504107"/>
          </a:xfrm>
          <a:prstGeom prst="rect">
            <a:avLst/>
          </a:prstGeom>
        </p:spPr>
      </p:pic>
      <p:pic>
        <p:nvPicPr>
          <p:cNvPr id="23" name="Grafik 22" descr="Stoppuhr 33% Silhouette">
            <a:extLst>
              <a:ext uri="{FF2B5EF4-FFF2-40B4-BE49-F238E27FC236}">
                <a16:creationId xmlns:a16="http://schemas.microsoft.com/office/drawing/2014/main" id="{0731228A-D4DD-DE1E-8E0C-5D73ED4C51CD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71731" y="3575754"/>
            <a:ext cx="593624" cy="593624"/>
          </a:xfrm>
          <a:prstGeom prst="rect">
            <a:avLst/>
          </a:prstGeom>
        </p:spPr>
      </p:pic>
      <p:pic>
        <p:nvPicPr>
          <p:cNvPr id="25" name="Grafik 24" descr="Programmierer Silhouette">
            <a:extLst>
              <a:ext uri="{FF2B5EF4-FFF2-40B4-BE49-F238E27FC236}">
                <a16:creationId xmlns:a16="http://schemas.microsoft.com/office/drawing/2014/main" id="{A4DC7657-BC73-F95F-8D6C-608D6160095C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50773" y="5486242"/>
            <a:ext cx="593619" cy="593619"/>
          </a:xfrm>
          <a:prstGeom prst="rect">
            <a:avLst/>
          </a:prstGeom>
        </p:spPr>
      </p:pic>
      <p:pic>
        <p:nvPicPr>
          <p:cNvPr id="27" name="Grafik 26" descr="Monitor Silhouette">
            <a:extLst>
              <a:ext uri="{FF2B5EF4-FFF2-40B4-BE49-F238E27FC236}">
                <a16:creationId xmlns:a16="http://schemas.microsoft.com/office/drawing/2014/main" id="{8F0D17D1-1339-4769-53F8-8BEB807498CA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56807" y="4608721"/>
            <a:ext cx="594000" cy="594000"/>
          </a:xfrm>
          <a:prstGeom prst="rect">
            <a:avLst/>
          </a:prstGeom>
        </p:spPr>
      </p:pic>
      <p:sp>
        <p:nvSpPr>
          <p:cNvPr id="28" name="Google Shape;240;p37">
            <a:extLst>
              <a:ext uri="{FF2B5EF4-FFF2-40B4-BE49-F238E27FC236}">
                <a16:creationId xmlns:a16="http://schemas.microsoft.com/office/drawing/2014/main" id="{0DB68C83-00E7-0D8B-A476-65CAA69CFBD7}"/>
              </a:ext>
            </a:extLst>
          </p:cNvPr>
          <p:cNvSpPr txBox="1"/>
          <p:nvPr/>
        </p:nvSpPr>
        <p:spPr>
          <a:xfrm flipH="1">
            <a:off x="4489988" y="3687092"/>
            <a:ext cx="1070675" cy="280878"/>
          </a:xfrm>
          <a:prstGeom prst="rect">
            <a:avLst/>
          </a:prstGeom>
          <a:solidFill>
            <a:srgbClr val="94AFC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de-DE" sz="1200" b="1">
                <a:solidFill>
                  <a:schemeClr val="bg1"/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Gelöst durch</a:t>
            </a:r>
            <a:endParaRPr sz="1200">
              <a:solidFill>
                <a:schemeClr val="bg1"/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</p:txBody>
      </p:sp>
      <p:sp>
        <p:nvSpPr>
          <p:cNvPr id="29" name="Titel 1">
            <a:extLst>
              <a:ext uri="{FF2B5EF4-FFF2-40B4-BE49-F238E27FC236}">
                <a16:creationId xmlns:a16="http://schemas.microsoft.com/office/drawing/2014/main" id="{09240ACF-CF43-3888-A430-971F162936A8}"/>
              </a:ext>
            </a:extLst>
          </p:cNvPr>
          <p:cNvSpPr txBox="1">
            <a:spLocks/>
          </p:cNvSpPr>
          <p:nvPr/>
        </p:nvSpPr>
        <p:spPr>
          <a:xfrm>
            <a:off x="393976" y="551659"/>
            <a:ext cx="9099918" cy="3837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6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Unsere langjährige Erfahrung fließt in die Entwicklung einer Software ein, die gezielt Hindernisse überwindet.</a:t>
            </a:r>
            <a:endParaRPr lang="en-GB" sz="1600">
              <a:solidFill>
                <a:schemeClr val="accent4">
                  <a:lumMod val="25000"/>
                </a:schemeClr>
              </a:solidFill>
              <a:latin typeface="Montserrat" panose="02000505000000020004" pitchFamily="2" charset="77"/>
            </a:endParaRP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B8C429F5-D378-3D7B-430F-6574AA1E59A6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93893" y="357040"/>
            <a:ext cx="2150239" cy="431809"/>
          </a:xfrm>
          <a:prstGeom prst="rect">
            <a:avLst/>
          </a:prstGeom>
        </p:spPr>
      </p:pic>
      <p:sp>
        <p:nvSpPr>
          <p:cNvPr id="37" name="Dreieck 36">
            <a:extLst>
              <a:ext uri="{FF2B5EF4-FFF2-40B4-BE49-F238E27FC236}">
                <a16:creationId xmlns:a16="http://schemas.microsoft.com/office/drawing/2014/main" id="{DC89F7C6-FCCF-5A87-8088-98C50A52A0A6}"/>
              </a:ext>
            </a:extLst>
          </p:cNvPr>
          <p:cNvSpPr/>
          <p:nvPr/>
        </p:nvSpPr>
        <p:spPr>
          <a:xfrm rot="5400000">
            <a:off x="5502416" y="3580263"/>
            <a:ext cx="593619" cy="477125"/>
          </a:xfrm>
          <a:prstGeom prst="triangle">
            <a:avLst/>
          </a:prstGeom>
          <a:solidFill>
            <a:srgbClr val="94AF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92FCC5D-D062-923E-0521-094591773ABC}"/>
              </a:ext>
            </a:extLst>
          </p:cNvPr>
          <p:cNvSpPr txBox="1">
            <a:spLocks/>
          </p:cNvSpPr>
          <p:nvPr/>
        </p:nvSpPr>
        <p:spPr>
          <a:xfrm>
            <a:off x="503660" y="6415802"/>
            <a:ext cx="1175322" cy="24622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1000" dirty="0" err="1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strictly</a:t>
            </a:r>
            <a:r>
              <a:rPr lang="de-DE" sz="10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de-DE" sz="1000" dirty="0" err="1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confidential</a:t>
            </a:r>
            <a:endParaRPr lang="de-DE" sz="1000" dirty="0">
              <a:solidFill>
                <a:schemeClr val="bg1">
                  <a:lumMod val="6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50;p35">
            <a:extLst>
              <a:ext uri="{FF2B5EF4-FFF2-40B4-BE49-F238E27FC236}">
                <a16:creationId xmlns:a16="http://schemas.microsoft.com/office/drawing/2014/main" id="{48607409-F454-98E6-2D52-0606D5B5D82B}"/>
              </a:ext>
            </a:extLst>
          </p:cNvPr>
          <p:cNvSpPr txBox="1">
            <a:spLocks noChangeAspect="1"/>
          </p:cNvSpPr>
          <p:nvPr/>
        </p:nvSpPr>
        <p:spPr>
          <a:xfrm>
            <a:off x="393976" y="1263260"/>
            <a:ext cx="6539087" cy="5169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de-DE" sz="1400" b="1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Personalisierte Zuweisung von Coupons &amp; </a:t>
            </a:r>
            <a:r>
              <a:rPr lang="de-DE" sz="1400" b="1" err="1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Rewards</a:t>
            </a:r>
            <a:endParaRPr lang="de-DE" sz="1400">
              <a:solidFill>
                <a:srgbClr val="0E0E0E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900"/>
              </a:spcBef>
            </a:pPr>
            <a:r>
              <a:rPr lang="de-DE" sz="1400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• Kampagnen- oder regelbasiert für höhere Kundenbindung und Relevanz</a:t>
            </a:r>
          </a:p>
          <a:p>
            <a:br>
              <a:rPr lang="de-DE" sz="1400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de-DE" sz="1400">
              <a:solidFill>
                <a:srgbClr val="0E0E0E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1400" b="1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Low-Code Workflows für Event-basierte Aktionen z.B.</a:t>
            </a:r>
            <a:endParaRPr lang="de-DE" sz="1400">
              <a:solidFill>
                <a:srgbClr val="0E0E0E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900"/>
              </a:spcBef>
            </a:pPr>
            <a:r>
              <a:rPr lang="de-DE" sz="1400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de-DE" sz="1400" b="1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Willkommenscoupon:</a:t>
            </a:r>
            <a:r>
              <a:rPr lang="de-DE" sz="1400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Effektiver Treiber für Neuanmeldungen</a:t>
            </a:r>
          </a:p>
          <a:p>
            <a:pPr>
              <a:spcBef>
                <a:spcPts val="900"/>
              </a:spcBef>
            </a:pPr>
            <a:r>
              <a:rPr lang="de-DE" sz="1400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de-DE" sz="1400" b="1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Checkout-Coupon:</a:t>
            </a:r>
            <a:r>
              <a:rPr lang="de-DE" sz="1400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Bewährte Lösung zur Steigerung der Kauffrequenz</a:t>
            </a:r>
          </a:p>
          <a:p>
            <a:pPr>
              <a:spcBef>
                <a:spcPts val="900"/>
              </a:spcBef>
            </a:pPr>
            <a:r>
              <a:rPr lang="de-DE" sz="1400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de-DE" sz="1400" b="1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Member-</a:t>
            </a:r>
            <a:r>
              <a:rPr lang="de-DE" sz="1400" b="1" err="1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get</a:t>
            </a:r>
            <a:r>
              <a:rPr lang="de-DE" sz="1400" b="1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-Member &amp; Geburtstagsaktionen:</a:t>
            </a:r>
            <a:r>
              <a:rPr lang="de-DE" sz="1400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Höhere Engagement-Raten</a:t>
            </a:r>
          </a:p>
          <a:p>
            <a:br>
              <a:rPr lang="de-DE" sz="1400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de-DE" sz="1400">
              <a:solidFill>
                <a:srgbClr val="0E0E0E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1400" b="1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Nutzung von First-Party-Data</a:t>
            </a:r>
            <a:endParaRPr lang="de-DE" sz="1400">
              <a:solidFill>
                <a:srgbClr val="0E0E0E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900"/>
              </a:spcBef>
            </a:pPr>
            <a:r>
              <a:rPr lang="de-DE" sz="1400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• Mit </a:t>
            </a:r>
            <a:r>
              <a:rPr lang="de-DE" sz="1400" err="1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Opt</a:t>
            </a:r>
            <a:r>
              <a:rPr lang="de-DE" sz="1400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-ins: Präzise Analysen des Kaufverhaltens möglich</a:t>
            </a:r>
          </a:p>
          <a:p>
            <a:br>
              <a:rPr lang="de-DE" sz="1400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de-DE" sz="1400">
              <a:solidFill>
                <a:srgbClr val="0E0E0E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1400" b="1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State-</a:t>
            </a:r>
            <a:r>
              <a:rPr lang="de-DE" sz="1400" b="1" err="1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de-DE" sz="1400" b="1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de-DE" sz="1400" b="1" err="1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de-DE" sz="1400" b="1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-Art </a:t>
            </a:r>
            <a:r>
              <a:rPr lang="de-DE" sz="1400" b="1" err="1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Loyalty</a:t>
            </a:r>
            <a:r>
              <a:rPr lang="de-DE" sz="1400" b="1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400" b="1" err="1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Whitelabel</a:t>
            </a:r>
            <a:r>
              <a:rPr lang="de-DE" sz="1400" b="1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App</a:t>
            </a:r>
            <a:endParaRPr lang="de-DE" sz="1400">
              <a:solidFill>
                <a:srgbClr val="0E0E0E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900"/>
              </a:spcBef>
            </a:pPr>
            <a:r>
              <a:rPr lang="de-DE" sz="1400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• Personalisierter Newsfeed für gezielte Kundenansprache</a:t>
            </a:r>
          </a:p>
          <a:p>
            <a:pPr>
              <a:spcBef>
                <a:spcPts val="900"/>
              </a:spcBef>
            </a:pPr>
            <a:r>
              <a:rPr lang="de-DE" sz="1400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• Alle Coupons auf einen Blick</a:t>
            </a:r>
          </a:p>
          <a:p>
            <a:pPr>
              <a:spcBef>
                <a:spcPts val="900"/>
              </a:spcBef>
            </a:pPr>
            <a:r>
              <a:rPr lang="de-DE" sz="1400">
                <a:solidFill>
                  <a:srgbClr val="0E0E0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• Digitaler Kassenbon und weitere Funktionen</a:t>
            </a:r>
          </a:p>
        </p:txBody>
      </p:sp>
      <p:sp>
        <p:nvSpPr>
          <p:cNvPr id="22" name="Titel 1">
            <a:extLst>
              <a:ext uri="{FF2B5EF4-FFF2-40B4-BE49-F238E27FC236}">
                <a16:creationId xmlns:a16="http://schemas.microsoft.com/office/drawing/2014/main" id="{67545E54-809A-ED0D-1F56-4D2953190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976" y="223846"/>
            <a:ext cx="8901598" cy="327813"/>
          </a:xfrm>
        </p:spPr>
        <p:txBody>
          <a:bodyPr>
            <a:normAutofit fontScale="90000"/>
          </a:bodyPr>
          <a:lstStyle/>
          <a:p>
            <a:r>
              <a:rPr lang="de-DE" sz="2400" b="1" i="0">
                <a:solidFill>
                  <a:schemeClr val="accent4">
                    <a:lumMod val="25000"/>
                  </a:schemeClr>
                </a:solidFill>
                <a:effectLst/>
                <a:latin typeface="Montserrat" panose="02000505000000020004" pitchFamily="2" charset="77"/>
              </a:rPr>
              <a:t>Was zeichnet </a:t>
            </a:r>
            <a:r>
              <a:rPr lang="de-DE" sz="2400" b="1" i="0" err="1">
                <a:solidFill>
                  <a:schemeClr val="accent4">
                    <a:lumMod val="25000"/>
                  </a:schemeClr>
                </a:solidFill>
                <a:effectLst/>
                <a:latin typeface="Montserrat" panose="02000505000000020004" pitchFamily="2" charset="77"/>
              </a:rPr>
              <a:t>Convercus</a:t>
            </a:r>
            <a:r>
              <a:rPr lang="de-DE" sz="2400" b="1" i="0">
                <a:solidFill>
                  <a:schemeClr val="accent4">
                    <a:lumMod val="25000"/>
                  </a:schemeClr>
                </a:solidFill>
                <a:effectLst/>
                <a:latin typeface="Montserrat" panose="02000505000000020004" pitchFamily="2" charset="77"/>
              </a:rPr>
              <a:t> aus</a:t>
            </a:r>
            <a:endParaRPr lang="en-GB" sz="2400" b="1">
              <a:solidFill>
                <a:schemeClr val="accent4">
                  <a:lumMod val="25000"/>
                </a:schemeClr>
              </a:solidFill>
              <a:latin typeface="Montserrat" panose="02000505000000020004" pitchFamily="2" charset="77"/>
            </a:endParaRPr>
          </a:p>
        </p:txBody>
      </p:sp>
      <p:sp>
        <p:nvSpPr>
          <p:cNvPr id="30" name="Titel 1">
            <a:extLst>
              <a:ext uri="{FF2B5EF4-FFF2-40B4-BE49-F238E27FC236}">
                <a16:creationId xmlns:a16="http://schemas.microsoft.com/office/drawing/2014/main" id="{535124F7-B0DA-B27E-52C8-7CD3512EE455}"/>
              </a:ext>
            </a:extLst>
          </p:cNvPr>
          <p:cNvSpPr txBox="1">
            <a:spLocks/>
          </p:cNvSpPr>
          <p:nvPr/>
        </p:nvSpPr>
        <p:spPr>
          <a:xfrm>
            <a:off x="393976" y="551659"/>
            <a:ext cx="9099917" cy="383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err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Convercus</a:t>
            </a:r>
            <a:r>
              <a:rPr lang="de-DE" sz="24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 Plattform darauf ausgerichtet, um das Engagement der Kunden zu stärken</a:t>
            </a:r>
            <a:endParaRPr lang="en-GB" sz="2400">
              <a:solidFill>
                <a:schemeClr val="accent4">
                  <a:lumMod val="25000"/>
                </a:schemeClr>
              </a:solidFill>
              <a:latin typeface="Montserrat" panose="02000505000000020004" pitchFamily="2" charset="77"/>
            </a:endParaRPr>
          </a:p>
        </p:txBody>
      </p:sp>
      <p:pic>
        <p:nvPicPr>
          <p:cNvPr id="33" name="Grafik 32">
            <a:extLst>
              <a:ext uri="{FF2B5EF4-FFF2-40B4-BE49-F238E27FC236}">
                <a16:creationId xmlns:a16="http://schemas.microsoft.com/office/drawing/2014/main" id="{CD1F8716-5C49-7443-03A9-AF89719D133D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93893" y="357040"/>
            <a:ext cx="2150239" cy="431809"/>
          </a:xfrm>
          <a:prstGeom prst="rect">
            <a:avLst/>
          </a:prstGeom>
        </p:spPr>
      </p:pic>
      <p:pic>
        <p:nvPicPr>
          <p:cNvPr id="9" name="Grafik 8" descr="Ein Bild, das Text, Elektronik, Screenshot, Handy enthält.&#10;&#10;Automatisch generierte Beschreibung">
            <a:extLst>
              <a:ext uri="{FF2B5EF4-FFF2-40B4-BE49-F238E27FC236}">
                <a16:creationId xmlns:a16="http://schemas.microsoft.com/office/drawing/2014/main" id="{F4E82114-94E8-B5F5-215C-E7942DDC4C7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79224" y="1130066"/>
            <a:ext cx="2017345" cy="4017948"/>
          </a:xfrm>
          <a:prstGeom prst="rect">
            <a:avLst/>
          </a:prstGeom>
        </p:spPr>
      </p:pic>
      <p:pic>
        <p:nvPicPr>
          <p:cNvPr id="12" name="Grafik 11" descr="Ein Bild, das Elektronik, Text, Menschliches Gesicht, Screenshot enthält.&#10;&#10;Automatisch generierte Beschreibung">
            <a:extLst>
              <a:ext uri="{FF2B5EF4-FFF2-40B4-BE49-F238E27FC236}">
                <a16:creationId xmlns:a16="http://schemas.microsoft.com/office/drawing/2014/main" id="{8D4A632C-186A-03BB-F27B-F2836AD1277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56852" y="2400881"/>
            <a:ext cx="2024320" cy="4031840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C6BB3C1-BFCB-C316-4CB1-8286AB65F0B6}"/>
              </a:ext>
            </a:extLst>
          </p:cNvPr>
          <p:cNvSpPr txBox="1">
            <a:spLocks/>
          </p:cNvSpPr>
          <p:nvPr/>
        </p:nvSpPr>
        <p:spPr>
          <a:xfrm>
            <a:off x="503660" y="6415802"/>
            <a:ext cx="1175322" cy="24622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1000" dirty="0" err="1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strictly</a:t>
            </a:r>
            <a:r>
              <a:rPr lang="de-DE" sz="10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de-DE" sz="1000" dirty="0" err="1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confidential</a:t>
            </a:r>
            <a:endParaRPr lang="de-DE" sz="1000" dirty="0">
              <a:solidFill>
                <a:schemeClr val="bg1">
                  <a:lumMod val="6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5958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1">
            <a:extLst>
              <a:ext uri="{FF2B5EF4-FFF2-40B4-BE49-F238E27FC236}">
                <a16:creationId xmlns:a16="http://schemas.microsoft.com/office/drawing/2014/main" id="{67545E54-809A-ED0D-1F56-4D2953190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976" y="223846"/>
            <a:ext cx="8901598" cy="327813"/>
          </a:xfrm>
        </p:spPr>
        <p:txBody>
          <a:bodyPr>
            <a:normAutofit fontScale="90000"/>
          </a:bodyPr>
          <a:lstStyle/>
          <a:p>
            <a:r>
              <a:rPr lang="de-DE" sz="2400" b="1" i="0">
                <a:solidFill>
                  <a:schemeClr val="accent4">
                    <a:lumMod val="25000"/>
                  </a:schemeClr>
                </a:solidFill>
                <a:effectLst/>
                <a:latin typeface="Montserrat" panose="02000505000000020004" pitchFamily="2" charset="77"/>
              </a:rPr>
              <a:t>Was erreichen Kunden mit </a:t>
            </a:r>
            <a:r>
              <a:rPr lang="de-DE" sz="2400" b="1" err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C</a:t>
            </a:r>
            <a:r>
              <a:rPr lang="de-DE" sz="2400" b="1" i="0" err="1">
                <a:solidFill>
                  <a:schemeClr val="accent4">
                    <a:lumMod val="25000"/>
                  </a:schemeClr>
                </a:solidFill>
                <a:effectLst/>
                <a:latin typeface="Montserrat" panose="02000505000000020004" pitchFamily="2" charset="77"/>
              </a:rPr>
              <a:t>onvercus</a:t>
            </a:r>
            <a:endParaRPr lang="en-GB" sz="2400" b="1">
              <a:solidFill>
                <a:schemeClr val="accent4">
                  <a:lumMod val="25000"/>
                </a:schemeClr>
              </a:solidFill>
              <a:latin typeface="Montserrat" panose="02000505000000020004" pitchFamily="2" charset="77"/>
            </a:endParaRPr>
          </a:p>
        </p:txBody>
      </p:sp>
      <p:sp>
        <p:nvSpPr>
          <p:cNvPr id="30" name="Titel 1">
            <a:extLst>
              <a:ext uri="{FF2B5EF4-FFF2-40B4-BE49-F238E27FC236}">
                <a16:creationId xmlns:a16="http://schemas.microsoft.com/office/drawing/2014/main" id="{535124F7-B0DA-B27E-52C8-7CD3512EE455}"/>
              </a:ext>
            </a:extLst>
          </p:cNvPr>
          <p:cNvSpPr txBox="1">
            <a:spLocks/>
          </p:cNvSpPr>
          <p:nvPr/>
        </p:nvSpPr>
        <p:spPr>
          <a:xfrm>
            <a:off x="393976" y="551659"/>
            <a:ext cx="9099917" cy="383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err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Convercus</a:t>
            </a:r>
            <a:r>
              <a:rPr lang="de-DE" sz="24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 bietet eine umfassende Lösung zur Stärkung der Kundenbindung</a:t>
            </a:r>
            <a:endParaRPr lang="en-GB" sz="2400">
              <a:solidFill>
                <a:schemeClr val="accent4">
                  <a:lumMod val="25000"/>
                </a:schemeClr>
              </a:solidFill>
              <a:latin typeface="Montserrat" panose="02000505000000020004" pitchFamily="2" charset="77"/>
            </a:endParaRPr>
          </a:p>
        </p:txBody>
      </p:sp>
      <p:pic>
        <p:nvPicPr>
          <p:cNvPr id="33" name="Grafik 32">
            <a:extLst>
              <a:ext uri="{FF2B5EF4-FFF2-40B4-BE49-F238E27FC236}">
                <a16:creationId xmlns:a16="http://schemas.microsoft.com/office/drawing/2014/main" id="{CD1F8716-5C49-7443-03A9-AF89719D133D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93893" y="357040"/>
            <a:ext cx="2150239" cy="431809"/>
          </a:xfrm>
          <a:prstGeom prst="rect">
            <a:avLst/>
          </a:prstGeom>
        </p:spPr>
      </p:pic>
      <p:sp>
        <p:nvSpPr>
          <p:cNvPr id="2" name="Rounded Rectangle 5">
            <a:extLst>
              <a:ext uri="{FF2B5EF4-FFF2-40B4-BE49-F238E27FC236}">
                <a16:creationId xmlns:a16="http://schemas.microsoft.com/office/drawing/2014/main" id="{4E837524-4A56-487D-1887-E16AE1263016}"/>
              </a:ext>
            </a:extLst>
          </p:cNvPr>
          <p:cNvSpPr/>
          <p:nvPr/>
        </p:nvSpPr>
        <p:spPr>
          <a:xfrm>
            <a:off x="470198" y="2661749"/>
            <a:ext cx="3098042" cy="674722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</a:ln>
          <a:effectLst>
            <a:outerShdw blurRad="50800" dist="38100" dir="5400000" algn="t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Durchschnittlicher Anteil von </a:t>
            </a:r>
            <a:r>
              <a:rPr lang="de-DE" sz="14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Loyaltyumsätzen</a:t>
            </a:r>
            <a:r>
              <a:rPr lang="de-DE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bei </a:t>
            </a:r>
            <a:r>
              <a:rPr lang="de-DE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31%</a:t>
            </a:r>
            <a:r>
              <a:rPr lang="de-DE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" name="Rounded Rectangle 5">
            <a:extLst>
              <a:ext uri="{FF2B5EF4-FFF2-40B4-BE49-F238E27FC236}">
                <a16:creationId xmlns:a16="http://schemas.microsoft.com/office/drawing/2014/main" id="{F51DB999-B1B3-D637-5D93-A83B7BD874D4}"/>
              </a:ext>
            </a:extLst>
          </p:cNvPr>
          <p:cNvSpPr/>
          <p:nvPr/>
        </p:nvSpPr>
        <p:spPr>
          <a:xfrm>
            <a:off x="4396027" y="2661751"/>
            <a:ext cx="3098042" cy="674722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</a:ln>
          <a:effectLst>
            <a:outerShdw blurRad="50800" dist="38100" dir="5400000" algn="t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</a:t>
            </a:r>
            <a:r>
              <a: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Schnitt</a:t>
            </a:r>
            <a:r>
              <a: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ist</a:t>
            </a:r>
            <a:r>
              <a: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ein</a:t>
            </a:r>
            <a:r>
              <a: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Bon </a:t>
            </a:r>
            <a:r>
              <a:rPr lang="en-US" sz="14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mit</a:t>
            </a:r>
            <a:r>
              <a: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Convercus</a:t>
            </a:r>
            <a:r>
              <a: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Plattform</a:t>
            </a:r>
            <a:r>
              <a: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62%</a:t>
            </a:r>
            <a:r>
              <a: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höher</a:t>
            </a:r>
            <a:r>
              <a: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als</a:t>
            </a:r>
            <a:r>
              <a: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bei</a:t>
            </a:r>
            <a:r>
              <a: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Non-Members</a:t>
            </a:r>
          </a:p>
        </p:txBody>
      </p:sp>
      <p:sp>
        <p:nvSpPr>
          <p:cNvPr id="5" name="Rounded Rectangle 5">
            <a:extLst>
              <a:ext uri="{FF2B5EF4-FFF2-40B4-BE49-F238E27FC236}">
                <a16:creationId xmlns:a16="http://schemas.microsoft.com/office/drawing/2014/main" id="{CDAC2D10-9501-B262-8DDD-084ED065B23C}"/>
              </a:ext>
            </a:extLst>
          </p:cNvPr>
          <p:cNvSpPr/>
          <p:nvPr/>
        </p:nvSpPr>
        <p:spPr>
          <a:xfrm>
            <a:off x="470198" y="4597503"/>
            <a:ext cx="3098042" cy="674723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</a:ln>
          <a:effectLst>
            <a:outerShdw blurRad="50800" dist="38100" dir="5400000" algn="t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57% </a:t>
            </a:r>
            <a:r>
              <a: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 </a:t>
            </a:r>
            <a:r>
              <a:rPr lang="en-US" sz="14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gesammelten</a:t>
            </a:r>
            <a:r>
              <a: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Punkte</a:t>
            </a:r>
            <a:r>
              <a: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werden</a:t>
            </a:r>
            <a:r>
              <a: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</a:t>
            </a:r>
            <a:r>
              <a: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Schnitt</a:t>
            </a:r>
            <a:r>
              <a: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eingelöst</a:t>
            </a:r>
            <a:endParaRPr lang="en-US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312DFB8-B91E-D5F9-FAA5-1660ED38B0AF}"/>
              </a:ext>
            </a:extLst>
          </p:cNvPr>
          <p:cNvSpPr/>
          <p:nvPr/>
        </p:nvSpPr>
        <p:spPr>
          <a:xfrm>
            <a:off x="4396027" y="4597504"/>
            <a:ext cx="3098042" cy="674723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</a:ln>
          <a:effectLst>
            <a:outerShdw blurRad="50800" dist="38100" dir="5400000" algn="t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25% </a:t>
            </a:r>
            <a:r>
              <a: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 Member </a:t>
            </a:r>
            <a:r>
              <a:rPr lang="en-US" sz="14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monatlich</a:t>
            </a:r>
            <a:r>
              <a: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aktiv</a:t>
            </a:r>
            <a:r>
              <a: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und </a:t>
            </a:r>
            <a:r>
              <a:rPr lang="en-US" sz="14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interagieren</a:t>
            </a:r>
            <a:r>
              <a: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14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</a:t>
            </a:r>
            <a:r>
              <a: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Schnitt</a:t>
            </a:r>
            <a:r>
              <a: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2,2x</a:t>
            </a:r>
            <a:r>
              <a: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mit</a:t>
            </a:r>
            <a:r>
              <a: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der App.</a:t>
            </a: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4CE7FC05-AB50-F583-86B3-37F87C608B71}"/>
              </a:ext>
            </a:extLst>
          </p:cNvPr>
          <p:cNvSpPr txBox="1">
            <a:spLocks/>
          </p:cNvSpPr>
          <p:nvPr/>
        </p:nvSpPr>
        <p:spPr>
          <a:xfrm>
            <a:off x="470198" y="1987027"/>
            <a:ext cx="3098042" cy="5453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400" b="1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Omnichannel Brands sammeln mehr First-Party-Data </a:t>
            </a:r>
            <a:endParaRPr lang="en-GB" sz="1400" b="1">
              <a:solidFill>
                <a:schemeClr val="accent4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5D163309-43C2-8EE9-7EB0-FAE1828240E3}"/>
              </a:ext>
            </a:extLst>
          </p:cNvPr>
          <p:cNvSpPr txBox="1">
            <a:spLocks/>
          </p:cNvSpPr>
          <p:nvPr/>
        </p:nvSpPr>
        <p:spPr>
          <a:xfrm>
            <a:off x="4396027" y="1987029"/>
            <a:ext cx="3098042" cy="674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400" b="1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Gesteigerter Umsatz durch personalisierte Ansprache und Gamification</a:t>
            </a:r>
            <a:endParaRPr lang="en-GB" sz="1400" b="1">
              <a:solidFill>
                <a:schemeClr val="accent4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A0FB43BE-7029-BD61-1475-47AED9067DD3}"/>
              </a:ext>
            </a:extLst>
          </p:cNvPr>
          <p:cNvSpPr txBox="1">
            <a:spLocks/>
          </p:cNvSpPr>
          <p:nvPr/>
        </p:nvSpPr>
        <p:spPr>
          <a:xfrm>
            <a:off x="470198" y="4052172"/>
            <a:ext cx="3098042" cy="5453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400" b="1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Programm-Features fördern das Member-Engagement</a:t>
            </a:r>
            <a:endParaRPr lang="en-GB" sz="1400" b="1">
              <a:solidFill>
                <a:schemeClr val="accent4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86FCD9DE-1716-C016-FF81-7391CDCE012C}"/>
              </a:ext>
            </a:extLst>
          </p:cNvPr>
          <p:cNvSpPr txBox="1">
            <a:spLocks/>
          </p:cNvSpPr>
          <p:nvPr/>
        </p:nvSpPr>
        <p:spPr>
          <a:xfrm>
            <a:off x="4396027" y="4052172"/>
            <a:ext cx="3098042" cy="5453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400" b="1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Häufige Interaktion mit der Brand über eine </a:t>
            </a:r>
            <a:r>
              <a:rPr lang="de-DE" sz="1400" b="1" err="1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Loyalty</a:t>
            </a:r>
            <a:r>
              <a:rPr lang="de-DE" sz="1400" b="1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-App</a:t>
            </a:r>
            <a:endParaRPr lang="en-GB" sz="1400" b="1">
              <a:solidFill>
                <a:schemeClr val="accent4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Grafik 14" descr="Ein Bild, das Text, Screenshot, mobiles Gerät, Handy enthält.&#10;&#10;Automatisch generierte Beschreibung">
            <a:extLst>
              <a:ext uri="{FF2B5EF4-FFF2-40B4-BE49-F238E27FC236}">
                <a16:creationId xmlns:a16="http://schemas.microsoft.com/office/drawing/2014/main" id="{2BA777FA-E8AA-0E9F-18C0-C5E59AB4A01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18792" y="1413337"/>
            <a:ext cx="1768101" cy="3521528"/>
          </a:xfrm>
          <a:prstGeom prst="rect">
            <a:avLst/>
          </a:prstGeom>
        </p:spPr>
      </p:pic>
      <p:pic>
        <p:nvPicPr>
          <p:cNvPr id="17" name="Grafik 16" descr="Ein Bild, das Text, Screenshot, Handy, Multimedia enthält.&#10;&#10;Automatisch generierte Beschreibung">
            <a:extLst>
              <a:ext uri="{FF2B5EF4-FFF2-40B4-BE49-F238E27FC236}">
                <a16:creationId xmlns:a16="http://schemas.microsoft.com/office/drawing/2014/main" id="{33EE0F4E-0031-0160-3A32-BCAA2A34500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48731" y="2448681"/>
            <a:ext cx="1768101" cy="3521528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294F501-E673-4E79-2C2D-D4F07353B3AC}"/>
              </a:ext>
            </a:extLst>
          </p:cNvPr>
          <p:cNvSpPr txBox="1">
            <a:spLocks/>
          </p:cNvSpPr>
          <p:nvPr/>
        </p:nvSpPr>
        <p:spPr>
          <a:xfrm>
            <a:off x="503660" y="6415802"/>
            <a:ext cx="1175322" cy="24622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1000" dirty="0" err="1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strictly</a:t>
            </a:r>
            <a:r>
              <a:rPr lang="de-DE" sz="10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de-DE" sz="1000" dirty="0" err="1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confidential</a:t>
            </a:r>
            <a:endParaRPr lang="de-DE" sz="1000" dirty="0">
              <a:solidFill>
                <a:schemeClr val="bg1">
                  <a:lumMod val="6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221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E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0A46026B-46AE-2326-86AF-28A532C9B35D}"/>
              </a:ext>
            </a:extLst>
          </p:cNvPr>
          <p:cNvSpPr/>
          <p:nvPr/>
        </p:nvSpPr>
        <p:spPr>
          <a:xfrm>
            <a:off x="197708" y="1503366"/>
            <a:ext cx="11782082" cy="43660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7498A797-ABDC-D54B-A766-F2940EF19400}"/>
              </a:ext>
            </a:extLst>
          </p:cNvPr>
          <p:cNvCxnSpPr>
            <a:cxnSpLocks/>
          </p:cNvCxnSpPr>
          <p:nvPr/>
        </p:nvCxnSpPr>
        <p:spPr>
          <a:xfrm>
            <a:off x="7278716" y="4586699"/>
            <a:ext cx="4240018" cy="0"/>
          </a:xfrm>
          <a:prstGeom prst="line">
            <a:avLst/>
          </a:prstGeom>
          <a:ln w="12700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DBDAFB03-BA1E-A44F-B95D-BDD92CCA161B}"/>
              </a:ext>
            </a:extLst>
          </p:cNvPr>
          <p:cNvCxnSpPr>
            <a:cxnSpLocks/>
          </p:cNvCxnSpPr>
          <p:nvPr/>
        </p:nvCxnSpPr>
        <p:spPr>
          <a:xfrm>
            <a:off x="5968202" y="1654050"/>
            <a:ext cx="0" cy="1302004"/>
          </a:xfrm>
          <a:prstGeom prst="line">
            <a:avLst/>
          </a:prstGeom>
          <a:ln w="12700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6510538C-9F8E-9941-B809-0A53BA7C8F56}"/>
              </a:ext>
            </a:extLst>
          </p:cNvPr>
          <p:cNvCxnSpPr>
            <a:cxnSpLocks/>
          </p:cNvCxnSpPr>
          <p:nvPr/>
        </p:nvCxnSpPr>
        <p:spPr>
          <a:xfrm>
            <a:off x="477422" y="4089219"/>
            <a:ext cx="4240018" cy="0"/>
          </a:xfrm>
          <a:prstGeom prst="line">
            <a:avLst/>
          </a:prstGeom>
          <a:ln w="12700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feld 1">
            <a:extLst>
              <a:ext uri="{FF2B5EF4-FFF2-40B4-BE49-F238E27FC236}">
                <a16:creationId xmlns:a16="http://schemas.microsoft.com/office/drawing/2014/main" id="{9D0B993A-A092-0845-A20F-B2AEE766A934}"/>
              </a:ext>
            </a:extLst>
          </p:cNvPr>
          <p:cNvSpPr txBox="1"/>
          <p:nvPr/>
        </p:nvSpPr>
        <p:spPr>
          <a:xfrm>
            <a:off x="3941990" y="4767785"/>
            <a:ext cx="67326" cy="14362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/>
            <a:r>
              <a:rPr lang="de-DE" sz="1400" baseline="30000"/>
              <a:t>1</a:t>
            </a:r>
          </a:p>
        </p:txBody>
      </p:sp>
      <p:pic>
        <p:nvPicPr>
          <p:cNvPr id="40" name="Picture 79" descr="Alternative Text">
            <a:extLst>
              <a:ext uri="{FF2B5EF4-FFF2-40B4-BE49-F238E27FC236}">
                <a16:creationId xmlns:a16="http://schemas.microsoft.com/office/drawing/2014/main" id="{BDF0BB85-60C8-4049-8060-34022636D2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340693" y="4736435"/>
            <a:ext cx="1362440" cy="37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Picture 85" descr="Alternative Text">
            <a:extLst>
              <a:ext uri="{FF2B5EF4-FFF2-40B4-BE49-F238E27FC236}">
                <a16:creationId xmlns:a16="http://schemas.microsoft.com/office/drawing/2014/main" id="{A4B8771F-E598-2744-BD53-F74D91E450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835795" y="4808546"/>
            <a:ext cx="1362440" cy="25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81" descr="Alternative Text">
            <a:extLst>
              <a:ext uri="{FF2B5EF4-FFF2-40B4-BE49-F238E27FC236}">
                <a16:creationId xmlns:a16="http://schemas.microsoft.com/office/drawing/2014/main" id="{45341B45-2CA3-5A45-8904-9FAF19CAF2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966900" y="5179347"/>
            <a:ext cx="1100231" cy="419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Rechteck 43">
            <a:extLst>
              <a:ext uri="{FF2B5EF4-FFF2-40B4-BE49-F238E27FC236}">
                <a16:creationId xmlns:a16="http://schemas.microsoft.com/office/drawing/2014/main" id="{FE280B02-9AD1-FB4E-92A4-CE1DD729F643}"/>
              </a:ext>
            </a:extLst>
          </p:cNvPr>
          <p:cNvSpPr/>
          <p:nvPr/>
        </p:nvSpPr>
        <p:spPr>
          <a:xfrm>
            <a:off x="4744404" y="3035942"/>
            <a:ext cx="1223798" cy="1024876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bg1"/>
                </a:solidFill>
              </a:rPr>
              <a:t>Point of </a:t>
            </a:r>
          </a:p>
          <a:p>
            <a:pPr algn="ctr"/>
            <a:r>
              <a:rPr lang="en-US" sz="1400">
                <a:solidFill>
                  <a:schemeClr val="bg1"/>
                </a:solidFill>
              </a:rPr>
              <a:t>sale</a:t>
            </a:r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1E6FCC93-2AAB-E64B-965D-B9BD34D2C912}"/>
              </a:ext>
            </a:extLst>
          </p:cNvPr>
          <p:cNvSpPr/>
          <p:nvPr/>
        </p:nvSpPr>
        <p:spPr>
          <a:xfrm>
            <a:off x="6027954" y="3533422"/>
            <a:ext cx="1223798" cy="1024876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bg1"/>
                </a:solidFill>
              </a:rPr>
              <a:t>Data / analytics / </a:t>
            </a:r>
            <a:br>
              <a:rPr lang="en-US" sz="1400">
                <a:solidFill>
                  <a:schemeClr val="bg1"/>
                </a:solidFill>
              </a:rPr>
            </a:br>
            <a:r>
              <a:rPr lang="en-US" sz="1400">
                <a:solidFill>
                  <a:schemeClr val="bg1"/>
                </a:solidFill>
              </a:rPr>
              <a:t>AI / CRM</a:t>
            </a:r>
          </a:p>
        </p:txBody>
      </p:sp>
      <p:sp>
        <p:nvSpPr>
          <p:cNvPr id="66" name="Rechteck 65">
            <a:extLst>
              <a:ext uri="{FF2B5EF4-FFF2-40B4-BE49-F238E27FC236}">
                <a16:creationId xmlns:a16="http://schemas.microsoft.com/office/drawing/2014/main" id="{5F22039D-CA5A-2446-B08C-7EB1646272A8}"/>
              </a:ext>
            </a:extLst>
          </p:cNvPr>
          <p:cNvSpPr/>
          <p:nvPr/>
        </p:nvSpPr>
        <p:spPr>
          <a:xfrm>
            <a:off x="4744404" y="4117619"/>
            <a:ext cx="1223798" cy="1024876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bg1"/>
                </a:solidFill>
              </a:rPr>
              <a:t>Payment services</a:t>
            </a:r>
          </a:p>
        </p:txBody>
      </p:sp>
      <p:sp>
        <p:nvSpPr>
          <p:cNvPr id="67" name="Rechteck 66">
            <a:extLst>
              <a:ext uri="{FF2B5EF4-FFF2-40B4-BE49-F238E27FC236}">
                <a16:creationId xmlns:a16="http://schemas.microsoft.com/office/drawing/2014/main" id="{03D5C38B-522C-2845-9EA9-51C951FDDC39}"/>
              </a:ext>
            </a:extLst>
          </p:cNvPr>
          <p:cNvSpPr/>
          <p:nvPr/>
        </p:nvSpPr>
        <p:spPr>
          <a:xfrm>
            <a:off x="6027954" y="4615099"/>
            <a:ext cx="1223798" cy="1024876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bg1"/>
                </a:solidFill>
              </a:rPr>
              <a:t>E-Commerce</a:t>
            </a:r>
          </a:p>
        </p:txBody>
      </p:sp>
      <p:pic>
        <p:nvPicPr>
          <p:cNvPr id="68" name="Grafik 67">
            <a:extLst>
              <a:ext uri="{FF2B5EF4-FFF2-40B4-BE49-F238E27FC236}">
                <a16:creationId xmlns:a16="http://schemas.microsoft.com/office/drawing/2014/main" id="{6F315BF2-41DB-AC41-9160-CC62899ECFEA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05223" y="2214153"/>
            <a:ext cx="451029" cy="277556"/>
          </a:xfrm>
          <a:prstGeom prst="rect">
            <a:avLst/>
          </a:prstGeom>
        </p:spPr>
      </p:pic>
      <p:pic>
        <p:nvPicPr>
          <p:cNvPr id="69" name="Picture 7" descr="Alternative Text">
            <a:extLst>
              <a:ext uri="{FF2B5EF4-FFF2-40B4-BE49-F238E27FC236}">
                <a16:creationId xmlns:a16="http://schemas.microsoft.com/office/drawing/2014/main" id="{F4007C6D-56BB-1744-A2D4-E58E98167E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249865" y="1683387"/>
            <a:ext cx="1254413" cy="297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13" descr="Alternative Text">
            <a:extLst>
              <a:ext uri="{FF2B5EF4-FFF2-40B4-BE49-F238E27FC236}">
                <a16:creationId xmlns:a16="http://schemas.microsoft.com/office/drawing/2014/main" id="{2A6C83FC-54BC-ED44-8560-FBB24C1E4E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637277" y="2180624"/>
            <a:ext cx="844530" cy="344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" name="Picture 19" descr="Alternative Text">
            <a:extLst>
              <a:ext uri="{FF2B5EF4-FFF2-40B4-BE49-F238E27FC236}">
                <a16:creationId xmlns:a16="http://schemas.microsoft.com/office/drawing/2014/main" id="{CC43F919-849B-6F45-9DB4-69DD57D320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575960" y="2159340"/>
            <a:ext cx="602222" cy="387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25" descr="Alternative Text">
            <a:extLst>
              <a:ext uri="{FF2B5EF4-FFF2-40B4-BE49-F238E27FC236}">
                <a16:creationId xmlns:a16="http://schemas.microsoft.com/office/drawing/2014/main" id="{EEFBC933-E293-034C-A2C7-19A2FA628E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764146" y="2757614"/>
            <a:ext cx="1070148" cy="209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4" name="Picture 31" descr="Alternative Text">
            <a:extLst>
              <a:ext uri="{FF2B5EF4-FFF2-40B4-BE49-F238E27FC236}">
                <a16:creationId xmlns:a16="http://schemas.microsoft.com/office/drawing/2014/main" id="{8CE82B6A-107E-8746-9AB6-93EE40BCE7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14919" y="3683921"/>
            <a:ext cx="877932" cy="269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5" name="Picture 37" descr="Alternative Text">
            <a:extLst>
              <a:ext uri="{FF2B5EF4-FFF2-40B4-BE49-F238E27FC236}">
                <a16:creationId xmlns:a16="http://schemas.microsoft.com/office/drawing/2014/main" id="{ECE89BE0-3271-C244-BFC9-C53CB9A6DB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134214" y="3210846"/>
            <a:ext cx="1485716" cy="387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6" name="Picture 3" descr="Alternative Text">
            <a:extLst>
              <a:ext uri="{FF2B5EF4-FFF2-40B4-BE49-F238E27FC236}">
                <a16:creationId xmlns:a16="http://schemas.microsoft.com/office/drawing/2014/main" id="{073852D8-A9A8-6349-8404-5F9C21553B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34345" y="1711252"/>
            <a:ext cx="944360" cy="241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7" name="Picture 9" descr="Alternative Text">
            <a:extLst>
              <a:ext uri="{FF2B5EF4-FFF2-40B4-BE49-F238E27FC236}">
                <a16:creationId xmlns:a16="http://schemas.microsoft.com/office/drawing/2014/main" id="{09197D30-C93A-834B-8664-15596C25C3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633048" y="1676583"/>
            <a:ext cx="1287496" cy="311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8" name="Picture 15" descr="Alternative Text">
            <a:extLst>
              <a:ext uri="{FF2B5EF4-FFF2-40B4-BE49-F238E27FC236}">
                <a16:creationId xmlns:a16="http://schemas.microsoft.com/office/drawing/2014/main" id="{2CF7781A-6F50-0941-BF4B-3B48FFD120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644262" y="2634427"/>
            <a:ext cx="830560" cy="461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" name="Picture 21" descr="Alternative Text">
            <a:extLst>
              <a:ext uri="{FF2B5EF4-FFF2-40B4-BE49-F238E27FC236}">
                <a16:creationId xmlns:a16="http://schemas.microsoft.com/office/drawing/2014/main" id="{29D212D3-C076-DE4E-AEE9-BF542910F8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63606" y="2705268"/>
            <a:ext cx="1180558" cy="319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0" name="Picture 27" descr="Alternative Text">
            <a:extLst>
              <a:ext uri="{FF2B5EF4-FFF2-40B4-BE49-F238E27FC236}">
                <a16:creationId xmlns:a16="http://schemas.microsoft.com/office/drawing/2014/main" id="{AE46641E-2C4F-A54F-9C06-A0F2C2652B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740379" y="1649814"/>
            <a:ext cx="380716" cy="43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33" descr="Alternative Text">
            <a:extLst>
              <a:ext uri="{FF2B5EF4-FFF2-40B4-BE49-F238E27FC236}">
                <a16:creationId xmlns:a16="http://schemas.microsoft.com/office/drawing/2014/main" id="{A8419D71-5340-F840-819A-FD61CFC5C2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758911" y="2174662"/>
            <a:ext cx="1080618" cy="356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39" descr="Alternative Text">
            <a:extLst>
              <a:ext uri="{FF2B5EF4-FFF2-40B4-BE49-F238E27FC236}">
                <a16:creationId xmlns:a16="http://schemas.microsoft.com/office/drawing/2014/main" id="{9F4A07EF-9CF5-DD40-93FD-51B0977544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235101" y="2730157"/>
            <a:ext cx="1283940" cy="269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5" descr="Alternative Text">
            <a:extLst>
              <a:ext uri="{FF2B5EF4-FFF2-40B4-BE49-F238E27FC236}">
                <a16:creationId xmlns:a16="http://schemas.microsoft.com/office/drawing/2014/main" id="{04914032-43A5-7245-8716-7CA91EC5F3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9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507475" y="1651746"/>
            <a:ext cx="1104134" cy="360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4" name="Picture 11" descr="Alternative Text">
            <a:extLst>
              <a:ext uri="{FF2B5EF4-FFF2-40B4-BE49-F238E27FC236}">
                <a16:creationId xmlns:a16="http://schemas.microsoft.com/office/drawing/2014/main" id="{6440AC07-48EC-2946-AF21-07DACBE404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58232" y="2181481"/>
            <a:ext cx="991306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" name="Picture 17" descr="Alternative Text">
            <a:extLst>
              <a:ext uri="{FF2B5EF4-FFF2-40B4-BE49-F238E27FC236}">
                <a16:creationId xmlns:a16="http://schemas.microsoft.com/office/drawing/2014/main" id="{C2284B8C-C0E0-DE41-9220-623E77315C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681729" y="2661071"/>
            <a:ext cx="498016" cy="446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6" name="Picture 23" descr="Alternative Text">
            <a:extLst>
              <a:ext uri="{FF2B5EF4-FFF2-40B4-BE49-F238E27FC236}">
                <a16:creationId xmlns:a16="http://schemas.microsoft.com/office/drawing/2014/main" id="{EDDD8A40-5883-FB48-921F-E730E31BE2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51322" y="3087021"/>
            <a:ext cx="605126" cy="523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7" name="Picture 29" descr="Alternative Text">
            <a:extLst>
              <a:ext uri="{FF2B5EF4-FFF2-40B4-BE49-F238E27FC236}">
                <a16:creationId xmlns:a16="http://schemas.microsoft.com/office/drawing/2014/main" id="{7FA0EDC9-042D-5346-8F0F-209D874B2D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714614" y="3664953"/>
            <a:ext cx="1242305" cy="294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" name="Picture 35" descr="Alternative Text">
            <a:extLst>
              <a:ext uri="{FF2B5EF4-FFF2-40B4-BE49-F238E27FC236}">
                <a16:creationId xmlns:a16="http://schemas.microsoft.com/office/drawing/2014/main" id="{F2B9EC31-ABBF-2544-B3F6-A40B6AF949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849754" y="3304577"/>
            <a:ext cx="972026" cy="211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9" name="Picture 41" descr="Alternative Text">
            <a:extLst>
              <a:ext uri="{FF2B5EF4-FFF2-40B4-BE49-F238E27FC236}">
                <a16:creationId xmlns:a16="http://schemas.microsoft.com/office/drawing/2014/main" id="{20F6EBAF-E465-3B4C-85B5-CDAA0CFF21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5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480087" y="3648325"/>
            <a:ext cx="793968" cy="28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0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6E657292-AD80-0C47-82E8-A11E1DF6F2A0}"/>
              </a:ext>
            </a:extLst>
          </p:cNvPr>
          <p:cNvPicPr>
            <a:picLocks noChangeAspect="1"/>
          </p:cNvPicPr>
          <p:nvPr/>
        </p:nvPicPr>
        <p:blipFill>
          <a:blip r:embed="rId26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05611" y="3328866"/>
            <a:ext cx="720662" cy="286184"/>
          </a:xfrm>
          <a:prstGeom prst="rect">
            <a:avLst/>
          </a:prstGeom>
          <a:ln>
            <a:noFill/>
          </a:ln>
        </p:spPr>
      </p:pic>
      <p:pic>
        <p:nvPicPr>
          <p:cNvPr id="91" name="Picture 21" descr="A close up of a sign&#10;&#10;Description automatically generated">
            <a:extLst>
              <a:ext uri="{FF2B5EF4-FFF2-40B4-BE49-F238E27FC236}">
                <a16:creationId xmlns:a16="http://schemas.microsoft.com/office/drawing/2014/main" id="{F6AF1E8C-4C94-9741-A1E0-728622193CE4}"/>
              </a:ext>
            </a:extLst>
          </p:cNvPr>
          <p:cNvPicPr>
            <a:picLocks noChangeAspect="1"/>
          </p:cNvPicPr>
          <p:nvPr/>
        </p:nvPicPr>
        <p:blipFill>
          <a:blip r:embed="rId2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08291" y="3190817"/>
            <a:ext cx="587682" cy="587682"/>
          </a:xfrm>
          <a:prstGeom prst="rect">
            <a:avLst/>
          </a:prstGeom>
          <a:ln>
            <a:noFill/>
          </a:ln>
        </p:spPr>
      </p:pic>
      <p:pic>
        <p:nvPicPr>
          <p:cNvPr id="92" name="Picture 51" descr="Alternative Text">
            <a:extLst>
              <a:ext uri="{FF2B5EF4-FFF2-40B4-BE49-F238E27FC236}">
                <a16:creationId xmlns:a16="http://schemas.microsoft.com/office/drawing/2014/main" id="{175A4423-3EC7-A448-95BB-6C4E8A14B1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416133" y="3956044"/>
            <a:ext cx="972000" cy="5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" name="Picture 57" descr="Alternative Text">
            <a:extLst>
              <a:ext uri="{FF2B5EF4-FFF2-40B4-BE49-F238E27FC236}">
                <a16:creationId xmlns:a16="http://schemas.microsoft.com/office/drawing/2014/main" id="{C8E94A0F-916C-8540-932F-699C7D9605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03551" y="2575055"/>
            <a:ext cx="972000" cy="5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4" name="Picture 59" descr="Alternative Text">
            <a:extLst>
              <a:ext uri="{FF2B5EF4-FFF2-40B4-BE49-F238E27FC236}">
                <a16:creationId xmlns:a16="http://schemas.microsoft.com/office/drawing/2014/main" id="{98EE0E3F-577C-4A48-872F-9F42316F81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608191" y="2655221"/>
            <a:ext cx="1251750" cy="338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5" name="Picture 61" descr="Alternative Text">
            <a:extLst>
              <a:ext uri="{FF2B5EF4-FFF2-40B4-BE49-F238E27FC236}">
                <a16:creationId xmlns:a16="http://schemas.microsoft.com/office/drawing/2014/main" id="{687BD5EF-2120-B74E-A64E-C823FB5B5A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935812" y="4076053"/>
            <a:ext cx="553200" cy="299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6" name="Picture 65" descr="Alternative Text">
            <a:extLst>
              <a:ext uri="{FF2B5EF4-FFF2-40B4-BE49-F238E27FC236}">
                <a16:creationId xmlns:a16="http://schemas.microsoft.com/office/drawing/2014/main" id="{10F62FF4-D582-8D4E-99E6-51CD992584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353965" y="3321971"/>
            <a:ext cx="972000" cy="3598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7" name="Picture 67" descr="Alternative Text">
            <a:extLst>
              <a:ext uri="{FF2B5EF4-FFF2-40B4-BE49-F238E27FC236}">
                <a16:creationId xmlns:a16="http://schemas.microsoft.com/office/drawing/2014/main" id="{EA5A987F-928F-A14A-A33C-1DB1E6C548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53966" y="3956044"/>
            <a:ext cx="972000" cy="5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8" name="Picture 69" descr="Alternative Text">
            <a:extLst>
              <a:ext uri="{FF2B5EF4-FFF2-40B4-BE49-F238E27FC236}">
                <a16:creationId xmlns:a16="http://schemas.microsoft.com/office/drawing/2014/main" id="{AB833265-28A9-2D4E-9EEE-B63F8C3B47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4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916585" y="2632727"/>
            <a:ext cx="1523988" cy="424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9" name="Picture 71" descr="Alternative Text">
            <a:extLst>
              <a:ext uri="{FF2B5EF4-FFF2-40B4-BE49-F238E27FC236}">
                <a16:creationId xmlns:a16="http://schemas.microsoft.com/office/drawing/2014/main" id="{AA40D97C-F096-6D44-A546-87C2BFF4A9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5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91159" y="2493982"/>
            <a:ext cx="1263864" cy="702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0" name="Picture 43" descr="Alternative Text">
            <a:extLst>
              <a:ext uri="{FF2B5EF4-FFF2-40B4-BE49-F238E27FC236}">
                <a16:creationId xmlns:a16="http://schemas.microsoft.com/office/drawing/2014/main" id="{4171D52F-9D19-6E4C-839D-60FD97862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6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97670" y="1503366"/>
            <a:ext cx="1183762" cy="657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" name="Picture 45" descr="Alternative Text">
            <a:extLst>
              <a:ext uri="{FF2B5EF4-FFF2-40B4-BE49-F238E27FC236}">
                <a16:creationId xmlns:a16="http://schemas.microsoft.com/office/drawing/2014/main" id="{0E089C5B-CDE2-A34D-ACA2-6E346B8BD2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7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42184" y="1503366"/>
            <a:ext cx="1183762" cy="657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" name="Picture 47" descr="Alternative Text">
            <a:extLst>
              <a:ext uri="{FF2B5EF4-FFF2-40B4-BE49-F238E27FC236}">
                <a16:creationId xmlns:a16="http://schemas.microsoft.com/office/drawing/2014/main" id="{F40A5E8C-237A-A448-A17B-C7CE813A2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8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6698" y="1503366"/>
            <a:ext cx="1183762" cy="6576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" name="Picture 49" descr="Alternative Text">
            <a:extLst>
              <a:ext uri="{FF2B5EF4-FFF2-40B4-BE49-F238E27FC236}">
                <a16:creationId xmlns:a16="http://schemas.microsoft.com/office/drawing/2014/main" id="{96DA2F4D-98FC-8A46-8711-F2252BF308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9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531211" y="1681363"/>
            <a:ext cx="1183762" cy="301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" name="Picture 53" descr="Alternative Text">
            <a:extLst>
              <a:ext uri="{FF2B5EF4-FFF2-40B4-BE49-F238E27FC236}">
                <a16:creationId xmlns:a16="http://schemas.microsoft.com/office/drawing/2014/main" id="{403EBBD0-88CC-6C4D-80FD-0922018A39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642185" y="2204371"/>
            <a:ext cx="1183762" cy="297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" name="Picture 55" descr="Alternative Text">
            <a:extLst>
              <a:ext uri="{FF2B5EF4-FFF2-40B4-BE49-F238E27FC236}">
                <a16:creationId xmlns:a16="http://schemas.microsoft.com/office/drawing/2014/main" id="{61E46785-8E48-DD4B-BA3E-F2FFEB019A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086698" y="2249038"/>
            <a:ext cx="1183762" cy="207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" name="Picture 73" descr="Alternative Text">
            <a:extLst>
              <a:ext uri="{FF2B5EF4-FFF2-40B4-BE49-F238E27FC236}">
                <a16:creationId xmlns:a16="http://schemas.microsoft.com/office/drawing/2014/main" id="{2D472D96-F3FD-E246-83BD-730EA82982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446888" y="2185322"/>
            <a:ext cx="1352408" cy="335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" name="Picture 75" descr="Alternative Text">
            <a:extLst>
              <a:ext uri="{FF2B5EF4-FFF2-40B4-BE49-F238E27FC236}">
                <a16:creationId xmlns:a16="http://schemas.microsoft.com/office/drawing/2014/main" id="{BA3CBEBA-8DEF-4647-8CA4-496F18F698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3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197670" y="2222616"/>
            <a:ext cx="1183762" cy="260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" name="Picture 77" descr="Alternative Text">
            <a:extLst>
              <a:ext uri="{FF2B5EF4-FFF2-40B4-BE49-F238E27FC236}">
                <a16:creationId xmlns:a16="http://schemas.microsoft.com/office/drawing/2014/main" id="{4DB62DCB-9576-CB48-A65B-7045BB1953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4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79942" y="3956044"/>
            <a:ext cx="972000" cy="5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" name="Picture 63" descr="Alternative Text">
            <a:extLst>
              <a:ext uri="{FF2B5EF4-FFF2-40B4-BE49-F238E27FC236}">
                <a16:creationId xmlns:a16="http://schemas.microsoft.com/office/drawing/2014/main" id="{04594160-F2E4-D643-A983-9F95AEFC42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5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76644" y="3136950"/>
            <a:ext cx="1251750" cy="695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" name="Picture 83" descr="Alternative Text">
            <a:extLst>
              <a:ext uri="{FF2B5EF4-FFF2-40B4-BE49-F238E27FC236}">
                <a16:creationId xmlns:a16="http://schemas.microsoft.com/office/drawing/2014/main" id="{26316B2F-771B-3D44-9D57-9DBCC8F18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6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273747" y="4581829"/>
            <a:ext cx="1362440" cy="7569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1" name="Picture 87" descr="Alternative Text">
            <a:extLst>
              <a:ext uri="{FF2B5EF4-FFF2-40B4-BE49-F238E27FC236}">
                <a16:creationId xmlns:a16="http://schemas.microsoft.com/office/drawing/2014/main" id="{98AC9A7A-9A27-164B-9B32-C1828772B0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7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239664" y="5263376"/>
            <a:ext cx="1469243" cy="324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" name="Picture 4">
            <a:extLst>
              <a:ext uri="{FF2B5EF4-FFF2-40B4-BE49-F238E27FC236}">
                <a16:creationId xmlns:a16="http://schemas.microsoft.com/office/drawing/2014/main" id="{41A94A14-DC76-2B4F-A4A9-E7E7C025C1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2823" y="4351461"/>
            <a:ext cx="896088" cy="199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3" name="Picture 8">
            <a:extLst>
              <a:ext uri="{FF2B5EF4-FFF2-40B4-BE49-F238E27FC236}">
                <a16:creationId xmlns:a16="http://schemas.microsoft.com/office/drawing/2014/main" id="{58C4C2B2-94E9-814D-9774-45F9C9BCD5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35027" y="4337706"/>
            <a:ext cx="1201479" cy="301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" name="Grafik 113">
            <a:extLst>
              <a:ext uri="{FF2B5EF4-FFF2-40B4-BE49-F238E27FC236}">
                <a16:creationId xmlns:a16="http://schemas.microsoft.com/office/drawing/2014/main" id="{62A8FF24-366E-BD47-8062-5119FEEDC50B}"/>
              </a:ext>
            </a:extLst>
          </p:cNvPr>
          <p:cNvPicPr>
            <a:picLocks noChangeAspect="1"/>
          </p:cNvPicPr>
          <p:nvPr/>
        </p:nvPicPr>
        <p:blipFill>
          <a:blip r:embed="rId5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3656" y="4366620"/>
            <a:ext cx="866700" cy="205672"/>
          </a:xfrm>
          <a:prstGeom prst="rect">
            <a:avLst/>
          </a:prstGeom>
        </p:spPr>
      </p:pic>
      <p:pic>
        <p:nvPicPr>
          <p:cNvPr id="115" name="Picture 12" descr="Epay Logo Vectors Free Download">
            <a:extLst>
              <a:ext uri="{FF2B5EF4-FFF2-40B4-BE49-F238E27FC236}">
                <a16:creationId xmlns:a16="http://schemas.microsoft.com/office/drawing/2014/main" id="{0D7DB50F-BEFB-794E-81B3-4C13AEEEF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5228" y="4775802"/>
            <a:ext cx="391278" cy="473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6" name="Picture 14">
            <a:extLst>
              <a:ext uri="{FF2B5EF4-FFF2-40B4-BE49-F238E27FC236}">
                <a16:creationId xmlns:a16="http://schemas.microsoft.com/office/drawing/2014/main" id="{CBECDDC3-E49B-DE4B-B599-B44F4066A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78750" y="4888044"/>
            <a:ext cx="1140617" cy="467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7" name="Grafik 116">
            <a:extLst>
              <a:ext uri="{FF2B5EF4-FFF2-40B4-BE49-F238E27FC236}">
                <a16:creationId xmlns:a16="http://schemas.microsoft.com/office/drawing/2014/main" id="{208C92C8-A0F8-F44B-B992-84B7E0A13F07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3541249" y="4763635"/>
            <a:ext cx="429483" cy="601276"/>
          </a:xfrm>
          <a:prstGeom prst="rect">
            <a:avLst/>
          </a:prstGeom>
        </p:spPr>
      </p:pic>
      <p:pic>
        <p:nvPicPr>
          <p:cNvPr id="118" name="Picture 33">
            <a:extLst>
              <a:ext uri="{FF2B5EF4-FFF2-40B4-BE49-F238E27FC236}">
                <a16:creationId xmlns:a16="http://schemas.microsoft.com/office/drawing/2014/main" id="{8276489C-B1F1-BF49-B834-4B6093FD0A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66205" y="3040437"/>
            <a:ext cx="851976" cy="473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231;p37">
            <a:extLst>
              <a:ext uri="{FF2B5EF4-FFF2-40B4-BE49-F238E27FC236}">
                <a16:creationId xmlns:a16="http://schemas.microsoft.com/office/drawing/2014/main" id="{26AA05E3-472A-392D-B548-021D8CCBC00C}"/>
              </a:ext>
            </a:extLst>
          </p:cNvPr>
          <p:cNvSpPr txBox="1">
            <a:spLocks/>
          </p:cNvSpPr>
          <p:nvPr/>
        </p:nvSpPr>
        <p:spPr>
          <a:xfrm>
            <a:off x="353623" y="165902"/>
            <a:ext cx="11002858" cy="38565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200" b="1" dirty="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Schnelle Integration dank starker API &amp; erfahrenem Projektteam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7631411E-723C-F1CC-ADC0-60C039DF0A58}"/>
              </a:ext>
            </a:extLst>
          </p:cNvPr>
          <p:cNvSpPr txBox="1">
            <a:spLocks/>
          </p:cNvSpPr>
          <p:nvPr/>
        </p:nvSpPr>
        <p:spPr>
          <a:xfrm>
            <a:off x="393975" y="551659"/>
            <a:ext cx="11585815" cy="3837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600" dirty="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Bewährte Konnektivität mit führenden POS-, Payment-, CRM- und E-Commerce-Systemen</a:t>
            </a:r>
            <a:endParaRPr lang="en-GB" sz="1600" dirty="0">
              <a:solidFill>
                <a:schemeClr val="accent4">
                  <a:lumMod val="25000"/>
                </a:schemeClr>
              </a:solidFill>
              <a:latin typeface="Montserrat" panose="02000505000000020004" pitchFamily="2" charset="77"/>
            </a:endParaRPr>
          </a:p>
        </p:txBody>
      </p:sp>
      <p:sp>
        <p:nvSpPr>
          <p:cNvPr id="4" name="Rectangle 78">
            <a:extLst>
              <a:ext uri="{FF2B5EF4-FFF2-40B4-BE49-F238E27FC236}">
                <a16:creationId xmlns:a16="http://schemas.microsoft.com/office/drawing/2014/main" id="{555E01F0-D221-47D6-F620-7AEADC12901B}"/>
              </a:ext>
            </a:extLst>
          </p:cNvPr>
          <p:cNvSpPr/>
          <p:nvPr/>
        </p:nvSpPr>
        <p:spPr>
          <a:xfrm>
            <a:off x="10426946" y="5886615"/>
            <a:ext cx="1551145" cy="297792"/>
          </a:xfrm>
          <a:prstGeom prst="rect">
            <a:avLst/>
          </a:prstGeom>
          <a:solidFill>
            <a:srgbClr val="EEF2F4"/>
          </a:solidFill>
          <a:ln w="12700">
            <a:noFill/>
          </a:ln>
          <a:effectLst>
            <a:outerShdw blurRad="50800" dist="38100" dir="5400000" algn="t" rotWithShape="0">
              <a:srgbClr val="94AFCA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" tIns="75600" rIns="75600" bIns="75600" rtlCol="0" anchor="t"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Aft>
                <a:spcPts val="400"/>
              </a:spcAft>
            </a:pPr>
            <a:r>
              <a:rPr lang="en-US" sz="1200" dirty="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Eine </a:t>
            </a:r>
            <a:r>
              <a:rPr lang="en-US" sz="1200" dirty="0" err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Auswahl</a:t>
            </a:r>
            <a:endParaRPr lang="en-US" sz="1000" dirty="0">
              <a:solidFill>
                <a:schemeClr val="accent4">
                  <a:lumMod val="25000"/>
                </a:schemeClr>
              </a:solidFill>
              <a:latin typeface="Montserrat" panose="02000505000000020004" pitchFamily="2" charset="77"/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6B04568-A352-D816-30D7-B90756316262}"/>
              </a:ext>
            </a:extLst>
          </p:cNvPr>
          <p:cNvSpPr txBox="1">
            <a:spLocks/>
          </p:cNvSpPr>
          <p:nvPr/>
        </p:nvSpPr>
        <p:spPr>
          <a:xfrm>
            <a:off x="503660" y="6415802"/>
            <a:ext cx="1175322" cy="24622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1000" dirty="0" err="1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strictly</a:t>
            </a:r>
            <a:r>
              <a:rPr lang="de-DE" sz="10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de-DE" sz="1000" dirty="0" err="1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confidential</a:t>
            </a:r>
            <a:endParaRPr lang="de-DE" sz="1000" dirty="0">
              <a:solidFill>
                <a:schemeClr val="bg1">
                  <a:lumMod val="6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62852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Picture 14" descr="Bildergebnis für mongo db logo">
            <a:extLst>
              <a:ext uri="{FF2B5EF4-FFF2-40B4-BE49-F238E27FC236}">
                <a16:creationId xmlns:a16="http://schemas.microsoft.com/office/drawing/2014/main" id="{E55BDCFC-616D-4FF2-8314-63943D9A14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145" t="33505" r="13723" b="31459"/>
          <a:stretch/>
        </p:blipFill>
        <p:spPr bwMode="auto">
          <a:xfrm>
            <a:off x="6301066" y="3902727"/>
            <a:ext cx="1421030" cy="50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Picture 6" descr="Bildergebnis für kafka logo">
            <a:extLst>
              <a:ext uri="{FF2B5EF4-FFF2-40B4-BE49-F238E27FC236}">
                <a16:creationId xmlns:a16="http://schemas.microsoft.com/office/drawing/2014/main" id="{30038FF9-BAB9-46AD-94B8-A3D84EC55A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611" b="17338"/>
          <a:stretch/>
        </p:blipFill>
        <p:spPr bwMode="auto">
          <a:xfrm>
            <a:off x="4204933" y="3449816"/>
            <a:ext cx="1371600" cy="50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Picture 8" descr="Bildergebnis für kubernetes logo">
            <a:extLst>
              <a:ext uri="{FF2B5EF4-FFF2-40B4-BE49-F238E27FC236}">
                <a16:creationId xmlns:a16="http://schemas.microsoft.com/office/drawing/2014/main" id="{9CB4E0EC-A570-4165-AF13-B0E7D6894F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58000" y="3094531"/>
            <a:ext cx="1421030" cy="250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Picture 10" descr="Bildergebnis für terafomr logo">
            <a:extLst>
              <a:ext uri="{FF2B5EF4-FFF2-40B4-BE49-F238E27FC236}">
                <a16:creationId xmlns:a16="http://schemas.microsoft.com/office/drawing/2014/main" id="{98DEED86-29A8-4374-8EE4-FC1782D68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41375" y="2531315"/>
            <a:ext cx="1504630" cy="497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Picture 12" descr="Bildergebnis für aws logo">
            <a:extLst>
              <a:ext uri="{FF2B5EF4-FFF2-40B4-BE49-F238E27FC236}">
                <a16:creationId xmlns:a16="http://schemas.microsoft.com/office/drawing/2014/main" id="{A592ECD0-9D2A-4D9D-A71B-2B3D4F2FA9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29024" y="4457481"/>
            <a:ext cx="1358820" cy="543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Picture 16" descr="Bildergebnis für elasticsearch logo">
            <a:extLst>
              <a:ext uri="{FF2B5EF4-FFF2-40B4-BE49-F238E27FC236}">
                <a16:creationId xmlns:a16="http://schemas.microsoft.com/office/drawing/2014/main" id="{D3C085D8-A37E-45EC-B3E8-A5A8072C8B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357" t="23406" r="9083" b="23243"/>
          <a:stretch/>
        </p:blipFill>
        <p:spPr bwMode="auto">
          <a:xfrm>
            <a:off x="4666133" y="3941553"/>
            <a:ext cx="1694152" cy="51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Picture 28" descr="Bildergebnis für gitlab logo">
            <a:extLst>
              <a:ext uri="{FF2B5EF4-FFF2-40B4-BE49-F238E27FC236}">
                <a16:creationId xmlns:a16="http://schemas.microsoft.com/office/drawing/2014/main" id="{D88AFC50-6B52-48D0-9C1F-F985150FA3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143" b="19143"/>
          <a:stretch/>
        </p:blipFill>
        <p:spPr bwMode="auto">
          <a:xfrm>
            <a:off x="4737940" y="3063863"/>
            <a:ext cx="1234576" cy="335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Picture 24" descr="Bildergebnis für helm k8s logo">
            <a:extLst>
              <a:ext uri="{FF2B5EF4-FFF2-40B4-BE49-F238E27FC236}">
                <a16:creationId xmlns:a16="http://schemas.microsoft.com/office/drawing/2014/main" id="{45788B3F-2D49-47B8-A8DD-3D932D8639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email">
            <a:clrChange>
              <a:clrFrom>
                <a:srgbClr val="FFFFFD"/>
              </a:clrFrom>
              <a:clrTo>
                <a:srgbClr val="FFFF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56475" y="2538068"/>
            <a:ext cx="451922" cy="45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Grafik 211">
            <a:extLst>
              <a:ext uri="{FF2B5EF4-FFF2-40B4-BE49-F238E27FC236}">
                <a16:creationId xmlns:a16="http://schemas.microsoft.com/office/drawing/2014/main" id="{6A3D9207-7010-49DF-9320-472B2CB6C216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4517" y="3553824"/>
            <a:ext cx="839717" cy="280625"/>
          </a:xfrm>
          <a:prstGeom prst="rect">
            <a:avLst/>
          </a:prstGeom>
        </p:spPr>
      </p:pic>
      <p:pic>
        <p:nvPicPr>
          <p:cNvPr id="213" name="Grafik 212">
            <a:extLst>
              <a:ext uri="{FF2B5EF4-FFF2-40B4-BE49-F238E27FC236}">
                <a16:creationId xmlns:a16="http://schemas.microsoft.com/office/drawing/2014/main" id="{F0308E78-52F9-4BDF-828A-EFA262BF6047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17876" y="3459862"/>
            <a:ext cx="1358822" cy="422518"/>
          </a:xfrm>
          <a:prstGeom prst="rect">
            <a:avLst/>
          </a:prstGeom>
        </p:spPr>
      </p:pic>
      <p:sp>
        <p:nvSpPr>
          <p:cNvPr id="214" name="Oval 27">
            <a:extLst>
              <a:ext uri="{FF2B5EF4-FFF2-40B4-BE49-F238E27FC236}">
                <a16:creationId xmlns:a16="http://schemas.microsoft.com/office/drawing/2014/main" id="{1F18B0AA-5560-4C4F-BBED-E60BFDA6B83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150571" y="1829747"/>
            <a:ext cx="3902068" cy="3902068"/>
          </a:xfrm>
          <a:prstGeom prst="ellipse">
            <a:avLst/>
          </a:prstGeom>
          <a:noFill/>
          <a:ln w="212725" cmpd="sng">
            <a:solidFill>
              <a:schemeClr val="accent1">
                <a:lumMod val="100000"/>
              </a:schemeClr>
            </a:solidFill>
            <a:prstDash val="solid"/>
            <a:round/>
            <a:headEnd/>
            <a:tailEnd/>
          </a:ln>
          <a:effectLst/>
        </p:spPr>
        <p:txBody>
          <a:bodyPr wrap="none" lIns="45720" rIns="45720" anchor="ctr" anchorCtr="1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50000"/>
              </a:spcBef>
            </a:pPr>
            <a:endParaRPr lang="en-GB" altLang="de-DE" sz="1200">
              <a:solidFill>
                <a:schemeClr val="bg1"/>
              </a:solidFill>
              <a:latin typeface="Montserrat" panose="02000505000000020004" pitchFamily="2" charset="77"/>
            </a:endParaRPr>
          </a:p>
        </p:txBody>
      </p:sp>
      <p:sp>
        <p:nvSpPr>
          <p:cNvPr id="215" name="Oval 15">
            <a:extLst>
              <a:ext uri="{FF2B5EF4-FFF2-40B4-BE49-F238E27FC236}">
                <a16:creationId xmlns:a16="http://schemas.microsoft.com/office/drawing/2014/main" id="{8689BA2F-A4BB-484F-8989-EE9A1BE53B1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626336" y="1374518"/>
            <a:ext cx="950540" cy="950540"/>
          </a:xfrm>
          <a:prstGeom prst="ellipse">
            <a:avLst/>
          </a:prstGeom>
          <a:solidFill>
            <a:schemeClr val="accent4"/>
          </a:solidFill>
          <a:ln w="19050" cmpd="sng">
            <a:solidFill>
              <a:schemeClr val="bg1"/>
            </a:solidFill>
            <a:prstDash val="solid"/>
            <a:round/>
            <a:headEnd/>
            <a:tailEnd/>
          </a:ln>
          <a:effectLst/>
        </p:spPr>
        <p:txBody>
          <a:bodyPr wrap="none" lIns="45720" rIns="45720" anchor="ctr" anchorCtr="1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50000"/>
              </a:spcBef>
            </a:pPr>
            <a:endParaRPr lang="en-GB" altLang="de-DE" sz="1200">
              <a:latin typeface="Montserrat" panose="02000505000000020004" pitchFamily="2" charset="77"/>
            </a:endParaRPr>
          </a:p>
        </p:txBody>
      </p:sp>
      <p:sp>
        <p:nvSpPr>
          <p:cNvPr id="216" name="Oval 16">
            <a:extLst>
              <a:ext uri="{FF2B5EF4-FFF2-40B4-BE49-F238E27FC236}">
                <a16:creationId xmlns:a16="http://schemas.microsoft.com/office/drawing/2014/main" id="{82A0B249-31BB-4F15-A9E8-4BB6C8467C3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628899" y="5233323"/>
            <a:ext cx="950540" cy="950540"/>
          </a:xfrm>
          <a:prstGeom prst="ellipse">
            <a:avLst/>
          </a:prstGeom>
          <a:solidFill>
            <a:schemeClr val="accent4"/>
          </a:solidFill>
          <a:ln w="19050" cmpd="sng">
            <a:solidFill>
              <a:schemeClr val="bg1"/>
            </a:solidFill>
            <a:prstDash val="solid"/>
            <a:round/>
            <a:headEnd/>
            <a:tailEnd/>
          </a:ln>
          <a:effectLst/>
        </p:spPr>
        <p:txBody>
          <a:bodyPr wrap="none" lIns="45720" rIns="45720" anchor="ctr" anchorCtr="1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50000"/>
              </a:spcBef>
            </a:pPr>
            <a:endParaRPr lang="en-GB" altLang="de-DE" sz="1200">
              <a:latin typeface="Montserrat" panose="02000505000000020004" pitchFamily="2" charset="77"/>
            </a:endParaRPr>
          </a:p>
        </p:txBody>
      </p:sp>
      <p:sp>
        <p:nvSpPr>
          <p:cNvPr id="217" name="Oval 19">
            <a:extLst>
              <a:ext uri="{FF2B5EF4-FFF2-40B4-BE49-F238E27FC236}">
                <a16:creationId xmlns:a16="http://schemas.microsoft.com/office/drawing/2014/main" id="{8C8DD876-330C-4CB0-95A8-862C54A2B42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949794" y="4272074"/>
            <a:ext cx="950540" cy="950540"/>
          </a:xfrm>
          <a:prstGeom prst="ellipse">
            <a:avLst/>
          </a:prstGeom>
          <a:solidFill>
            <a:schemeClr val="accent4"/>
          </a:solidFill>
          <a:ln w="19050" cmpd="sng">
            <a:solidFill>
              <a:schemeClr val="bg1"/>
            </a:solidFill>
            <a:prstDash val="solid"/>
            <a:round/>
            <a:headEnd/>
            <a:tailEnd/>
          </a:ln>
          <a:effectLst/>
        </p:spPr>
        <p:txBody>
          <a:bodyPr wrap="none" lIns="45720" rIns="45720" anchor="ctr" anchorCtr="1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50000"/>
              </a:spcBef>
            </a:pPr>
            <a:endParaRPr lang="en-GB" altLang="de-DE" sz="1200">
              <a:latin typeface="Montserrat" panose="02000505000000020004" pitchFamily="2" charset="77"/>
            </a:endParaRPr>
          </a:p>
        </p:txBody>
      </p:sp>
      <p:sp>
        <p:nvSpPr>
          <p:cNvPr id="218" name="Oval 140">
            <a:extLst>
              <a:ext uri="{FF2B5EF4-FFF2-40B4-BE49-F238E27FC236}">
                <a16:creationId xmlns:a16="http://schemas.microsoft.com/office/drawing/2014/main" id="{C51BF89C-61CB-4646-AC3B-C3409B5867A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305439" y="2341885"/>
            <a:ext cx="950540" cy="950540"/>
          </a:xfrm>
          <a:prstGeom prst="ellipse">
            <a:avLst/>
          </a:prstGeom>
          <a:solidFill>
            <a:schemeClr val="accent4"/>
          </a:solidFill>
          <a:ln w="19050" cmpd="sng">
            <a:solidFill>
              <a:schemeClr val="bg1"/>
            </a:solidFill>
            <a:prstDash val="solid"/>
            <a:round/>
            <a:headEnd/>
            <a:tailEnd/>
          </a:ln>
          <a:effectLst/>
        </p:spPr>
        <p:txBody>
          <a:bodyPr wrap="none" lIns="45720" rIns="45720" anchor="ctr" anchorCtr="1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50000"/>
              </a:spcBef>
            </a:pPr>
            <a:endParaRPr lang="en-GB" altLang="de-DE" sz="1200">
              <a:latin typeface="Montserrat" panose="02000505000000020004" pitchFamily="2" charset="77"/>
            </a:endParaRPr>
          </a:p>
        </p:txBody>
      </p:sp>
      <p:sp>
        <p:nvSpPr>
          <p:cNvPr id="219" name="Oval 23">
            <a:extLst>
              <a:ext uri="{FF2B5EF4-FFF2-40B4-BE49-F238E27FC236}">
                <a16:creationId xmlns:a16="http://schemas.microsoft.com/office/drawing/2014/main" id="{41CF87F3-473A-4436-BED7-294200A4A30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957490" y="2341885"/>
            <a:ext cx="950540" cy="950540"/>
          </a:xfrm>
          <a:prstGeom prst="ellipse">
            <a:avLst/>
          </a:prstGeom>
          <a:solidFill>
            <a:schemeClr val="accent4"/>
          </a:solidFill>
          <a:ln w="19050" cmpd="sng">
            <a:solidFill>
              <a:schemeClr val="bg1"/>
            </a:solidFill>
            <a:prstDash val="solid"/>
            <a:round/>
            <a:headEnd/>
            <a:tailEnd/>
          </a:ln>
          <a:effectLst/>
        </p:spPr>
        <p:txBody>
          <a:bodyPr wrap="none" lIns="45720" rIns="45720" anchor="ctr" anchorCtr="1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50000"/>
              </a:spcBef>
            </a:pPr>
            <a:endParaRPr lang="en-GB" altLang="de-DE" sz="1200">
              <a:latin typeface="Montserrat" panose="02000505000000020004" pitchFamily="2" charset="77"/>
            </a:endParaRPr>
          </a:p>
        </p:txBody>
      </p:sp>
      <p:sp>
        <p:nvSpPr>
          <p:cNvPr id="220" name="Oval 24">
            <a:extLst>
              <a:ext uri="{FF2B5EF4-FFF2-40B4-BE49-F238E27FC236}">
                <a16:creationId xmlns:a16="http://schemas.microsoft.com/office/drawing/2014/main" id="{28997A3B-CBF4-49BE-97CD-F1EF8A421EF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299575" y="4272074"/>
            <a:ext cx="950540" cy="950540"/>
          </a:xfrm>
          <a:prstGeom prst="ellipse">
            <a:avLst/>
          </a:prstGeom>
          <a:solidFill>
            <a:schemeClr val="accent4"/>
          </a:solidFill>
          <a:ln w="19050" cmpd="sng">
            <a:solidFill>
              <a:schemeClr val="bg1"/>
            </a:solidFill>
            <a:prstDash val="solid"/>
            <a:round/>
            <a:headEnd/>
            <a:tailEnd/>
          </a:ln>
          <a:effectLst/>
        </p:spPr>
        <p:txBody>
          <a:bodyPr wrap="none" lIns="45720" rIns="45720" anchor="ctr" anchorCtr="1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50000"/>
              </a:spcBef>
            </a:pPr>
            <a:endParaRPr lang="en-GB" altLang="de-DE" sz="1200">
              <a:latin typeface="Montserrat" panose="02000505000000020004" pitchFamily="2" charset="77"/>
            </a:endParaRPr>
          </a:p>
        </p:txBody>
      </p:sp>
      <p:sp>
        <p:nvSpPr>
          <p:cNvPr id="221" name="Textfeld 143">
            <a:extLst>
              <a:ext uri="{FF2B5EF4-FFF2-40B4-BE49-F238E27FC236}">
                <a16:creationId xmlns:a16="http://schemas.microsoft.com/office/drawing/2014/main" id="{4FFA19A3-09AD-4DA8-B288-A475A4761A48}"/>
              </a:ext>
            </a:extLst>
          </p:cNvPr>
          <p:cNvSpPr txBox="1"/>
          <p:nvPr/>
        </p:nvSpPr>
        <p:spPr>
          <a:xfrm>
            <a:off x="9082627" y="2639440"/>
            <a:ext cx="2344666" cy="699404"/>
          </a:xfrm>
          <a:prstGeom prst="rect">
            <a:avLst/>
          </a:prstGeom>
          <a:solidFill>
            <a:srgbClr val="E8E8E8"/>
          </a:solidFill>
        </p:spPr>
        <p:txBody>
          <a:bodyPr wrap="square" lIns="72000" tIns="72000" rIns="72000" bIns="72000" rtlCol="0" anchor="t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>
                <a:latin typeface="Montserrat" panose="02000505000000020004" pitchFamily="2" charset="77"/>
              </a:rPr>
              <a:t>API First, Rest API, </a:t>
            </a:r>
            <a:br>
              <a:rPr lang="en-GB" sz="1200">
                <a:latin typeface="Montserrat" panose="02000505000000020004" pitchFamily="2" charset="77"/>
              </a:rPr>
            </a:br>
            <a:r>
              <a:rPr lang="en-GB" sz="1200">
                <a:latin typeface="Montserrat" panose="02000505000000020004" pitchFamily="2" charset="77"/>
              </a:rPr>
              <a:t>Alle </a:t>
            </a:r>
            <a:r>
              <a:rPr lang="en-GB" sz="1200" err="1">
                <a:latin typeface="Montserrat" panose="02000505000000020004" pitchFamily="2" charset="77"/>
              </a:rPr>
              <a:t>Plattform</a:t>
            </a:r>
            <a:r>
              <a:rPr lang="en-GB" sz="1200">
                <a:latin typeface="Montserrat" panose="02000505000000020004" pitchFamily="2" charset="77"/>
              </a:rPr>
              <a:t> Events </a:t>
            </a:r>
            <a:r>
              <a:rPr lang="en-GB" sz="1200" err="1">
                <a:latin typeface="Montserrat" panose="02000505000000020004" pitchFamily="2" charset="77"/>
              </a:rPr>
              <a:t>sind</a:t>
            </a:r>
            <a:r>
              <a:rPr lang="en-GB" sz="1200">
                <a:latin typeface="Montserrat" panose="02000505000000020004" pitchFamily="2" charset="77"/>
              </a:rPr>
              <a:t> </a:t>
            </a:r>
            <a:r>
              <a:rPr lang="en-GB" sz="1200" err="1">
                <a:latin typeface="Montserrat" panose="02000505000000020004" pitchFamily="2" charset="77"/>
              </a:rPr>
              <a:t>mittels</a:t>
            </a:r>
            <a:r>
              <a:rPr lang="en-GB" sz="1200">
                <a:latin typeface="Montserrat" panose="02000505000000020004" pitchFamily="2" charset="77"/>
              </a:rPr>
              <a:t> Webhooks </a:t>
            </a:r>
            <a:r>
              <a:rPr lang="en-GB" sz="1200" err="1">
                <a:latin typeface="Montserrat" panose="02000505000000020004" pitchFamily="2" charset="77"/>
              </a:rPr>
              <a:t>verfügbar</a:t>
            </a:r>
            <a:r>
              <a:rPr lang="en-GB" sz="1200">
                <a:latin typeface="Montserrat" panose="02000505000000020004" pitchFamily="2" charset="77"/>
              </a:rPr>
              <a:t> </a:t>
            </a:r>
            <a:endParaRPr lang="en-GB" sz="1200">
              <a:latin typeface="Montserrat" panose="02000505000000020004" pitchFamily="2" charset="77"/>
              <a:cs typeface="Calibri"/>
            </a:endParaRPr>
          </a:p>
        </p:txBody>
      </p:sp>
      <p:sp>
        <p:nvSpPr>
          <p:cNvPr id="222" name="Textfeld 144">
            <a:extLst>
              <a:ext uri="{FF2B5EF4-FFF2-40B4-BE49-F238E27FC236}">
                <a16:creationId xmlns:a16="http://schemas.microsoft.com/office/drawing/2014/main" id="{4FBD5321-8ACA-4BE7-B4F7-F55351644B69}"/>
              </a:ext>
            </a:extLst>
          </p:cNvPr>
          <p:cNvSpPr txBox="1"/>
          <p:nvPr/>
        </p:nvSpPr>
        <p:spPr>
          <a:xfrm>
            <a:off x="1026946" y="1423562"/>
            <a:ext cx="3799190" cy="514738"/>
          </a:xfrm>
          <a:prstGeom prst="rect">
            <a:avLst/>
          </a:prstGeom>
          <a:solidFill>
            <a:srgbClr val="E8E8E8"/>
          </a:solidFill>
        </p:spPr>
        <p:txBody>
          <a:bodyPr wrap="square" lIns="72000" tIns="72000" rIns="72000" bIns="72000" rtlCol="0" anchor="t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200" err="1">
                <a:latin typeface="Montserrat" panose="02000505000000020004" pitchFamily="2" charset="77"/>
              </a:rPr>
              <a:t>Internationalisierung</a:t>
            </a:r>
            <a:r>
              <a:rPr lang="en-GB" sz="1200">
                <a:latin typeface="Montserrat" panose="02000505000000020004" pitchFamily="2" charset="77"/>
              </a:rPr>
              <a:t> für </a:t>
            </a:r>
            <a:br>
              <a:rPr lang="en-GB" sz="1200">
                <a:latin typeface="Montserrat" panose="02000505000000020004" pitchFamily="2" charset="77"/>
              </a:rPr>
            </a:br>
            <a:r>
              <a:rPr lang="en-GB" sz="1200">
                <a:latin typeface="Montserrat" panose="02000505000000020004" pitchFamily="2" charset="77"/>
              </a:rPr>
              <a:t>Land, </a:t>
            </a:r>
            <a:r>
              <a:rPr lang="en-GB" sz="1200" err="1">
                <a:latin typeface="Montserrat" panose="02000505000000020004" pitchFamily="2" charset="77"/>
              </a:rPr>
              <a:t>Sprache</a:t>
            </a:r>
            <a:r>
              <a:rPr lang="en-GB" sz="1200">
                <a:latin typeface="Montserrat" panose="02000505000000020004" pitchFamily="2" charset="77"/>
              </a:rPr>
              <a:t>, </a:t>
            </a:r>
            <a:r>
              <a:rPr lang="en-GB" sz="1200" err="1">
                <a:latin typeface="Montserrat" panose="02000505000000020004" pitchFamily="2" charset="77"/>
              </a:rPr>
              <a:t>Währung</a:t>
            </a:r>
            <a:r>
              <a:rPr lang="en-GB" sz="1200">
                <a:latin typeface="Montserrat" panose="02000505000000020004" pitchFamily="2" charset="77"/>
              </a:rPr>
              <a:t>, </a:t>
            </a:r>
            <a:r>
              <a:rPr lang="en-GB" sz="1200" err="1">
                <a:latin typeface="Montserrat" panose="02000505000000020004" pitchFamily="2" charset="77"/>
              </a:rPr>
              <a:t>Zeitzone</a:t>
            </a:r>
            <a:r>
              <a:rPr lang="en-GB" sz="1200">
                <a:latin typeface="Montserrat" panose="02000505000000020004" pitchFamily="2" charset="77"/>
              </a:rPr>
              <a:t>, </a:t>
            </a:r>
            <a:r>
              <a:rPr lang="en-GB" sz="1200" err="1">
                <a:latin typeface="Montserrat" panose="02000505000000020004" pitchFamily="2" charset="77"/>
              </a:rPr>
              <a:t>Rechtlich</a:t>
            </a:r>
            <a:endParaRPr lang="en-GB" sz="1200">
              <a:latin typeface="Montserrat" panose="02000505000000020004" pitchFamily="2" charset="77"/>
            </a:endParaRPr>
          </a:p>
        </p:txBody>
      </p:sp>
      <p:sp>
        <p:nvSpPr>
          <p:cNvPr id="223" name="Textfeld 145">
            <a:extLst>
              <a:ext uri="{FF2B5EF4-FFF2-40B4-BE49-F238E27FC236}">
                <a16:creationId xmlns:a16="http://schemas.microsoft.com/office/drawing/2014/main" id="{F1244C04-8C48-4FAA-A269-7D413B66D4A8}"/>
              </a:ext>
            </a:extLst>
          </p:cNvPr>
          <p:cNvSpPr txBox="1"/>
          <p:nvPr/>
        </p:nvSpPr>
        <p:spPr>
          <a:xfrm>
            <a:off x="7412926" y="5774680"/>
            <a:ext cx="4014367" cy="330072"/>
          </a:xfrm>
          <a:prstGeom prst="rect">
            <a:avLst/>
          </a:prstGeom>
          <a:solidFill>
            <a:srgbClr val="E8E8E8"/>
          </a:solidFill>
        </p:spPr>
        <p:txBody>
          <a:bodyPr wrap="square" lIns="72000" tIns="72000" rIns="72000" bIns="72000" rtlCol="0" anchor="t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>
                <a:latin typeface="Montserrat" panose="02000505000000020004" pitchFamily="2" charset="77"/>
              </a:rPr>
              <a:t>Cloud Agnostic auf Terraform</a:t>
            </a:r>
            <a:r>
              <a:rPr lang="en-GB" sz="1200">
                <a:latin typeface="Montserrat" panose="02000505000000020004" pitchFamily="2" charset="77"/>
                <a:ea typeface="+mn-lt"/>
                <a:cs typeface="+mn-lt"/>
              </a:rPr>
              <a:t>, Gitlab CI/CD</a:t>
            </a:r>
            <a:endParaRPr lang="en-GB" sz="1200">
              <a:latin typeface="Montserrat" panose="02000505000000020004" pitchFamily="2" charset="77"/>
            </a:endParaRPr>
          </a:p>
        </p:txBody>
      </p:sp>
      <p:sp>
        <p:nvSpPr>
          <p:cNvPr id="224" name="Textfeld 38">
            <a:extLst>
              <a:ext uri="{FF2B5EF4-FFF2-40B4-BE49-F238E27FC236}">
                <a16:creationId xmlns:a16="http://schemas.microsoft.com/office/drawing/2014/main" id="{BAEC5C43-D9E7-4488-B3FA-37530234A19D}"/>
              </a:ext>
            </a:extLst>
          </p:cNvPr>
          <p:cNvSpPr txBox="1"/>
          <p:nvPr/>
        </p:nvSpPr>
        <p:spPr>
          <a:xfrm>
            <a:off x="9082627" y="4563350"/>
            <a:ext cx="2344666" cy="514738"/>
          </a:xfrm>
          <a:prstGeom prst="rect">
            <a:avLst/>
          </a:prstGeom>
          <a:solidFill>
            <a:srgbClr val="E8E8E8"/>
          </a:solidFill>
        </p:spPr>
        <p:txBody>
          <a:bodyPr wrap="square" lIns="72000" tIns="72000" rIns="72000" bIns="72000" rtlCol="0" anchor="t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>
                <a:latin typeface="Montserrat" panose="02000505000000020004" pitchFamily="2" charset="77"/>
              </a:rPr>
              <a:t>Event driven Microservice</a:t>
            </a:r>
            <a:br>
              <a:rPr lang="en-GB" sz="1200">
                <a:latin typeface="Montserrat" panose="02000505000000020004" pitchFamily="2" charset="77"/>
              </a:rPr>
            </a:br>
            <a:r>
              <a:rPr lang="en-GB" sz="1200" err="1">
                <a:latin typeface="Montserrat" panose="02000505000000020004" pitchFamily="2" charset="77"/>
              </a:rPr>
              <a:t>Architektur</a:t>
            </a:r>
            <a:r>
              <a:rPr lang="en-GB" sz="1200">
                <a:latin typeface="Montserrat" panose="02000505000000020004" pitchFamily="2" charset="77"/>
              </a:rPr>
              <a:t> auf KAFKA</a:t>
            </a:r>
            <a:endParaRPr lang="en-GB" sz="1200">
              <a:latin typeface="Montserrat" panose="02000505000000020004" pitchFamily="2" charset="77"/>
              <a:cs typeface="Calibri" panose="020F0502020204030204"/>
            </a:endParaRPr>
          </a:p>
        </p:txBody>
      </p:sp>
      <p:grpSp>
        <p:nvGrpSpPr>
          <p:cNvPr id="225" name="Gruppieren 224">
            <a:extLst>
              <a:ext uri="{FF2B5EF4-FFF2-40B4-BE49-F238E27FC236}">
                <a16:creationId xmlns:a16="http://schemas.microsoft.com/office/drawing/2014/main" id="{8B499A43-F1E5-48CF-9879-8021A1F44505}"/>
              </a:ext>
            </a:extLst>
          </p:cNvPr>
          <p:cNvGrpSpPr/>
          <p:nvPr/>
        </p:nvGrpSpPr>
        <p:grpSpPr>
          <a:xfrm>
            <a:off x="4126065" y="4448346"/>
            <a:ext cx="597997" cy="597997"/>
            <a:chOff x="2917761" y="5215848"/>
            <a:chExt cx="597997" cy="597997"/>
          </a:xfrm>
        </p:grpSpPr>
        <p:grpSp>
          <p:nvGrpSpPr>
            <p:cNvPr id="226" name="Gruppieren 225">
              <a:extLst>
                <a:ext uri="{FF2B5EF4-FFF2-40B4-BE49-F238E27FC236}">
                  <a16:creationId xmlns:a16="http://schemas.microsoft.com/office/drawing/2014/main" id="{AC3E8D15-4FEB-4D2E-8815-8E27DC4B4394}"/>
                </a:ext>
              </a:extLst>
            </p:cNvPr>
            <p:cNvGrpSpPr/>
            <p:nvPr/>
          </p:nvGrpSpPr>
          <p:grpSpPr>
            <a:xfrm>
              <a:off x="2971253" y="5269340"/>
              <a:ext cx="491013" cy="491013"/>
              <a:chOff x="2971253" y="5269340"/>
              <a:chExt cx="491013" cy="491013"/>
            </a:xfrm>
          </p:grpSpPr>
          <p:sp>
            <p:nvSpPr>
              <p:cNvPr id="228" name="Freihandform: Form 227">
                <a:extLst>
                  <a:ext uri="{FF2B5EF4-FFF2-40B4-BE49-F238E27FC236}">
                    <a16:creationId xmlns:a16="http://schemas.microsoft.com/office/drawing/2014/main" id="{47F1D2BB-0184-462C-910A-F00D90DF7048}"/>
                  </a:ext>
                </a:extLst>
              </p:cNvPr>
              <p:cNvSpPr/>
              <p:nvPr/>
            </p:nvSpPr>
            <p:spPr>
              <a:xfrm>
                <a:off x="3347395" y="5341254"/>
                <a:ext cx="42957" cy="43052"/>
              </a:xfrm>
              <a:custGeom>
                <a:avLst/>
                <a:gdLst>
                  <a:gd name="connsiteX0" fmla="*/ 42958 w 42957"/>
                  <a:gd name="connsiteY0" fmla="*/ 0 h 43052"/>
                  <a:gd name="connsiteX1" fmla="*/ 0 w 42957"/>
                  <a:gd name="connsiteY1" fmla="*/ 43053 h 43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2957" h="43052">
                    <a:moveTo>
                      <a:pt x="42958" y="0"/>
                    </a:moveTo>
                    <a:lnTo>
                      <a:pt x="0" y="43053"/>
                    </a:lnTo>
                  </a:path>
                </a:pathLst>
              </a:custGeom>
              <a:ln w="12700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sz="1600">
                  <a:latin typeface="Montserrat" panose="02000505000000020004" pitchFamily="2" charset="77"/>
                </a:endParaRPr>
              </a:p>
            </p:txBody>
          </p:sp>
          <p:sp>
            <p:nvSpPr>
              <p:cNvPr id="229" name="Freihandform: Form 228">
                <a:extLst>
                  <a:ext uri="{FF2B5EF4-FFF2-40B4-BE49-F238E27FC236}">
                    <a16:creationId xmlns:a16="http://schemas.microsoft.com/office/drawing/2014/main" id="{038674DD-9D2E-40F1-9784-952A3A29B596}"/>
                  </a:ext>
                </a:extLst>
              </p:cNvPr>
              <p:cNvSpPr/>
              <p:nvPr/>
            </p:nvSpPr>
            <p:spPr>
              <a:xfrm>
                <a:off x="3121177" y="5553947"/>
                <a:ext cx="56483" cy="56578"/>
              </a:xfrm>
              <a:custGeom>
                <a:avLst/>
                <a:gdLst>
                  <a:gd name="connsiteX0" fmla="*/ 0 w 56483"/>
                  <a:gd name="connsiteY0" fmla="*/ 56578 h 56578"/>
                  <a:gd name="connsiteX1" fmla="*/ 56483 w 56483"/>
                  <a:gd name="connsiteY1" fmla="*/ 0 h 56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6483" h="56578">
                    <a:moveTo>
                      <a:pt x="0" y="56578"/>
                    </a:moveTo>
                    <a:lnTo>
                      <a:pt x="56483" y="0"/>
                    </a:lnTo>
                  </a:path>
                </a:pathLst>
              </a:custGeom>
              <a:ln w="12700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sz="1600">
                  <a:latin typeface="Montserrat" panose="02000505000000020004" pitchFamily="2" charset="77"/>
                </a:endParaRPr>
              </a:p>
            </p:txBody>
          </p:sp>
          <p:sp>
            <p:nvSpPr>
              <p:cNvPr id="230" name="Freihandform: Form 229">
                <a:extLst>
                  <a:ext uri="{FF2B5EF4-FFF2-40B4-BE49-F238E27FC236}">
                    <a16:creationId xmlns:a16="http://schemas.microsoft.com/office/drawing/2014/main" id="{3E0415C4-8E5F-4FFE-BF63-876DB8CD1B23}"/>
                  </a:ext>
                </a:extLst>
              </p:cNvPr>
              <p:cNvSpPr/>
              <p:nvPr/>
            </p:nvSpPr>
            <p:spPr>
              <a:xfrm>
                <a:off x="3043167" y="5645482"/>
                <a:ext cx="43052" cy="42957"/>
              </a:xfrm>
              <a:custGeom>
                <a:avLst/>
                <a:gdLst>
                  <a:gd name="connsiteX0" fmla="*/ 0 w 43052"/>
                  <a:gd name="connsiteY0" fmla="*/ 42958 h 42957"/>
                  <a:gd name="connsiteX1" fmla="*/ 43053 w 43052"/>
                  <a:gd name="connsiteY1" fmla="*/ 0 h 42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3052" h="42957">
                    <a:moveTo>
                      <a:pt x="0" y="42958"/>
                    </a:moveTo>
                    <a:lnTo>
                      <a:pt x="43053" y="0"/>
                    </a:lnTo>
                  </a:path>
                </a:pathLst>
              </a:custGeom>
              <a:ln w="12700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sz="1600">
                  <a:latin typeface="Montserrat" panose="02000505000000020004" pitchFamily="2" charset="77"/>
                </a:endParaRPr>
              </a:p>
            </p:txBody>
          </p:sp>
          <p:sp>
            <p:nvSpPr>
              <p:cNvPr id="231" name="Freihandform: Form 230">
                <a:extLst>
                  <a:ext uri="{FF2B5EF4-FFF2-40B4-BE49-F238E27FC236}">
                    <a16:creationId xmlns:a16="http://schemas.microsoft.com/office/drawing/2014/main" id="{83ED75FA-42FD-43F3-ADED-11BE58390649}"/>
                  </a:ext>
                </a:extLst>
              </p:cNvPr>
              <p:cNvSpPr/>
              <p:nvPr/>
            </p:nvSpPr>
            <p:spPr>
              <a:xfrm>
                <a:off x="3255860" y="5419264"/>
                <a:ext cx="56578" cy="56483"/>
              </a:xfrm>
              <a:custGeom>
                <a:avLst/>
                <a:gdLst>
                  <a:gd name="connsiteX0" fmla="*/ 0 w 56578"/>
                  <a:gd name="connsiteY0" fmla="*/ 56483 h 56483"/>
                  <a:gd name="connsiteX1" fmla="*/ 56578 w 56578"/>
                  <a:gd name="connsiteY1" fmla="*/ 0 h 5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6578" h="56483">
                    <a:moveTo>
                      <a:pt x="0" y="56483"/>
                    </a:moveTo>
                    <a:lnTo>
                      <a:pt x="56578" y="0"/>
                    </a:lnTo>
                  </a:path>
                </a:pathLst>
              </a:custGeom>
              <a:ln w="12700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sz="1600">
                  <a:latin typeface="Montserrat" panose="02000505000000020004" pitchFamily="2" charset="77"/>
                </a:endParaRPr>
              </a:p>
            </p:txBody>
          </p:sp>
          <p:sp>
            <p:nvSpPr>
              <p:cNvPr id="232" name="Freihandform: Form 231">
                <a:extLst>
                  <a:ext uri="{FF2B5EF4-FFF2-40B4-BE49-F238E27FC236}">
                    <a16:creationId xmlns:a16="http://schemas.microsoft.com/office/drawing/2014/main" id="{0965641B-D6FF-4D85-8A3E-E2B4454C4128}"/>
                  </a:ext>
                </a:extLst>
              </p:cNvPr>
              <p:cNvSpPr/>
              <p:nvPr/>
            </p:nvSpPr>
            <p:spPr>
              <a:xfrm>
                <a:off x="3255860" y="5553947"/>
                <a:ext cx="56578" cy="56578"/>
              </a:xfrm>
              <a:custGeom>
                <a:avLst/>
                <a:gdLst>
                  <a:gd name="connsiteX0" fmla="*/ 56578 w 56578"/>
                  <a:gd name="connsiteY0" fmla="*/ 56578 h 56578"/>
                  <a:gd name="connsiteX1" fmla="*/ 0 w 56578"/>
                  <a:gd name="connsiteY1" fmla="*/ 0 h 56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6578" h="56578">
                    <a:moveTo>
                      <a:pt x="56578" y="56578"/>
                    </a:moveTo>
                    <a:lnTo>
                      <a:pt x="0" y="0"/>
                    </a:lnTo>
                  </a:path>
                </a:pathLst>
              </a:custGeom>
              <a:ln w="12700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sz="1600">
                  <a:latin typeface="Montserrat" panose="02000505000000020004" pitchFamily="2" charset="77"/>
                </a:endParaRPr>
              </a:p>
            </p:txBody>
          </p:sp>
          <p:sp>
            <p:nvSpPr>
              <p:cNvPr id="233" name="Freihandform: Form 232">
                <a:extLst>
                  <a:ext uri="{FF2B5EF4-FFF2-40B4-BE49-F238E27FC236}">
                    <a16:creationId xmlns:a16="http://schemas.microsoft.com/office/drawing/2014/main" id="{7013E5B6-5A03-4E46-B6EA-5C7D38E3958B}"/>
                  </a:ext>
                </a:extLst>
              </p:cNvPr>
              <p:cNvSpPr/>
              <p:nvPr/>
            </p:nvSpPr>
            <p:spPr>
              <a:xfrm>
                <a:off x="3043167" y="5341254"/>
                <a:ext cx="43052" cy="43052"/>
              </a:xfrm>
              <a:custGeom>
                <a:avLst/>
                <a:gdLst>
                  <a:gd name="connsiteX0" fmla="*/ 0 w 43052"/>
                  <a:gd name="connsiteY0" fmla="*/ 0 h 43052"/>
                  <a:gd name="connsiteX1" fmla="*/ 43053 w 43052"/>
                  <a:gd name="connsiteY1" fmla="*/ 43053 h 43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3052" h="43052">
                    <a:moveTo>
                      <a:pt x="0" y="0"/>
                    </a:moveTo>
                    <a:lnTo>
                      <a:pt x="43053" y="43053"/>
                    </a:lnTo>
                  </a:path>
                </a:pathLst>
              </a:custGeom>
              <a:ln w="12700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sz="1600">
                  <a:latin typeface="Montserrat" panose="02000505000000020004" pitchFamily="2" charset="77"/>
                </a:endParaRPr>
              </a:p>
            </p:txBody>
          </p:sp>
          <p:sp>
            <p:nvSpPr>
              <p:cNvPr id="234" name="Freihandform: Form 233">
                <a:extLst>
                  <a:ext uri="{FF2B5EF4-FFF2-40B4-BE49-F238E27FC236}">
                    <a16:creationId xmlns:a16="http://schemas.microsoft.com/office/drawing/2014/main" id="{D14B9943-586F-4969-83DF-5AADA8D90AFF}"/>
                  </a:ext>
                </a:extLst>
              </p:cNvPr>
              <p:cNvSpPr/>
              <p:nvPr/>
            </p:nvSpPr>
            <p:spPr>
              <a:xfrm>
                <a:off x="3347395" y="5645482"/>
                <a:ext cx="42957" cy="42957"/>
              </a:xfrm>
              <a:custGeom>
                <a:avLst/>
                <a:gdLst>
                  <a:gd name="connsiteX0" fmla="*/ 0 w 42957"/>
                  <a:gd name="connsiteY0" fmla="*/ 0 h 42957"/>
                  <a:gd name="connsiteX1" fmla="*/ 42958 w 42957"/>
                  <a:gd name="connsiteY1" fmla="*/ 42958 h 42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2957" h="42957">
                    <a:moveTo>
                      <a:pt x="0" y="0"/>
                    </a:moveTo>
                    <a:lnTo>
                      <a:pt x="42958" y="42958"/>
                    </a:lnTo>
                  </a:path>
                </a:pathLst>
              </a:custGeom>
              <a:ln w="12700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sz="1600">
                  <a:latin typeface="Montserrat" panose="02000505000000020004" pitchFamily="2" charset="77"/>
                </a:endParaRPr>
              </a:p>
            </p:txBody>
          </p:sp>
          <p:sp>
            <p:nvSpPr>
              <p:cNvPr id="235" name="Freihandform: Form 234">
                <a:extLst>
                  <a:ext uri="{FF2B5EF4-FFF2-40B4-BE49-F238E27FC236}">
                    <a16:creationId xmlns:a16="http://schemas.microsoft.com/office/drawing/2014/main" id="{876F03FD-B532-477E-9CFD-FA97B77FD896}"/>
                  </a:ext>
                </a:extLst>
              </p:cNvPr>
              <p:cNvSpPr/>
              <p:nvPr/>
            </p:nvSpPr>
            <p:spPr>
              <a:xfrm>
                <a:off x="3121177" y="5419264"/>
                <a:ext cx="56483" cy="56483"/>
              </a:xfrm>
              <a:custGeom>
                <a:avLst/>
                <a:gdLst>
                  <a:gd name="connsiteX0" fmla="*/ 0 w 56483"/>
                  <a:gd name="connsiteY0" fmla="*/ 0 h 56483"/>
                  <a:gd name="connsiteX1" fmla="*/ 56483 w 56483"/>
                  <a:gd name="connsiteY1" fmla="*/ 56483 h 5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6483" h="56483">
                    <a:moveTo>
                      <a:pt x="0" y="0"/>
                    </a:moveTo>
                    <a:lnTo>
                      <a:pt x="56483" y="56483"/>
                    </a:lnTo>
                  </a:path>
                </a:pathLst>
              </a:custGeom>
              <a:ln w="12700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sz="1600">
                  <a:latin typeface="Montserrat" panose="02000505000000020004" pitchFamily="2" charset="77"/>
                </a:endParaRPr>
              </a:p>
            </p:txBody>
          </p:sp>
          <p:sp>
            <p:nvSpPr>
              <p:cNvPr id="236" name="Freihandform: Form 235">
                <a:extLst>
                  <a:ext uri="{FF2B5EF4-FFF2-40B4-BE49-F238E27FC236}">
                    <a16:creationId xmlns:a16="http://schemas.microsoft.com/office/drawing/2014/main" id="{415790F4-E212-4428-B6A8-973436CBDEDC}"/>
                  </a:ext>
                </a:extLst>
              </p:cNvPr>
              <p:cNvSpPr/>
              <p:nvPr/>
            </p:nvSpPr>
            <p:spPr>
              <a:xfrm>
                <a:off x="3216808" y="5699489"/>
                <a:ext cx="9525" cy="60864"/>
              </a:xfrm>
              <a:custGeom>
                <a:avLst/>
                <a:gdLst>
                  <a:gd name="connsiteX0" fmla="*/ 0 w 9525"/>
                  <a:gd name="connsiteY0" fmla="*/ 0 h 60864"/>
                  <a:gd name="connsiteX1" fmla="*/ 0 w 9525"/>
                  <a:gd name="connsiteY1" fmla="*/ 60865 h 60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60864">
                    <a:moveTo>
                      <a:pt x="0" y="0"/>
                    </a:moveTo>
                    <a:lnTo>
                      <a:pt x="0" y="60865"/>
                    </a:lnTo>
                  </a:path>
                </a:pathLst>
              </a:custGeom>
              <a:ln w="12700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sz="1600">
                  <a:latin typeface="Montserrat" panose="02000505000000020004" pitchFamily="2" charset="77"/>
                </a:endParaRPr>
              </a:p>
            </p:txBody>
          </p:sp>
          <p:sp>
            <p:nvSpPr>
              <p:cNvPr id="237" name="Freihandform: Form 236">
                <a:extLst>
                  <a:ext uri="{FF2B5EF4-FFF2-40B4-BE49-F238E27FC236}">
                    <a16:creationId xmlns:a16="http://schemas.microsoft.com/office/drawing/2014/main" id="{712CD846-946B-4729-81C3-07E4BEDDD364}"/>
                  </a:ext>
                </a:extLst>
              </p:cNvPr>
              <p:cNvSpPr/>
              <p:nvPr/>
            </p:nvSpPr>
            <p:spPr>
              <a:xfrm>
                <a:off x="3216808" y="5570235"/>
                <a:ext cx="9525" cy="79914"/>
              </a:xfrm>
              <a:custGeom>
                <a:avLst/>
                <a:gdLst>
                  <a:gd name="connsiteX0" fmla="*/ 0 w 9525"/>
                  <a:gd name="connsiteY0" fmla="*/ 0 h 79914"/>
                  <a:gd name="connsiteX1" fmla="*/ 0 w 9525"/>
                  <a:gd name="connsiteY1" fmla="*/ 79915 h 79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79914">
                    <a:moveTo>
                      <a:pt x="0" y="0"/>
                    </a:moveTo>
                    <a:lnTo>
                      <a:pt x="0" y="79915"/>
                    </a:lnTo>
                  </a:path>
                </a:pathLst>
              </a:custGeom>
              <a:ln w="12700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sz="1600">
                  <a:latin typeface="Montserrat" panose="02000505000000020004" pitchFamily="2" charset="77"/>
                </a:endParaRPr>
              </a:p>
            </p:txBody>
          </p:sp>
          <p:sp>
            <p:nvSpPr>
              <p:cNvPr id="238" name="Freihandform: Form 237">
                <a:extLst>
                  <a:ext uri="{FF2B5EF4-FFF2-40B4-BE49-F238E27FC236}">
                    <a16:creationId xmlns:a16="http://schemas.microsoft.com/office/drawing/2014/main" id="{599ADD4C-080C-455A-9E43-E5B2E5C98DA2}"/>
                  </a:ext>
                </a:extLst>
              </p:cNvPr>
              <p:cNvSpPr/>
              <p:nvPr/>
            </p:nvSpPr>
            <p:spPr>
              <a:xfrm>
                <a:off x="3216808" y="5379640"/>
                <a:ext cx="9525" cy="79914"/>
              </a:xfrm>
              <a:custGeom>
                <a:avLst/>
                <a:gdLst>
                  <a:gd name="connsiteX0" fmla="*/ 0 w 9525"/>
                  <a:gd name="connsiteY0" fmla="*/ 0 h 79914"/>
                  <a:gd name="connsiteX1" fmla="*/ 0 w 9525"/>
                  <a:gd name="connsiteY1" fmla="*/ 79915 h 79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79914">
                    <a:moveTo>
                      <a:pt x="0" y="0"/>
                    </a:moveTo>
                    <a:lnTo>
                      <a:pt x="0" y="79915"/>
                    </a:lnTo>
                  </a:path>
                </a:pathLst>
              </a:custGeom>
              <a:ln w="12700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sz="1600">
                  <a:latin typeface="Montserrat" panose="02000505000000020004" pitchFamily="2" charset="77"/>
                </a:endParaRPr>
              </a:p>
            </p:txBody>
          </p:sp>
          <p:sp>
            <p:nvSpPr>
              <p:cNvPr id="239" name="Freihandform: Form 238">
                <a:extLst>
                  <a:ext uri="{FF2B5EF4-FFF2-40B4-BE49-F238E27FC236}">
                    <a16:creationId xmlns:a16="http://schemas.microsoft.com/office/drawing/2014/main" id="{7EBB83D7-C64B-48F7-A2F5-5015282C3B17}"/>
                  </a:ext>
                </a:extLst>
              </p:cNvPr>
              <p:cNvSpPr/>
              <p:nvPr/>
            </p:nvSpPr>
            <p:spPr>
              <a:xfrm>
                <a:off x="3216808" y="5269340"/>
                <a:ext cx="9525" cy="60864"/>
              </a:xfrm>
              <a:custGeom>
                <a:avLst/>
                <a:gdLst>
                  <a:gd name="connsiteX0" fmla="*/ 0 w 9525"/>
                  <a:gd name="connsiteY0" fmla="*/ 60865 h 60864"/>
                  <a:gd name="connsiteX1" fmla="*/ 0 w 9525"/>
                  <a:gd name="connsiteY1" fmla="*/ 0 h 60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25" h="60864">
                    <a:moveTo>
                      <a:pt x="0" y="60865"/>
                    </a:moveTo>
                    <a:lnTo>
                      <a:pt x="0" y="0"/>
                    </a:lnTo>
                  </a:path>
                </a:pathLst>
              </a:custGeom>
              <a:ln w="12700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sz="1600">
                  <a:latin typeface="Montserrat" panose="02000505000000020004" pitchFamily="2" charset="77"/>
                </a:endParaRPr>
              </a:p>
            </p:txBody>
          </p:sp>
          <p:sp>
            <p:nvSpPr>
              <p:cNvPr id="240" name="Freihandform: Form 239">
                <a:extLst>
                  <a:ext uri="{FF2B5EF4-FFF2-40B4-BE49-F238E27FC236}">
                    <a16:creationId xmlns:a16="http://schemas.microsoft.com/office/drawing/2014/main" id="{AAEA46C7-8506-460D-93DE-1B36B4DACD47}"/>
                  </a:ext>
                </a:extLst>
              </p:cNvPr>
              <p:cNvSpPr/>
              <p:nvPr/>
            </p:nvSpPr>
            <p:spPr>
              <a:xfrm>
                <a:off x="3401402" y="5514895"/>
                <a:ext cx="60864" cy="9525"/>
              </a:xfrm>
              <a:custGeom>
                <a:avLst/>
                <a:gdLst>
                  <a:gd name="connsiteX0" fmla="*/ 60865 w 60864"/>
                  <a:gd name="connsiteY0" fmla="*/ 0 h 9525"/>
                  <a:gd name="connsiteX1" fmla="*/ 0 w 60864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0864" h="9525">
                    <a:moveTo>
                      <a:pt x="60865" y="0"/>
                    </a:moveTo>
                    <a:lnTo>
                      <a:pt x="0" y="0"/>
                    </a:lnTo>
                  </a:path>
                </a:pathLst>
              </a:custGeom>
              <a:ln w="12700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sz="1600">
                  <a:latin typeface="Montserrat" panose="02000505000000020004" pitchFamily="2" charset="77"/>
                </a:endParaRPr>
              </a:p>
            </p:txBody>
          </p:sp>
          <p:sp>
            <p:nvSpPr>
              <p:cNvPr id="241" name="Freihandform: Form 240">
                <a:extLst>
                  <a:ext uri="{FF2B5EF4-FFF2-40B4-BE49-F238E27FC236}">
                    <a16:creationId xmlns:a16="http://schemas.microsoft.com/office/drawing/2014/main" id="{7CADB9DE-88DD-4749-BE74-A6C3DEAC0F46}"/>
                  </a:ext>
                </a:extLst>
              </p:cNvPr>
              <p:cNvSpPr/>
              <p:nvPr/>
            </p:nvSpPr>
            <p:spPr>
              <a:xfrm>
                <a:off x="3272148" y="5514895"/>
                <a:ext cx="79914" cy="9525"/>
              </a:xfrm>
              <a:custGeom>
                <a:avLst/>
                <a:gdLst>
                  <a:gd name="connsiteX0" fmla="*/ 0 w 79914"/>
                  <a:gd name="connsiteY0" fmla="*/ 0 h 9525"/>
                  <a:gd name="connsiteX1" fmla="*/ 79915 w 79914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9914" h="9525">
                    <a:moveTo>
                      <a:pt x="0" y="0"/>
                    </a:moveTo>
                    <a:lnTo>
                      <a:pt x="79915" y="0"/>
                    </a:lnTo>
                  </a:path>
                </a:pathLst>
              </a:custGeom>
              <a:ln w="12700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sz="1600">
                  <a:latin typeface="Montserrat" panose="02000505000000020004" pitchFamily="2" charset="77"/>
                </a:endParaRPr>
              </a:p>
            </p:txBody>
          </p:sp>
          <p:sp>
            <p:nvSpPr>
              <p:cNvPr id="242" name="Freihandform: Form 241">
                <a:extLst>
                  <a:ext uri="{FF2B5EF4-FFF2-40B4-BE49-F238E27FC236}">
                    <a16:creationId xmlns:a16="http://schemas.microsoft.com/office/drawing/2014/main" id="{6262E788-688E-4996-89A3-F339BD3B755C}"/>
                  </a:ext>
                </a:extLst>
              </p:cNvPr>
              <p:cNvSpPr/>
              <p:nvPr/>
            </p:nvSpPr>
            <p:spPr>
              <a:xfrm>
                <a:off x="3081553" y="5514895"/>
                <a:ext cx="79914" cy="9525"/>
              </a:xfrm>
              <a:custGeom>
                <a:avLst/>
                <a:gdLst>
                  <a:gd name="connsiteX0" fmla="*/ 0 w 79914"/>
                  <a:gd name="connsiteY0" fmla="*/ 0 h 9525"/>
                  <a:gd name="connsiteX1" fmla="*/ 79915 w 79914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9914" h="9525">
                    <a:moveTo>
                      <a:pt x="0" y="0"/>
                    </a:moveTo>
                    <a:lnTo>
                      <a:pt x="79915" y="0"/>
                    </a:lnTo>
                  </a:path>
                </a:pathLst>
              </a:custGeom>
              <a:ln w="12700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sz="1600">
                  <a:latin typeface="Montserrat" panose="02000505000000020004" pitchFamily="2" charset="77"/>
                </a:endParaRPr>
              </a:p>
            </p:txBody>
          </p:sp>
          <p:sp>
            <p:nvSpPr>
              <p:cNvPr id="243" name="Freihandform: Form 242">
                <a:extLst>
                  <a:ext uri="{FF2B5EF4-FFF2-40B4-BE49-F238E27FC236}">
                    <a16:creationId xmlns:a16="http://schemas.microsoft.com/office/drawing/2014/main" id="{B523F336-905B-4B9B-ADC0-E6C1DCA96B40}"/>
                  </a:ext>
                </a:extLst>
              </p:cNvPr>
              <p:cNvSpPr/>
              <p:nvPr/>
            </p:nvSpPr>
            <p:spPr>
              <a:xfrm>
                <a:off x="2971253" y="5514895"/>
                <a:ext cx="60864" cy="9525"/>
              </a:xfrm>
              <a:custGeom>
                <a:avLst/>
                <a:gdLst>
                  <a:gd name="connsiteX0" fmla="*/ 60865 w 60864"/>
                  <a:gd name="connsiteY0" fmla="*/ 0 h 9525"/>
                  <a:gd name="connsiteX1" fmla="*/ 0 w 60864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0864" h="9525">
                    <a:moveTo>
                      <a:pt x="60865" y="0"/>
                    </a:moveTo>
                    <a:lnTo>
                      <a:pt x="0" y="0"/>
                    </a:lnTo>
                  </a:path>
                </a:pathLst>
              </a:custGeom>
              <a:ln w="12700" cap="rnd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sz="1600">
                  <a:latin typeface="Montserrat" panose="02000505000000020004" pitchFamily="2" charset="77"/>
                </a:endParaRPr>
              </a:p>
            </p:txBody>
          </p:sp>
          <p:sp>
            <p:nvSpPr>
              <p:cNvPr id="244" name="Freihandform: Form 243">
                <a:extLst>
                  <a:ext uri="{FF2B5EF4-FFF2-40B4-BE49-F238E27FC236}">
                    <a16:creationId xmlns:a16="http://schemas.microsoft.com/office/drawing/2014/main" id="{A98A758A-6570-4820-80AD-D00CAF065476}"/>
                  </a:ext>
                </a:extLst>
              </p:cNvPr>
              <p:cNvSpPr/>
              <p:nvPr/>
            </p:nvSpPr>
            <p:spPr>
              <a:xfrm>
                <a:off x="3161467" y="5459554"/>
                <a:ext cx="110680" cy="110680"/>
              </a:xfrm>
              <a:custGeom>
                <a:avLst/>
                <a:gdLst>
                  <a:gd name="connsiteX0" fmla="*/ 54701 w 110680"/>
                  <a:gd name="connsiteY0" fmla="*/ -955 h 110680"/>
                  <a:gd name="connsiteX1" fmla="*/ -639 w 110680"/>
                  <a:gd name="connsiteY1" fmla="*/ 54385 h 110680"/>
                  <a:gd name="connsiteX2" fmla="*/ 54701 w 110680"/>
                  <a:gd name="connsiteY2" fmla="*/ 109725 h 110680"/>
                  <a:gd name="connsiteX3" fmla="*/ 110041 w 110680"/>
                  <a:gd name="connsiteY3" fmla="*/ 54385 h 110680"/>
                  <a:gd name="connsiteX4" fmla="*/ 54701 w 110680"/>
                  <a:gd name="connsiteY4" fmla="*/ -955 h 110680"/>
                  <a:gd name="connsiteX5" fmla="*/ 54701 w 110680"/>
                  <a:gd name="connsiteY5" fmla="*/ 74578 h 110680"/>
                  <a:gd name="connsiteX6" fmla="*/ 34508 w 110680"/>
                  <a:gd name="connsiteY6" fmla="*/ 54385 h 110680"/>
                  <a:gd name="connsiteX7" fmla="*/ 54701 w 110680"/>
                  <a:gd name="connsiteY7" fmla="*/ 34192 h 110680"/>
                  <a:gd name="connsiteX8" fmla="*/ 74894 w 110680"/>
                  <a:gd name="connsiteY8" fmla="*/ 54385 h 110680"/>
                  <a:gd name="connsiteX9" fmla="*/ 54701 w 110680"/>
                  <a:gd name="connsiteY9" fmla="*/ 74578 h 1106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0680" h="110680">
                    <a:moveTo>
                      <a:pt x="54701" y="-955"/>
                    </a:moveTo>
                    <a:cubicBezTo>
                      <a:pt x="24135" y="-955"/>
                      <a:pt x="-639" y="23819"/>
                      <a:pt x="-639" y="54385"/>
                    </a:cubicBezTo>
                    <a:cubicBezTo>
                      <a:pt x="-639" y="84951"/>
                      <a:pt x="24135" y="109725"/>
                      <a:pt x="54701" y="109725"/>
                    </a:cubicBezTo>
                    <a:cubicBezTo>
                      <a:pt x="85267" y="109725"/>
                      <a:pt x="110041" y="84951"/>
                      <a:pt x="110041" y="54385"/>
                    </a:cubicBezTo>
                    <a:cubicBezTo>
                      <a:pt x="110041" y="23819"/>
                      <a:pt x="85267" y="-955"/>
                      <a:pt x="54701" y="-955"/>
                    </a:cubicBezTo>
                    <a:close/>
                    <a:moveTo>
                      <a:pt x="54701" y="74578"/>
                    </a:moveTo>
                    <a:cubicBezTo>
                      <a:pt x="43547" y="74578"/>
                      <a:pt x="34508" y="65538"/>
                      <a:pt x="34508" y="54385"/>
                    </a:cubicBezTo>
                    <a:cubicBezTo>
                      <a:pt x="34508" y="43231"/>
                      <a:pt x="43547" y="34192"/>
                      <a:pt x="54701" y="34192"/>
                    </a:cubicBezTo>
                    <a:cubicBezTo>
                      <a:pt x="65854" y="34192"/>
                      <a:pt x="74894" y="43231"/>
                      <a:pt x="74894" y="54385"/>
                    </a:cubicBezTo>
                    <a:cubicBezTo>
                      <a:pt x="74894" y="65538"/>
                      <a:pt x="65854" y="74578"/>
                      <a:pt x="54701" y="74578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sz="1600">
                  <a:latin typeface="Montserrat" panose="02000505000000020004" pitchFamily="2" charset="77"/>
                </a:endParaRPr>
              </a:p>
            </p:txBody>
          </p:sp>
          <p:sp>
            <p:nvSpPr>
              <p:cNvPr id="245" name="Freihandform: Form 244">
                <a:extLst>
                  <a:ext uri="{FF2B5EF4-FFF2-40B4-BE49-F238E27FC236}">
                    <a16:creationId xmlns:a16="http://schemas.microsoft.com/office/drawing/2014/main" id="{6CBC42F6-D242-41F0-96EF-F0D9B05033FD}"/>
                  </a:ext>
                </a:extLst>
              </p:cNvPr>
              <p:cNvSpPr/>
              <p:nvPr/>
            </p:nvSpPr>
            <p:spPr>
              <a:xfrm>
                <a:off x="3032118" y="5330205"/>
                <a:ext cx="369379" cy="369379"/>
              </a:xfrm>
              <a:custGeom>
                <a:avLst/>
                <a:gdLst>
                  <a:gd name="connsiteX0" fmla="*/ 184051 w 369379"/>
                  <a:gd name="connsiteY0" fmla="*/ -955 h 369379"/>
                  <a:gd name="connsiteX1" fmla="*/ -639 w 369379"/>
                  <a:gd name="connsiteY1" fmla="*/ 183735 h 369379"/>
                  <a:gd name="connsiteX2" fmla="*/ 184051 w 369379"/>
                  <a:gd name="connsiteY2" fmla="*/ 368425 h 369379"/>
                  <a:gd name="connsiteX3" fmla="*/ 368741 w 369379"/>
                  <a:gd name="connsiteY3" fmla="*/ 183735 h 369379"/>
                  <a:gd name="connsiteX4" fmla="*/ 184051 w 369379"/>
                  <a:gd name="connsiteY4" fmla="*/ -955 h 369379"/>
                  <a:gd name="connsiteX5" fmla="*/ 184051 w 369379"/>
                  <a:gd name="connsiteY5" fmla="*/ 318990 h 369379"/>
                  <a:gd name="connsiteX6" fmla="*/ 48796 w 369379"/>
                  <a:gd name="connsiteY6" fmla="*/ 183735 h 369379"/>
                  <a:gd name="connsiteX7" fmla="*/ 184051 w 369379"/>
                  <a:gd name="connsiteY7" fmla="*/ 48480 h 369379"/>
                  <a:gd name="connsiteX8" fmla="*/ 319306 w 369379"/>
                  <a:gd name="connsiteY8" fmla="*/ 183735 h 369379"/>
                  <a:gd name="connsiteX9" fmla="*/ 184051 w 369379"/>
                  <a:gd name="connsiteY9" fmla="*/ 318990 h 3693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9379" h="369379">
                    <a:moveTo>
                      <a:pt x="184051" y="-955"/>
                    </a:moveTo>
                    <a:cubicBezTo>
                      <a:pt x="82048" y="-955"/>
                      <a:pt x="-639" y="81732"/>
                      <a:pt x="-639" y="183735"/>
                    </a:cubicBezTo>
                    <a:cubicBezTo>
                      <a:pt x="-639" y="285738"/>
                      <a:pt x="82048" y="368425"/>
                      <a:pt x="184051" y="368425"/>
                    </a:cubicBezTo>
                    <a:cubicBezTo>
                      <a:pt x="286054" y="368425"/>
                      <a:pt x="368741" y="285738"/>
                      <a:pt x="368741" y="183735"/>
                    </a:cubicBezTo>
                    <a:cubicBezTo>
                      <a:pt x="368741" y="81732"/>
                      <a:pt x="286054" y="-955"/>
                      <a:pt x="184051" y="-955"/>
                    </a:cubicBezTo>
                    <a:close/>
                    <a:moveTo>
                      <a:pt x="184051" y="318990"/>
                    </a:moveTo>
                    <a:cubicBezTo>
                      <a:pt x="109355" y="318990"/>
                      <a:pt x="48796" y="258429"/>
                      <a:pt x="48796" y="183735"/>
                    </a:cubicBezTo>
                    <a:cubicBezTo>
                      <a:pt x="48796" y="109039"/>
                      <a:pt x="109355" y="48480"/>
                      <a:pt x="184051" y="48480"/>
                    </a:cubicBezTo>
                    <a:cubicBezTo>
                      <a:pt x="258745" y="48480"/>
                      <a:pt x="319306" y="109039"/>
                      <a:pt x="319306" y="183735"/>
                    </a:cubicBezTo>
                    <a:cubicBezTo>
                      <a:pt x="319306" y="258429"/>
                      <a:pt x="258745" y="318990"/>
                      <a:pt x="184051" y="318990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sz="1600">
                  <a:latin typeface="Montserrat" panose="02000505000000020004" pitchFamily="2" charset="77"/>
                </a:endParaRPr>
              </a:p>
            </p:txBody>
          </p:sp>
        </p:grpSp>
        <p:sp>
          <p:nvSpPr>
            <p:cNvPr id="227" name="Achteck 226">
              <a:extLst>
                <a:ext uri="{FF2B5EF4-FFF2-40B4-BE49-F238E27FC236}">
                  <a16:creationId xmlns:a16="http://schemas.microsoft.com/office/drawing/2014/main" id="{D2932D01-9AC2-4A01-AFA1-0C26D683EDE4}"/>
                </a:ext>
              </a:extLst>
            </p:cNvPr>
            <p:cNvSpPr/>
            <p:nvPr/>
          </p:nvSpPr>
          <p:spPr>
            <a:xfrm>
              <a:off x="2917761" y="5215848"/>
              <a:ext cx="597997" cy="597997"/>
            </a:xfrm>
            <a:prstGeom prst="octagon">
              <a:avLst/>
            </a:pr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sz="1600">
                <a:solidFill>
                  <a:schemeClr val="tx1"/>
                </a:solidFill>
                <a:latin typeface="Montserrat" panose="02000505000000020004" pitchFamily="2" charset="77"/>
              </a:endParaRPr>
            </a:p>
          </p:txBody>
        </p:sp>
      </p:grpSp>
      <p:grpSp>
        <p:nvGrpSpPr>
          <p:cNvPr id="246" name="Gruppieren 245">
            <a:extLst>
              <a:ext uri="{FF2B5EF4-FFF2-40B4-BE49-F238E27FC236}">
                <a16:creationId xmlns:a16="http://schemas.microsoft.com/office/drawing/2014/main" id="{56B51DC2-5A3C-4660-9429-E350726FDE33}"/>
              </a:ext>
            </a:extLst>
          </p:cNvPr>
          <p:cNvGrpSpPr/>
          <p:nvPr/>
        </p:nvGrpSpPr>
        <p:grpSpPr>
          <a:xfrm>
            <a:off x="4186729" y="2571124"/>
            <a:ext cx="494824" cy="492537"/>
            <a:chOff x="4160489" y="2496856"/>
            <a:chExt cx="494824" cy="492537"/>
          </a:xfrm>
        </p:grpSpPr>
        <p:sp>
          <p:nvSpPr>
            <p:cNvPr id="247" name="Freihandform: Form 246">
              <a:extLst>
                <a:ext uri="{FF2B5EF4-FFF2-40B4-BE49-F238E27FC236}">
                  <a16:creationId xmlns:a16="http://schemas.microsoft.com/office/drawing/2014/main" id="{22E9E025-F4E1-4429-9DBE-5ECC28DCB910}"/>
                </a:ext>
              </a:extLst>
            </p:cNvPr>
            <p:cNvSpPr/>
            <p:nvPr/>
          </p:nvSpPr>
          <p:spPr>
            <a:xfrm>
              <a:off x="4483863" y="2546291"/>
              <a:ext cx="123825" cy="123825"/>
            </a:xfrm>
            <a:custGeom>
              <a:avLst/>
              <a:gdLst>
                <a:gd name="connsiteX0" fmla="*/ 123825 w 123825"/>
                <a:gd name="connsiteY0" fmla="*/ 0 h 123825"/>
                <a:gd name="connsiteX1" fmla="*/ 0 w 123825"/>
                <a:gd name="connsiteY1" fmla="*/ 123825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3825" h="123825">
                  <a:moveTo>
                    <a:pt x="123825" y="0"/>
                  </a:moveTo>
                  <a:lnTo>
                    <a:pt x="0" y="123825"/>
                  </a:ln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sz="1600">
                <a:latin typeface="Montserrat" panose="02000505000000020004" pitchFamily="2" charset="77"/>
              </a:endParaRPr>
            </a:p>
          </p:txBody>
        </p:sp>
        <p:sp>
          <p:nvSpPr>
            <p:cNvPr id="248" name="Freihandform: Form 247">
              <a:extLst>
                <a:ext uri="{FF2B5EF4-FFF2-40B4-BE49-F238E27FC236}">
                  <a16:creationId xmlns:a16="http://schemas.microsoft.com/office/drawing/2014/main" id="{8439B62B-B28D-4EA0-AAB0-37EE4BD9AEF3}"/>
                </a:ext>
              </a:extLst>
            </p:cNvPr>
            <p:cNvSpPr/>
            <p:nvPr/>
          </p:nvSpPr>
          <p:spPr>
            <a:xfrm>
              <a:off x="4513391" y="2546386"/>
              <a:ext cx="94297" cy="94297"/>
            </a:xfrm>
            <a:custGeom>
              <a:avLst/>
              <a:gdLst>
                <a:gd name="connsiteX0" fmla="*/ 94297 w 94297"/>
                <a:gd name="connsiteY0" fmla="*/ 94298 h 94297"/>
                <a:gd name="connsiteX1" fmla="*/ 94297 w 94297"/>
                <a:gd name="connsiteY1" fmla="*/ 0 h 94297"/>
                <a:gd name="connsiteX2" fmla="*/ 0 w 94297"/>
                <a:gd name="connsiteY2" fmla="*/ 0 h 94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4297" h="94297">
                  <a:moveTo>
                    <a:pt x="94297" y="94298"/>
                  </a:moveTo>
                  <a:lnTo>
                    <a:pt x="94297" y="0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sz="1600">
                <a:latin typeface="Montserrat" panose="02000505000000020004" pitchFamily="2" charset="77"/>
              </a:endParaRPr>
            </a:p>
          </p:txBody>
        </p:sp>
        <p:sp>
          <p:nvSpPr>
            <p:cNvPr id="249" name="Freihandform: Form 248">
              <a:extLst>
                <a:ext uri="{FF2B5EF4-FFF2-40B4-BE49-F238E27FC236}">
                  <a16:creationId xmlns:a16="http://schemas.microsoft.com/office/drawing/2014/main" id="{3EA4F271-528F-468A-817F-FB38332D260F}"/>
                </a:ext>
              </a:extLst>
            </p:cNvPr>
            <p:cNvSpPr/>
            <p:nvPr/>
          </p:nvSpPr>
          <p:spPr>
            <a:xfrm>
              <a:off x="4216211" y="2496856"/>
              <a:ext cx="439102" cy="439102"/>
            </a:xfrm>
            <a:custGeom>
              <a:avLst/>
              <a:gdLst>
                <a:gd name="connsiteX0" fmla="*/ 0 w 439102"/>
                <a:gd name="connsiteY0" fmla="*/ 0 h 439102"/>
                <a:gd name="connsiteX1" fmla="*/ 439103 w 439102"/>
                <a:gd name="connsiteY1" fmla="*/ 0 h 439102"/>
                <a:gd name="connsiteX2" fmla="*/ 439103 w 439102"/>
                <a:gd name="connsiteY2" fmla="*/ 439103 h 439102"/>
                <a:gd name="connsiteX3" fmla="*/ 0 w 439102"/>
                <a:gd name="connsiteY3" fmla="*/ 439103 h 43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9102" h="439102">
                  <a:moveTo>
                    <a:pt x="0" y="0"/>
                  </a:moveTo>
                  <a:lnTo>
                    <a:pt x="439103" y="0"/>
                  </a:lnTo>
                  <a:lnTo>
                    <a:pt x="439103" y="439103"/>
                  </a:lnTo>
                  <a:lnTo>
                    <a:pt x="0" y="439103"/>
                  </a:lnTo>
                  <a:close/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sz="1600">
                <a:latin typeface="Montserrat" panose="02000505000000020004" pitchFamily="2" charset="77"/>
              </a:endParaRPr>
            </a:p>
          </p:txBody>
        </p:sp>
        <p:sp>
          <p:nvSpPr>
            <p:cNvPr id="250" name="Freihandform: Form 249">
              <a:extLst>
                <a:ext uri="{FF2B5EF4-FFF2-40B4-BE49-F238E27FC236}">
                  <a16:creationId xmlns:a16="http://schemas.microsoft.com/office/drawing/2014/main" id="{7417BF22-8F3A-40B3-B24A-EB18C3FE7985}"/>
                </a:ext>
              </a:extLst>
            </p:cNvPr>
            <p:cNvSpPr/>
            <p:nvPr/>
          </p:nvSpPr>
          <p:spPr>
            <a:xfrm>
              <a:off x="4160489" y="2770319"/>
              <a:ext cx="220027" cy="219074"/>
            </a:xfrm>
            <a:custGeom>
              <a:avLst/>
              <a:gdLst>
                <a:gd name="connsiteX0" fmla="*/ 0 w 220027"/>
                <a:gd name="connsiteY0" fmla="*/ 0 h 219074"/>
                <a:gd name="connsiteX1" fmla="*/ 220028 w 220027"/>
                <a:gd name="connsiteY1" fmla="*/ 0 h 219074"/>
                <a:gd name="connsiteX2" fmla="*/ 220028 w 220027"/>
                <a:gd name="connsiteY2" fmla="*/ 219075 h 219074"/>
                <a:gd name="connsiteX3" fmla="*/ 0 w 220027"/>
                <a:gd name="connsiteY3" fmla="*/ 219075 h 219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0027" h="219074">
                  <a:moveTo>
                    <a:pt x="0" y="0"/>
                  </a:moveTo>
                  <a:lnTo>
                    <a:pt x="220028" y="0"/>
                  </a:lnTo>
                  <a:lnTo>
                    <a:pt x="220028" y="219075"/>
                  </a:lnTo>
                  <a:lnTo>
                    <a:pt x="0" y="219075"/>
                  </a:lnTo>
                  <a:close/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sz="1600">
                <a:latin typeface="Montserrat" panose="02000505000000020004" pitchFamily="2" charset="77"/>
              </a:endParaRPr>
            </a:p>
          </p:txBody>
        </p:sp>
      </p:grpSp>
      <p:grpSp>
        <p:nvGrpSpPr>
          <p:cNvPr id="251" name="Gruppieren 250">
            <a:extLst>
              <a:ext uri="{FF2B5EF4-FFF2-40B4-BE49-F238E27FC236}">
                <a16:creationId xmlns:a16="http://schemas.microsoft.com/office/drawing/2014/main" id="{22BDCC52-79F8-420D-996D-3EB8B32AF88D}"/>
              </a:ext>
            </a:extLst>
          </p:cNvPr>
          <p:cNvGrpSpPr/>
          <p:nvPr/>
        </p:nvGrpSpPr>
        <p:grpSpPr>
          <a:xfrm>
            <a:off x="5820576" y="1568772"/>
            <a:ext cx="559937" cy="559936"/>
            <a:chOff x="5843622" y="1543776"/>
            <a:chExt cx="461391" cy="461391"/>
          </a:xfrm>
        </p:grpSpPr>
        <p:sp>
          <p:nvSpPr>
            <p:cNvPr id="252" name="Freihandform: Form 251">
              <a:extLst>
                <a:ext uri="{FF2B5EF4-FFF2-40B4-BE49-F238E27FC236}">
                  <a16:creationId xmlns:a16="http://schemas.microsoft.com/office/drawing/2014/main" id="{CE6BBF07-FBB1-4302-B3B3-E6530166DC70}"/>
                </a:ext>
              </a:extLst>
            </p:cNvPr>
            <p:cNvSpPr/>
            <p:nvPr/>
          </p:nvSpPr>
          <p:spPr>
            <a:xfrm>
              <a:off x="5861910" y="1562445"/>
              <a:ext cx="193262" cy="354806"/>
            </a:xfrm>
            <a:custGeom>
              <a:avLst/>
              <a:gdLst>
                <a:gd name="connsiteX0" fmla="*/ 0 w 193262"/>
                <a:gd name="connsiteY0" fmla="*/ 121730 h 354806"/>
                <a:gd name="connsiteX1" fmla="*/ 64008 w 193262"/>
                <a:gd name="connsiteY1" fmla="*/ 184785 h 354806"/>
                <a:gd name="connsiteX2" fmla="*/ 53626 w 193262"/>
                <a:gd name="connsiteY2" fmla="*/ 239554 h 354806"/>
                <a:gd name="connsiteX3" fmla="*/ 91440 w 193262"/>
                <a:gd name="connsiteY3" fmla="*/ 261747 h 354806"/>
                <a:gd name="connsiteX4" fmla="*/ 118015 w 193262"/>
                <a:gd name="connsiteY4" fmla="*/ 354806 h 354806"/>
                <a:gd name="connsiteX5" fmla="*/ 193262 w 193262"/>
                <a:gd name="connsiteY5" fmla="*/ 217361 h 354806"/>
                <a:gd name="connsiteX6" fmla="*/ 114967 w 193262"/>
                <a:gd name="connsiteY6" fmla="*/ 176879 h 354806"/>
                <a:gd name="connsiteX7" fmla="*/ 64008 w 193262"/>
                <a:gd name="connsiteY7" fmla="*/ 184785 h 354806"/>
                <a:gd name="connsiteX8" fmla="*/ 58769 w 193262"/>
                <a:gd name="connsiteY8" fmla="*/ 139065 h 354806"/>
                <a:gd name="connsiteX9" fmla="*/ 124111 w 193262"/>
                <a:gd name="connsiteY9" fmla="*/ 94678 h 354806"/>
                <a:gd name="connsiteX10" fmla="*/ 121158 w 193262"/>
                <a:gd name="connsiteY10" fmla="*/ 0 h 354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3262" h="354806">
                  <a:moveTo>
                    <a:pt x="0" y="121730"/>
                  </a:moveTo>
                  <a:lnTo>
                    <a:pt x="64008" y="184785"/>
                  </a:lnTo>
                  <a:lnTo>
                    <a:pt x="53626" y="239554"/>
                  </a:lnTo>
                  <a:lnTo>
                    <a:pt x="91440" y="261747"/>
                  </a:lnTo>
                  <a:lnTo>
                    <a:pt x="118015" y="354806"/>
                  </a:lnTo>
                  <a:lnTo>
                    <a:pt x="193262" y="217361"/>
                  </a:lnTo>
                  <a:lnTo>
                    <a:pt x="114967" y="176879"/>
                  </a:lnTo>
                  <a:lnTo>
                    <a:pt x="64008" y="184785"/>
                  </a:lnTo>
                  <a:lnTo>
                    <a:pt x="58769" y="139065"/>
                  </a:lnTo>
                  <a:lnTo>
                    <a:pt x="124111" y="94678"/>
                  </a:lnTo>
                  <a:lnTo>
                    <a:pt x="121158" y="0"/>
                  </a:ln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sz="1600">
                <a:latin typeface="Montserrat" panose="02000505000000020004" pitchFamily="2" charset="77"/>
              </a:endParaRPr>
            </a:p>
          </p:txBody>
        </p:sp>
        <p:sp>
          <p:nvSpPr>
            <p:cNvPr id="253" name="Freihandform: Form 252">
              <a:extLst>
                <a:ext uri="{FF2B5EF4-FFF2-40B4-BE49-F238E27FC236}">
                  <a16:creationId xmlns:a16="http://schemas.microsoft.com/office/drawing/2014/main" id="{4855347A-D99B-4135-86C0-5EC9D62D1B30}"/>
                </a:ext>
              </a:extLst>
            </p:cNvPr>
            <p:cNvSpPr/>
            <p:nvPr/>
          </p:nvSpPr>
          <p:spPr>
            <a:xfrm>
              <a:off x="6134644" y="1564350"/>
              <a:ext cx="168178" cy="305942"/>
            </a:xfrm>
            <a:custGeom>
              <a:avLst/>
              <a:gdLst>
                <a:gd name="connsiteX0" fmla="*/ 167576 w 168178"/>
                <a:gd name="connsiteY0" fmla="*/ 177846 h 305942"/>
                <a:gd name="connsiteX1" fmla="*/ 103568 w 168178"/>
                <a:gd name="connsiteY1" fmla="*/ 271096 h 305942"/>
                <a:gd name="connsiteX2" fmla="*/ 80137 w 168178"/>
                <a:gd name="connsiteY2" fmla="*/ 305577 h 305942"/>
                <a:gd name="connsiteX3" fmla="*/ 57182 w 168178"/>
                <a:gd name="connsiteY3" fmla="*/ 210327 h 305942"/>
                <a:gd name="connsiteX4" fmla="*/ 30893 w 168178"/>
                <a:gd name="connsiteY4" fmla="*/ 208993 h 305942"/>
                <a:gd name="connsiteX5" fmla="*/ 21368 w 168178"/>
                <a:gd name="connsiteY5" fmla="*/ 139842 h 305942"/>
                <a:gd name="connsiteX6" fmla="*/ 88043 w 168178"/>
                <a:gd name="connsiteY6" fmla="*/ 131936 h 305942"/>
                <a:gd name="connsiteX7" fmla="*/ 124904 w 168178"/>
                <a:gd name="connsiteY7" fmla="*/ 73738 h 305942"/>
                <a:gd name="connsiteX8" fmla="*/ 29654 w 168178"/>
                <a:gd name="connsiteY8" fmla="*/ 90217 h 305942"/>
                <a:gd name="connsiteX9" fmla="*/ 6318 w 168178"/>
                <a:gd name="connsiteY9" fmla="*/ 75834 h 305942"/>
                <a:gd name="connsiteX10" fmla="*/ 33464 w 168178"/>
                <a:gd name="connsiteY10" fmla="*/ -366 h 305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8178" h="305942">
                  <a:moveTo>
                    <a:pt x="167576" y="177846"/>
                  </a:moveTo>
                  <a:lnTo>
                    <a:pt x="103568" y="271096"/>
                  </a:lnTo>
                  <a:lnTo>
                    <a:pt x="80137" y="305577"/>
                  </a:lnTo>
                  <a:lnTo>
                    <a:pt x="57182" y="210327"/>
                  </a:lnTo>
                  <a:lnTo>
                    <a:pt x="30893" y="208993"/>
                  </a:lnTo>
                  <a:cubicBezTo>
                    <a:pt x="30893" y="208993"/>
                    <a:pt x="-33116" y="185467"/>
                    <a:pt x="21368" y="139842"/>
                  </a:cubicBezTo>
                  <a:lnTo>
                    <a:pt x="88043" y="131936"/>
                  </a:lnTo>
                  <a:lnTo>
                    <a:pt x="124904" y="73738"/>
                  </a:lnTo>
                  <a:lnTo>
                    <a:pt x="29654" y="90217"/>
                  </a:lnTo>
                  <a:lnTo>
                    <a:pt x="6318" y="75834"/>
                  </a:lnTo>
                  <a:lnTo>
                    <a:pt x="33464" y="-366"/>
                  </a:ln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sz="1600">
                <a:latin typeface="Montserrat" panose="02000505000000020004" pitchFamily="2" charset="77"/>
              </a:endParaRPr>
            </a:p>
          </p:txBody>
        </p:sp>
        <p:sp>
          <p:nvSpPr>
            <p:cNvPr id="254" name="Freihandform: Form 253">
              <a:extLst>
                <a:ext uri="{FF2B5EF4-FFF2-40B4-BE49-F238E27FC236}">
                  <a16:creationId xmlns:a16="http://schemas.microsoft.com/office/drawing/2014/main" id="{20705D8D-F729-4FBC-9A71-8DA1D9DCF9BB}"/>
                </a:ext>
              </a:extLst>
            </p:cNvPr>
            <p:cNvSpPr/>
            <p:nvPr/>
          </p:nvSpPr>
          <p:spPr>
            <a:xfrm>
              <a:off x="5843622" y="1543776"/>
              <a:ext cx="461391" cy="461391"/>
            </a:xfrm>
            <a:custGeom>
              <a:avLst/>
              <a:gdLst>
                <a:gd name="connsiteX0" fmla="*/ 461391 w 461391"/>
                <a:gd name="connsiteY0" fmla="*/ 230696 h 461391"/>
                <a:gd name="connsiteX1" fmla="*/ 230696 w 461391"/>
                <a:gd name="connsiteY1" fmla="*/ 461391 h 461391"/>
                <a:gd name="connsiteX2" fmla="*/ 0 w 461391"/>
                <a:gd name="connsiteY2" fmla="*/ 230696 h 461391"/>
                <a:gd name="connsiteX3" fmla="*/ 230696 w 461391"/>
                <a:gd name="connsiteY3" fmla="*/ 0 h 461391"/>
                <a:gd name="connsiteX4" fmla="*/ 461391 w 461391"/>
                <a:gd name="connsiteY4" fmla="*/ 230696 h 461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1391" h="461391">
                  <a:moveTo>
                    <a:pt x="461391" y="230696"/>
                  </a:moveTo>
                  <a:cubicBezTo>
                    <a:pt x="461391" y="358105"/>
                    <a:pt x="358105" y="461391"/>
                    <a:pt x="230696" y="461391"/>
                  </a:cubicBezTo>
                  <a:cubicBezTo>
                    <a:pt x="103286" y="461391"/>
                    <a:pt x="0" y="358105"/>
                    <a:pt x="0" y="230696"/>
                  </a:cubicBezTo>
                  <a:cubicBezTo>
                    <a:pt x="0" y="103286"/>
                    <a:pt x="103286" y="0"/>
                    <a:pt x="230696" y="0"/>
                  </a:cubicBezTo>
                  <a:cubicBezTo>
                    <a:pt x="358105" y="0"/>
                    <a:pt x="461391" y="103286"/>
                    <a:pt x="461391" y="230696"/>
                  </a:cubicBezTo>
                  <a:close/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sz="1600">
                <a:latin typeface="Montserrat" panose="02000505000000020004" pitchFamily="2" charset="77"/>
              </a:endParaRPr>
            </a:p>
          </p:txBody>
        </p:sp>
      </p:grpSp>
      <p:grpSp>
        <p:nvGrpSpPr>
          <p:cNvPr id="255" name="Gruppieren 254">
            <a:extLst>
              <a:ext uri="{FF2B5EF4-FFF2-40B4-BE49-F238E27FC236}">
                <a16:creationId xmlns:a16="http://schemas.microsoft.com/office/drawing/2014/main" id="{F9BB1219-B021-4FA6-8AA0-FAFC831190EC}"/>
              </a:ext>
            </a:extLst>
          </p:cNvPr>
          <p:cNvGrpSpPr/>
          <p:nvPr/>
        </p:nvGrpSpPr>
        <p:grpSpPr>
          <a:xfrm>
            <a:off x="7503064" y="2587070"/>
            <a:ext cx="559102" cy="461312"/>
            <a:chOff x="7555969" y="2578104"/>
            <a:chExt cx="400811" cy="330708"/>
          </a:xfrm>
        </p:grpSpPr>
        <p:grpSp>
          <p:nvGrpSpPr>
            <p:cNvPr id="256" name="Grafik 135">
              <a:extLst>
                <a:ext uri="{FF2B5EF4-FFF2-40B4-BE49-F238E27FC236}">
                  <a16:creationId xmlns:a16="http://schemas.microsoft.com/office/drawing/2014/main" id="{159A627A-C727-40BD-976F-B6A42860C92A}"/>
                </a:ext>
              </a:extLst>
            </p:cNvPr>
            <p:cNvGrpSpPr/>
            <p:nvPr/>
          </p:nvGrpSpPr>
          <p:grpSpPr>
            <a:xfrm>
              <a:off x="7555969" y="2578104"/>
              <a:ext cx="400811" cy="330708"/>
              <a:chOff x="7555969" y="2578104"/>
              <a:chExt cx="400811" cy="330708"/>
            </a:xfrm>
            <a:noFill/>
          </p:grpSpPr>
          <p:sp>
            <p:nvSpPr>
              <p:cNvPr id="260" name="Freihandform: Form 259">
                <a:extLst>
                  <a:ext uri="{FF2B5EF4-FFF2-40B4-BE49-F238E27FC236}">
                    <a16:creationId xmlns:a16="http://schemas.microsoft.com/office/drawing/2014/main" id="{CD06DB74-4D0A-4447-818D-363657AD9C28}"/>
                  </a:ext>
                </a:extLst>
              </p:cNvPr>
              <p:cNvSpPr/>
              <p:nvPr/>
            </p:nvSpPr>
            <p:spPr>
              <a:xfrm>
                <a:off x="7555969" y="2578104"/>
                <a:ext cx="400811" cy="330708"/>
              </a:xfrm>
              <a:custGeom>
                <a:avLst/>
                <a:gdLst>
                  <a:gd name="connsiteX0" fmla="*/ 337151 w 400811"/>
                  <a:gd name="connsiteY0" fmla="*/ 330640 h 330708"/>
                  <a:gd name="connsiteX1" fmla="*/ 33780 w 400811"/>
                  <a:gd name="connsiteY1" fmla="*/ 330640 h 330708"/>
                  <a:gd name="connsiteX2" fmla="*/ -1080 w 400811"/>
                  <a:gd name="connsiteY2" fmla="*/ 295779 h 330708"/>
                  <a:gd name="connsiteX3" fmla="*/ -1080 w 400811"/>
                  <a:gd name="connsiteY3" fmla="*/ 34794 h 330708"/>
                  <a:gd name="connsiteX4" fmla="*/ 33780 w 400811"/>
                  <a:gd name="connsiteY4" fmla="*/ -68 h 330708"/>
                  <a:gd name="connsiteX5" fmla="*/ 364869 w 400811"/>
                  <a:gd name="connsiteY5" fmla="*/ -68 h 330708"/>
                  <a:gd name="connsiteX6" fmla="*/ 399731 w 400811"/>
                  <a:gd name="connsiteY6" fmla="*/ 34794 h 330708"/>
                  <a:gd name="connsiteX7" fmla="*/ 399731 w 400811"/>
                  <a:gd name="connsiteY7" fmla="*/ 295779 h 330708"/>
                  <a:gd name="connsiteX8" fmla="*/ 364869 w 400811"/>
                  <a:gd name="connsiteY8" fmla="*/ 330640 h 330708"/>
                  <a:gd name="connsiteX9" fmla="*/ 338485 w 400811"/>
                  <a:gd name="connsiteY9" fmla="*/ 330640 h 330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0811" h="330708">
                    <a:moveTo>
                      <a:pt x="337151" y="330640"/>
                    </a:moveTo>
                    <a:lnTo>
                      <a:pt x="33780" y="330640"/>
                    </a:lnTo>
                    <a:cubicBezTo>
                      <a:pt x="14540" y="330640"/>
                      <a:pt x="-1080" y="315029"/>
                      <a:pt x="-1080" y="295779"/>
                    </a:cubicBezTo>
                    <a:lnTo>
                      <a:pt x="-1080" y="34794"/>
                    </a:lnTo>
                    <a:cubicBezTo>
                      <a:pt x="-1080" y="15540"/>
                      <a:pt x="14540" y="-68"/>
                      <a:pt x="33780" y="-68"/>
                    </a:cubicBezTo>
                    <a:lnTo>
                      <a:pt x="364869" y="-68"/>
                    </a:lnTo>
                    <a:cubicBezTo>
                      <a:pt x="384110" y="-68"/>
                      <a:pt x="399731" y="15540"/>
                      <a:pt x="399731" y="34794"/>
                    </a:cubicBezTo>
                    <a:lnTo>
                      <a:pt x="399731" y="295779"/>
                    </a:lnTo>
                    <a:cubicBezTo>
                      <a:pt x="399731" y="315029"/>
                      <a:pt x="384110" y="330640"/>
                      <a:pt x="364869" y="330640"/>
                    </a:cubicBezTo>
                    <a:lnTo>
                      <a:pt x="338485" y="330640"/>
                    </a:lnTo>
                  </a:path>
                </a:pathLst>
              </a:custGeom>
              <a:noFill/>
              <a:ln w="12700" cap="rnd">
                <a:solidFill>
                  <a:schemeClr val="bg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sz="1600">
                  <a:latin typeface="Montserrat" panose="02000505000000020004" pitchFamily="2" charset="77"/>
                </a:endParaRPr>
              </a:p>
            </p:txBody>
          </p:sp>
          <p:sp>
            <p:nvSpPr>
              <p:cNvPr id="261" name="Freihandform: Form 260">
                <a:extLst>
                  <a:ext uri="{FF2B5EF4-FFF2-40B4-BE49-F238E27FC236}">
                    <a16:creationId xmlns:a16="http://schemas.microsoft.com/office/drawing/2014/main" id="{102E65D4-8708-4A79-9EBA-0FD677775762}"/>
                  </a:ext>
                </a:extLst>
              </p:cNvPr>
              <p:cNvSpPr/>
              <p:nvPr/>
            </p:nvSpPr>
            <p:spPr>
              <a:xfrm>
                <a:off x="7555969" y="2664877"/>
                <a:ext cx="400811" cy="9525"/>
              </a:xfrm>
              <a:custGeom>
                <a:avLst/>
                <a:gdLst>
                  <a:gd name="connsiteX0" fmla="*/ -1080 w 400811"/>
                  <a:gd name="connsiteY0" fmla="*/ -68 h 9525"/>
                  <a:gd name="connsiteX1" fmla="*/ 399731 w 400811"/>
                  <a:gd name="connsiteY1" fmla="*/ -68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00811" h="9525">
                    <a:moveTo>
                      <a:pt x="-1080" y="-68"/>
                    </a:moveTo>
                    <a:lnTo>
                      <a:pt x="399731" y="-68"/>
                    </a:lnTo>
                  </a:path>
                </a:pathLst>
              </a:custGeom>
              <a:noFill/>
              <a:ln w="12700" cap="rnd">
                <a:solidFill>
                  <a:schemeClr val="bg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sz="1600">
                  <a:latin typeface="Montserrat" panose="02000505000000020004" pitchFamily="2" charset="77"/>
                </a:endParaRPr>
              </a:p>
            </p:txBody>
          </p:sp>
          <p:sp>
            <p:nvSpPr>
              <p:cNvPr id="262" name="Freihandform: Form 261">
                <a:extLst>
                  <a:ext uri="{FF2B5EF4-FFF2-40B4-BE49-F238E27FC236}">
                    <a16:creationId xmlns:a16="http://schemas.microsoft.com/office/drawing/2014/main" id="{7A22C3CA-BC88-458B-9705-147B53735EB7}"/>
                  </a:ext>
                </a:extLst>
              </p:cNvPr>
              <p:cNvSpPr/>
              <p:nvPr/>
            </p:nvSpPr>
            <p:spPr>
              <a:xfrm>
                <a:off x="7612638" y="2616965"/>
                <a:ext cx="8766" cy="8764"/>
              </a:xfrm>
              <a:custGeom>
                <a:avLst/>
                <a:gdLst>
                  <a:gd name="connsiteX0" fmla="*/ 3304 w 8766"/>
                  <a:gd name="connsiteY0" fmla="*/ -66 h 8764"/>
                  <a:gd name="connsiteX1" fmla="*/ 7686 w 8766"/>
                  <a:gd name="connsiteY1" fmla="*/ 4315 h 8764"/>
                  <a:gd name="connsiteX2" fmla="*/ 3304 w 8766"/>
                  <a:gd name="connsiteY2" fmla="*/ 8697 h 8764"/>
                  <a:gd name="connsiteX3" fmla="*/ -1077 w 8766"/>
                  <a:gd name="connsiteY3" fmla="*/ 4315 h 8764"/>
                  <a:gd name="connsiteX4" fmla="*/ 3113 w 8766"/>
                  <a:gd name="connsiteY4" fmla="*/ -66 h 8764"/>
                  <a:gd name="connsiteX5" fmla="*/ 3304 w 8766"/>
                  <a:gd name="connsiteY5" fmla="*/ -66 h 8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766" h="8764">
                    <a:moveTo>
                      <a:pt x="3304" y="-66"/>
                    </a:moveTo>
                    <a:cubicBezTo>
                      <a:pt x="5685" y="-66"/>
                      <a:pt x="7686" y="1895"/>
                      <a:pt x="7686" y="4315"/>
                    </a:cubicBezTo>
                    <a:cubicBezTo>
                      <a:pt x="7686" y="6735"/>
                      <a:pt x="5685" y="8697"/>
                      <a:pt x="3304" y="8697"/>
                    </a:cubicBezTo>
                    <a:cubicBezTo>
                      <a:pt x="923" y="8697"/>
                      <a:pt x="-1077" y="6735"/>
                      <a:pt x="-1077" y="4315"/>
                    </a:cubicBezTo>
                    <a:cubicBezTo>
                      <a:pt x="-1172" y="1948"/>
                      <a:pt x="732" y="-13"/>
                      <a:pt x="3113" y="-66"/>
                    </a:cubicBezTo>
                    <a:cubicBezTo>
                      <a:pt x="3209" y="-68"/>
                      <a:pt x="3209" y="-68"/>
                      <a:pt x="3304" y="-66"/>
                    </a:cubicBezTo>
                  </a:path>
                </a:pathLst>
              </a:custGeom>
              <a:noFill/>
              <a:ln w="12700" cap="rnd">
                <a:solidFill>
                  <a:schemeClr val="bg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sz="1600">
                  <a:latin typeface="Montserrat" panose="02000505000000020004" pitchFamily="2" charset="77"/>
                </a:endParaRPr>
              </a:p>
            </p:txBody>
          </p:sp>
          <p:sp>
            <p:nvSpPr>
              <p:cNvPr id="263" name="Freihandform: Form 262">
                <a:extLst>
                  <a:ext uri="{FF2B5EF4-FFF2-40B4-BE49-F238E27FC236}">
                    <a16:creationId xmlns:a16="http://schemas.microsoft.com/office/drawing/2014/main" id="{121D4DCE-33C3-4DE6-82AD-1B74DB93F55B}"/>
                  </a:ext>
                </a:extLst>
              </p:cNvPr>
              <p:cNvSpPr/>
              <p:nvPr/>
            </p:nvSpPr>
            <p:spPr>
              <a:xfrm>
                <a:off x="7665407" y="2616965"/>
                <a:ext cx="8768" cy="8763"/>
              </a:xfrm>
              <a:custGeom>
                <a:avLst/>
                <a:gdLst>
                  <a:gd name="connsiteX0" fmla="*/ 3209 w 8768"/>
                  <a:gd name="connsiteY0" fmla="*/ -67 h 8763"/>
                  <a:gd name="connsiteX1" fmla="*/ 7685 w 8768"/>
                  <a:gd name="connsiteY1" fmla="*/ 4219 h 8763"/>
                  <a:gd name="connsiteX2" fmla="*/ 3400 w 8768"/>
                  <a:gd name="connsiteY2" fmla="*/ 8695 h 8763"/>
                  <a:gd name="connsiteX3" fmla="*/ -1077 w 8768"/>
                  <a:gd name="connsiteY3" fmla="*/ 4409 h 8763"/>
                  <a:gd name="connsiteX4" fmla="*/ -1077 w 8768"/>
                  <a:gd name="connsiteY4" fmla="*/ 4315 h 8763"/>
                  <a:gd name="connsiteX5" fmla="*/ 3113 w 8768"/>
                  <a:gd name="connsiteY5" fmla="*/ -66 h 8763"/>
                  <a:gd name="connsiteX6" fmla="*/ 3209 w 8768"/>
                  <a:gd name="connsiteY6" fmla="*/ -67 h 87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768" h="8763">
                    <a:moveTo>
                      <a:pt x="3209" y="-67"/>
                    </a:moveTo>
                    <a:cubicBezTo>
                      <a:pt x="5590" y="-119"/>
                      <a:pt x="7590" y="1799"/>
                      <a:pt x="7685" y="4219"/>
                    </a:cubicBezTo>
                    <a:cubicBezTo>
                      <a:pt x="7781" y="6638"/>
                      <a:pt x="5781" y="8642"/>
                      <a:pt x="3400" y="8695"/>
                    </a:cubicBezTo>
                    <a:cubicBezTo>
                      <a:pt x="1018" y="8747"/>
                      <a:pt x="-982" y="6829"/>
                      <a:pt x="-1077" y="4409"/>
                    </a:cubicBezTo>
                    <a:cubicBezTo>
                      <a:pt x="-1077" y="4378"/>
                      <a:pt x="-1077" y="4346"/>
                      <a:pt x="-1077" y="4315"/>
                    </a:cubicBezTo>
                    <a:cubicBezTo>
                      <a:pt x="-1172" y="1948"/>
                      <a:pt x="732" y="-13"/>
                      <a:pt x="3113" y="-66"/>
                    </a:cubicBezTo>
                    <a:cubicBezTo>
                      <a:pt x="3113" y="-67"/>
                      <a:pt x="3209" y="-67"/>
                      <a:pt x="3209" y="-67"/>
                    </a:cubicBezTo>
                  </a:path>
                </a:pathLst>
              </a:custGeom>
              <a:noFill/>
              <a:ln w="12700" cap="rnd">
                <a:solidFill>
                  <a:schemeClr val="bg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sz="1600">
                  <a:latin typeface="Montserrat" panose="02000505000000020004" pitchFamily="2" charset="77"/>
                </a:endParaRPr>
              </a:p>
            </p:txBody>
          </p:sp>
          <p:sp>
            <p:nvSpPr>
              <p:cNvPr id="264" name="Freihandform: Form 263">
                <a:extLst>
                  <a:ext uri="{FF2B5EF4-FFF2-40B4-BE49-F238E27FC236}">
                    <a16:creationId xmlns:a16="http://schemas.microsoft.com/office/drawing/2014/main" id="{7727D936-C689-4BCC-BB77-A41BF22144BF}"/>
                  </a:ext>
                </a:extLst>
              </p:cNvPr>
              <p:cNvSpPr/>
              <p:nvPr/>
            </p:nvSpPr>
            <p:spPr>
              <a:xfrm>
                <a:off x="7717131" y="2616966"/>
                <a:ext cx="8763" cy="8762"/>
              </a:xfrm>
              <a:custGeom>
                <a:avLst/>
                <a:gdLst>
                  <a:gd name="connsiteX0" fmla="*/ 3301 w 8763"/>
                  <a:gd name="connsiteY0" fmla="*/ -68 h 8762"/>
                  <a:gd name="connsiteX1" fmla="*/ 7683 w 8763"/>
                  <a:gd name="connsiteY1" fmla="*/ 4314 h 8762"/>
                  <a:gd name="connsiteX2" fmla="*/ 3301 w 8763"/>
                  <a:gd name="connsiteY2" fmla="*/ 8695 h 8762"/>
                  <a:gd name="connsiteX3" fmla="*/ -1080 w 8763"/>
                  <a:gd name="connsiteY3" fmla="*/ 4314 h 8762"/>
                  <a:gd name="connsiteX4" fmla="*/ 3301 w 8763"/>
                  <a:gd name="connsiteY4" fmla="*/ -68 h 8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763" h="8762">
                    <a:moveTo>
                      <a:pt x="3301" y="-68"/>
                    </a:moveTo>
                    <a:cubicBezTo>
                      <a:pt x="5682" y="-68"/>
                      <a:pt x="7683" y="1894"/>
                      <a:pt x="7683" y="4314"/>
                    </a:cubicBezTo>
                    <a:cubicBezTo>
                      <a:pt x="7683" y="6733"/>
                      <a:pt x="5682" y="8695"/>
                      <a:pt x="3301" y="8695"/>
                    </a:cubicBezTo>
                    <a:cubicBezTo>
                      <a:pt x="919" y="8695"/>
                      <a:pt x="-1080" y="6733"/>
                      <a:pt x="-1080" y="4314"/>
                    </a:cubicBezTo>
                    <a:cubicBezTo>
                      <a:pt x="-1080" y="1894"/>
                      <a:pt x="919" y="-68"/>
                      <a:pt x="3301" y="-68"/>
                    </a:cubicBezTo>
                  </a:path>
                </a:pathLst>
              </a:custGeom>
              <a:noFill/>
              <a:ln w="12700" cap="rnd">
                <a:solidFill>
                  <a:schemeClr val="bg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sz="1600">
                  <a:latin typeface="Montserrat" panose="02000505000000020004" pitchFamily="2" charset="77"/>
                </a:endParaRPr>
              </a:p>
            </p:txBody>
          </p:sp>
        </p:grpSp>
        <p:sp>
          <p:nvSpPr>
            <p:cNvPr id="257" name="Freihandform: Form 256">
              <a:extLst>
                <a:ext uri="{FF2B5EF4-FFF2-40B4-BE49-F238E27FC236}">
                  <a16:creationId xmlns:a16="http://schemas.microsoft.com/office/drawing/2014/main" id="{8C2D7EB9-7092-4275-B1AE-DFB508201DE2}"/>
                </a:ext>
              </a:extLst>
            </p:cNvPr>
            <p:cNvSpPr/>
            <p:nvPr/>
          </p:nvSpPr>
          <p:spPr>
            <a:xfrm>
              <a:off x="7739420" y="2729933"/>
              <a:ext cx="38385" cy="113823"/>
            </a:xfrm>
            <a:custGeom>
              <a:avLst/>
              <a:gdLst>
                <a:gd name="connsiteX0" fmla="*/ 0 w 38385"/>
                <a:gd name="connsiteY0" fmla="*/ 113824 h 113823"/>
                <a:gd name="connsiteX1" fmla="*/ 38386 w 38385"/>
                <a:gd name="connsiteY1" fmla="*/ 0 h 113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385" h="113823">
                  <a:moveTo>
                    <a:pt x="0" y="113824"/>
                  </a:moveTo>
                  <a:lnTo>
                    <a:pt x="38386" y="0"/>
                  </a:ln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sz="1600">
                <a:latin typeface="Montserrat" panose="02000505000000020004" pitchFamily="2" charset="77"/>
              </a:endParaRPr>
            </a:p>
          </p:txBody>
        </p:sp>
        <p:sp>
          <p:nvSpPr>
            <p:cNvPr id="258" name="Freihandform: Form 257">
              <a:extLst>
                <a:ext uri="{FF2B5EF4-FFF2-40B4-BE49-F238E27FC236}">
                  <a16:creationId xmlns:a16="http://schemas.microsoft.com/office/drawing/2014/main" id="{2FB57266-DF59-47EE-94C2-C3ECD5A2D88E}"/>
                </a:ext>
              </a:extLst>
            </p:cNvPr>
            <p:cNvSpPr/>
            <p:nvPr/>
          </p:nvSpPr>
          <p:spPr>
            <a:xfrm>
              <a:off x="7650647" y="2742125"/>
              <a:ext cx="36004" cy="89344"/>
            </a:xfrm>
            <a:custGeom>
              <a:avLst/>
              <a:gdLst>
                <a:gd name="connsiteX0" fmla="*/ 35814 w 36004"/>
                <a:gd name="connsiteY0" fmla="*/ 89344 h 89344"/>
                <a:gd name="connsiteX1" fmla="*/ 0 w 36004"/>
                <a:gd name="connsiteY1" fmla="*/ 44768 h 89344"/>
                <a:gd name="connsiteX2" fmla="*/ 36004 w 36004"/>
                <a:gd name="connsiteY2" fmla="*/ 0 h 89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004" h="89344">
                  <a:moveTo>
                    <a:pt x="35814" y="89344"/>
                  </a:moveTo>
                  <a:lnTo>
                    <a:pt x="0" y="44768"/>
                  </a:lnTo>
                  <a:lnTo>
                    <a:pt x="36004" y="0"/>
                  </a:ln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sz="1600">
                <a:latin typeface="Montserrat" panose="02000505000000020004" pitchFamily="2" charset="77"/>
              </a:endParaRPr>
            </a:p>
          </p:txBody>
        </p:sp>
        <p:sp>
          <p:nvSpPr>
            <p:cNvPr id="259" name="Freihandform: Form 258">
              <a:extLst>
                <a:ext uri="{FF2B5EF4-FFF2-40B4-BE49-F238E27FC236}">
                  <a16:creationId xmlns:a16="http://schemas.microsoft.com/office/drawing/2014/main" id="{2832947C-5974-4985-9919-146030E688E5}"/>
                </a:ext>
              </a:extLst>
            </p:cNvPr>
            <p:cNvSpPr/>
            <p:nvPr/>
          </p:nvSpPr>
          <p:spPr>
            <a:xfrm>
              <a:off x="7830574" y="2742125"/>
              <a:ext cx="36004" cy="89344"/>
            </a:xfrm>
            <a:custGeom>
              <a:avLst/>
              <a:gdLst>
                <a:gd name="connsiteX0" fmla="*/ 191 w 36004"/>
                <a:gd name="connsiteY0" fmla="*/ 0 h 89344"/>
                <a:gd name="connsiteX1" fmla="*/ 36005 w 36004"/>
                <a:gd name="connsiteY1" fmla="*/ 44577 h 89344"/>
                <a:gd name="connsiteX2" fmla="*/ 0 w 36004"/>
                <a:gd name="connsiteY2" fmla="*/ 89344 h 89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004" h="89344">
                  <a:moveTo>
                    <a:pt x="191" y="0"/>
                  </a:moveTo>
                  <a:lnTo>
                    <a:pt x="36005" y="44577"/>
                  </a:lnTo>
                  <a:lnTo>
                    <a:pt x="0" y="89344"/>
                  </a:ln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sz="1600">
                <a:latin typeface="Montserrat" panose="02000505000000020004" pitchFamily="2" charset="77"/>
              </a:endParaRPr>
            </a:p>
          </p:txBody>
        </p:sp>
      </p:grpSp>
      <p:grpSp>
        <p:nvGrpSpPr>
          <p:cNvPr id="265" name="Gruppieren 264">
            <a:extLst>
              <a:ext uri="{FF2B5EF4-FFF2-40B4-BE49-F238E27FC236}">
                <a16:creationId xmlns:a16="http://schemas.microsoft.com/office/drawing/2014/main" id="{1B855D1F-806D-4C01-B818-3EAE9D48BF81}"/>
              </a:ext>
            </a:extLst>
          </p:cNvPr>
          <p:cNvGrpSpPr/>
          <p:nvPr/>
        </p:nvGrpSpPr>
        <p:grpSpPr>
          <a:xfrm>
            <a:off x="5805803" y="5452513"/>
            <a:ext cx="592826" cy="513206"/>
            <a:chOff x="5846185" y="5435919"/>
            <a:chExt cx="459581" cy="397859"/>
          </a:xfrm>
        </p:grpSpPr>
        <p:sp>
          <p:nvSpPr>
            <p:cNvPr id="266" name="Freihandform: Form 265">
              <a:extLst>
                <a:ext uri="{FF2B5EF4-FFF2-40B4-BE49-F238E27FC236}">
                  <a16:creationId xmlns:a16="http://schemas.microsoft.com/office/drawing/2014/main" id="{D5B1CE43-B49D-4F9E-8B9C-5DCE1356E55E}"/>
                </a:ext>
              </a:extLst>
            </p:cNvPr>
            <p:cNvSpPr/>
            <p:nvPr/>
          </p:nvSpPr>
          <p:spPr>
            <a:xfrm>
              <a:off x="5846185" y="5435919"/>
              <a:ext cx="459581" cy="256031"/>
            </a:xfrm>
            <a:custGeom>
              <a:avLst/>
              <a:gdLst>
                <a:gd name="connsiteX0" fmla="*/ 229743 w 459581"/>
                <a:gd name="connsiteY0" fmla="*/ 0 h 256031"/>
                <a:gd name="connsiteX1" fmla="*/ 0 w 459581"/>
                <a:gd name="connsiteY1" fmla="*/ 128016 h 256031"/>
                <a:gd name="connsiteX2" fmla="*/ 229743 w 459581"/>
                <a:gd name="connsiteY2" fmla="*/ 256032 h 256031"/>
                <a:gd name="connsiteX3" fmla="*/ 459581 w 459581"/>
                <a:gd name="connsiteY3" fmla="*/ 128016 h 256031"/>
                <a:gd name="connsiteX4" fmla="*/ 229743 w 459581"/>
                <a:gd name="connsiteY4" fmla="*/ 0 h 256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9581" h="256031">
                  <a:moveTo>
                    <a:pt x="229743" y="0"/>
                  </a:moveTo>
                  <a:lnTo>
                    <a:pt x="0" y="128016"/>
                  </a:lnTo>
                  <a:lnTo>
                    <a:pt x="229743" y="256032"/>
                  </a:lnTo>
                  <a:lnTo>
                    <a:pt x="459581" y="128016"/>
                  </a:lnTo>
                  <a:lnTo>
                    <a:pt x="229743" y="0"/>
                  </a:lnTo>
                  <a:close/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sz="1600">
                <a:latin typeface="Montserrat" panose="02000505000000020004" pitchFamily="2" charset="77"/>
              </a:endParaRPr>
            </a:p>
          </p:txBody>
        </p:sp>
        <p:sp>
          <p:nvSpPr>
            <p:cNvPr id="267" name="Freihandform: Form 266">
              <a:extLst>
                <a:ext uri="{FF2B5EF4-FFF2-40B4-BE49-F238E27FC236}">
                  <a16:creationId xmlns:a16="http://schemas.microsoft.com/office/drawing/2014/main" id="{9E57AAC3-DE72-48EA-B62E-3334EF0EEA72}"/>
                </a:ext>
              </a:extLst>
            </p:cNvPr>
            <p:cNvSpPr/>
            <p:nvPr/>
          </p:nvSpPr>
          <p:spPr>
            <a:xfrm>
              <a:off x="5846185" y="5635278"/>
              <a:ext cx="459581" cy="128016"/>
            </a:xfrm>
            <a:custGeom>
              <a:avLst/>
              <a:gdLst>
                <a:gd name="connsiteX0" fmla="*/ 0 w 459581"/>
                <a:gd name="connsiteY0" fmla="*/ 0 h 128016"/>
                <a:gd name="connsiteX1" fmla="*/ 229743 w 459581"/>
                <a:gd name="connsiteY1" fmla="*/ 128016 h 128016"/>
                <a:gd name="connsiteX2" fmla="*/ 459581 w 459581"/>
                <a:gd name="connsiteY2" fmla="*/ 0 h 128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9581" h="128016">
                  <a:moveTo>
                    <a:pt x="0" y="0"/>
                  </a:moveTo>
                  <a:lnTo>
                    <a:pt x="229743" y="128016"/>
                  </a:lnTo>
                  <a:lnTo>
                    <a:pt x="459581" y="0"/>
                  </a:ln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sz="1600">
                <a:latin typeface="Montserrat" panose="02000505000000020004" pitchFamily="2" charset="77"/>
              </a:endParaRPr>
            </a:p>
          </p:txBody>
        </p:sp>
        <p:sp>
          <p:nvSpPr>
            <p:cNvPr id="268" name="Freihandform: Form 267">
              <a:extLst>
                <a:ext uri="{FF2B5EF4-FFF2-40B4-BE49-F238E27FC236}">
                  <a16:creationId xmlns:a16="http://schemas.microsoft.com/office/drawing/2014/main" id="{FE1105AF-15B9-4A5E-A364-D81A0B484EFD}"/>
                </a:ext>
              </a:extLst>
            </p:cNvPr>
            <p:cNvSpPr/>
            <p:nvPr/>
          </p:nvSpPr>
          <p:spPr>
            <a:xfrm>
              <a:off x="5846185" y="5705763"/>
              <a:ext cx="459581" cy="128015"/>
            </a:xfrm>
            <a:custGeom>
              <a:avLst/>
              <a:gdLst>
                <a:gd name="connsiteX0" fmla="*/ 0 w 459581"/>
                <a:gd name="connsiteY0" fmla="*/ 0 h 128015"/>
                <a:gd name="connsiteX1" fmla="*/ 229743 w 459581"/>
                <a:gd name="connsiteY1" fmla="*/ 128016 h 128015"/>
                <a:gd name="connsiteX2" fmla="*/ 459581 w 459581"/>
                <a:gd name="connsiteY2" fmla="*/ 0 h 128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9581" h="128015">
                  <a:moveTo>
                    <a:pt x="0" y="0"/>
                  </a:moveTo>
                  <a:lnTo>
                    <a:pt x="229743" y="128016"/>
                  </a:lnTo>
                  <a:lnTo>
                    <a:pt x="459581" y="0"/>
                  </a:ln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sz="1600">
                <a:latin typeface="Montserrat" panose="02000505000000020004" pitchFamily="2" charset="77"/>
              </a:endParaRPr>
            </a:p>
          </p:txBody>
        </p:sp>
      </p:grpSp>
      <p:grpSp>
        <p:nvGrpSpPr>
          <p:cNvPr id="269" name="Gruppieren 268">
            <a:extLst>
              <a:ext uri="{FF2B5EF4-FFF2-40B4-BE49-F238E27FC236}">
                <a16:creationId xmlns:a16="http://schemas.microsoft.com/office/drawing/2014/main" id="{4A493C09-E199-4498-8BD0-B191457B1032}"/>
              </a:ext>
            </a:extLst>
          </p:cNvPr>
          <p:cNvGrpSpPr/>
          <p:nvPr/>
        </p:nvGrpSpPr>
        <p:grpSpPr>
          <a:xfrm>
            <a:off x="7603106" y="4449639"/>
            <a:ext cx="347192" cy="592014"/>
            <a:chOff x="7586679" y="4392088"/>
            <a:chExt cx="327565" cy="558546"/>
          </a:xfrm>
        </p:grpSpPr>
        <p:sp>
          <p:nvSpPr>
            <p:cNvPr id="270" name="Freihandform: Form 269">
              <a:extLst>
                <a:ext uri="{FF2B5EF4-FFF2-40B4-BE49-F238E27FC236}">
                  <a16:creationId xmlns:a16="http://schemas.microsoft.com/office/drawing/2014/main" id="{677DA335-1589-4BD5-8C55-2DC50D56A050}"/>
                </a:ext>
              </a:extLst>
            </p:cNvPr>
            <p:cNvSpPr/>
            <p:nvPr/>
          </p:nvSpPr>
          <p:spPr>
            <a:xfrm>
              <a:off x="7586679" y="4588398"/>
              <a:ext cx="165925" cy="165925"/>
            </a:xfrm>
            <a:custGeom>
              <a:avLst/>
              <a:gdLst>
                <a:gd name="connsiteX0" fmla="*/ 165926 w 165925"/>
                <a:gd name="connsiteY0" fmla="*/ 82963 h 165925"/>
                <a:gd name="connsiteX1" fmla="*/ 82963 w 165925"/>
                <a:gd name="connsiteY1" fmla="*/ 165925 h 165925"/>
                <a:gd name="connsiteX2" fmla="*/ 0 w 165925"/>
                <a:gd name="connsiteY2" fmla="*/ 82963 h 165925"/>
                <a:gd name="connsiteX3" fmla="*/ 82963 w 165925"/>
                <a:gd name="connsiteY3" fmla="*/ 0 h 165925"/>
                <a:gd name="connsiteX4" fmla="*/ 165926 w 165925"/>
                <a:gd name="connsiteY4" fmla="*/ 82963 h 165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925" h="165925">
                  <a:moveTo>
                    <a:pt x="165926" y="82963"/>
                  </a:moveTo>
                  <a:cubicBezTo>
                    <a:pt x="165926" y="128782"/>
                    <a:pt x="128782" y="165925"/>
                    <a:pt x="82963" y="165925"/>
                  </a:cubicBezTo>
                  <a:cubicBezTo>
                    <a:pt x="37144" y="165925"/>
                    <a:pt x="0" y="128782"/>
                    <a:pt x="0" y="82963"/>
                  </a:cubicBezTo>
                  <a:cubicBezTo>
                    <a:pt x="0" y="37144"/>
                    <a:pt x="37144" y="0"/>
                    <a:pt x="82963" y="0"/>
                  </a:cubicBezTo>
                  <a:cubicBezTo>
                    <a:pt x="128782" y="0"/>
                    <a:pt x="165926" y="37144"/>
                    <a:pt x="165926" y="82963"/>
                  </a:cubicBezTo>
                  <a:close/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sz="1600">
                <a:latin typeface="Montserrat" panose="02000505000000020004" pitchFamily="2" charset="77"/>
              </a:endParaRPr>
            </a:p>
          </p:txBody>
        </p:sp>
        <p:sp>
          <p:nvSpPr>
            <p:cNvPr id="271" name="Freihandform: Form 270">
              <a:extLst>
                <a:ext uri="{FF2B5EF4-FFF2-40B4-BE49-F238E27FC236}">
                  <a16:creationId xmlns:a16="http://schemas.microsoft.com/office/drawing/2014/main" id="{51A50E61-0109-49A5-A801-41C3C83A6F60}"/>
                </a:ext>
              </a:extLst>
            </p:cNvPr>
            <p:cNvSpPr/>
            <p:nvPr/>
          </p:nvSpPr>
          <p:spPr>
            <a:xfrm>
              <a:off x="7610968" y="4392088"/>
              <a:ext cx="117348" cy="117348"/>
            </a:xfrm>
            <a:custGeom>
              <a:avLst/>
              <a:gdLst>
                <a:gd name="connsiteX0" fmla="*/ 117348 w 117348"/>
                <a:gd name="connsiteY0" fmla="*/ 58674 h 117348"/>
                <a:gd name="connsiteX1" fmla="*/ 58674 w 117348"/>
                <a:gd name="connsiteY1" fmla="*/ 117348 h 117348"/>
                <a:gd name="connsiteX2" fmla="*/ 0 w 117348"/>
                <a:gd name="connsiteY2" fmla="*/ 58674 h 117348"/>
                <a:gd name="connsiteX3" fmla="*/ 58674 w 117348"/>
                <a:gd name="connsiteY3" fmla="*/ 0 h 117348"/>
                <a:gd name="connsiteX4" fmla="*/ 117348 w 117348"/>
                <a:gd name="connsiteY4" fmla="*/ 58674 h 117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348" h="117348">
                  <a:moveTo>
                    <a:pt x="117348" y="58674"/>
                  </a:moveTo>
                  <a:cubicBezTo>
                    <a:pt x="117348" y="91079"/>
                    <a:pt x="91079" y="117348"/>
                    <a:pt x="58674" y="117348"/>
                  </a:cubicBezTo>
                  <a:cubicBezTo>
                    <a:pt x="26269" y="117348"/>
                    <a:pt x="0" y="91079"/>
                    <a:pt x="0" y="58674"/>
                  </a:cubicBezTo>
                  <a:cubicBezTo>
                    <a:pt x="0" y="26269"/>
                    <a:pt x="26269" y="0"/>
                    <a:pt x="58674" y="0"/>
                  </a:cubicBezTo>
                  <a:cubicBezTo>
                    <a:pt x="91079" y="0"/>
                    <a:pt x="117348" y="26269"/>
                    <a:pt x="117348" y="58674"/>
                  </a:cubicBezTo>
                  <a:close/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sz="1600">
                <a:latin typeface="Montserrat" panose="02000505000000020004" pitchFamily="2" charset="77"/>
              </a:endParaRPr>
            </a:p>
          </p:txBody>
        </p:sp>
        <p:sp>
          <p:nvSpPr>
            <p:cNvPr id="272" name="Freihandform: Form 271">
              <a:extLst>
                <a:ext uri="{FF2B5EF4-FFF2-40B4-BE49-F238E27FC236}">
                  <a16:creationId xmlns:a16="http://schemas.microsoft.com/office/drawing/2014/main" id="{79178288-2A6A-404B-94ED-BF89D306584A}"/>
                </a:ext>
              </a:extLst>
            </p:cNvPr>
            <p:cNvSpPr/>
            <p:nvPr/>
          </p:nvSpPr>
          <p:spPr>
            <a:xfrm>
              <a:off x="7796896" y="4503531"/>
              <a:ext cx="117348" cy="117348"/>
            </a:xfrm>
            <a:custGeom>
              <a:avLst/>
              <a:gdLst>
                <a:gd name="connsiteX0" fmla="*/ 117348 w 117348"/>
                <a:gd name="connsiteY0" fmla="*/ 58674 h 117348"/>
                <a:gd name="connsiteX1" fmla="*/ 58674 w 117348"/>
                <a:gd name="connsiteY1" fmla="*/ 117348 h 117348"/>
                <a:gd name="connsiteX2" fmla="*/ 0 w 117348"/>
                <a:gd name="connsiteY2" fmla="*/ 58674 h 117348"/>
                <a:gd name="connsiteX3" fmla="*/ 58674 w 117348"/>
                <a:gd name="connsiteY3" fmla="*/ 0 h 117348"/>
                <a:gd name="connsiteX4" fmla="*/ 117348 w 117348"/>
                <a:gd name="connsiteY4" fmla="*/ 58674 h 117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348" h="117348">
                  <a:moveTo>
                    <a:pt x="117348" y="58674"/>
                  </a:moveTo>
                  <a:cubicBezTo>
                    <a:pt x="117348" y="91079"/>
                    <a:pt x="91079" y="117348"/>
                    <a:pt x="58674" y="117348"/>
                  </a:cubicBezTo>
                  <a:cubicBezTo>
                    <a:pt x="26269" y="117348"/>
                    <a:pt x="0" y="91079"/>
                    <a:pt x="0" y="58674"/>
                  </a:cubicBezTo>
                  <a:cubicBezTo>
                    <a:pt x="0" y="26269"/>
                    <a:pt x="26269" y="0"/>
                    <a:pt x="58674" y="0"/>
                  </a:cubicBezTo>
                  <a:cubicBezTo>
                    <a:pt x="91079" y="0"/>
                    <a:pt x="117348" y="26269"/>
                    <a:pt x="117348" y="58674"/>
                  </a:cubicBezTo>
                  <a:close/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sz="1600">
                <a:latin typeface="Montserrat" panose="02000505000000020004" pitchFamily="2" charset="77"/>
              </a:endParaRPr>
            </a:p>
          </p:txBody>
        </p:sp>
        <p:sp>
          <p:nvSpPr>
            <p:cNvPr id="273" name="Freihandform: Form 272">
              <a:extLst>
                <a:ext uri="{FF2B5EF4-FFF2-40B4-BE49-F238E27FC236}">
                  <a16:creationId xmlns:a16="http://schemas.microsoft.com/office/drawing/2014/main" id="{49D9A15E-8940-437D-9076-354DD056A282}"/>
                </a:ext>
              </a:extLst>
            </p:cNvPr>
            <p:cNvSpPr/>
            <p:nvPr/>
          </p:nvSpPr>
          <p:spPr>
            <a:xfrm>
              <a:off x="7796896" y="4721939"/>
              <a:ext cx="117348" cy="117348"/>
            </a:xfrm>
            <a:custGeom>
              <a:avLst/>
              <a:gdLst>
                <a:gd name="connsiteX0" fmla="*/ 117348 w 117348"/>
                <a:gd name="connsiteY0" fmla="*/ 58674 h 117348"/>
                <a:gd name="connsiteX1" fmla="*/ 58674 w 117348"/>
                <a:gd name="connsiteY1" fmla="*/ 117348 h 117348"/>
                <a:gd name="connsiteX2" fmla="*/ 0 w 117348"/>
                <a:gd name="connsiteY2" fmla="*/ 58674 h 117348"/>
                <a:gd name="connsiteX3" fmla="*/ 58674 w 117348"/>
                <a:gd name="connsiteY3" fmla="*/ 0 h 117348"/>
                <a:gd name="connsiteX4" fmla="*/ 117348 w 117348"/>
                <a:gd name="connsiteY4" fmla="*/ 58674 h 117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348" h="117348">
                  <a:moveTo>
                    <a:pt x="117348" y="58674"/>
                  </a:moveTo>
                  <a:cubicBezTo>
                    <a:pt x="117348" y="91079"/>
                    <a:pt x="91079" y="117348"/>
                    <a:pt x="58674" y="117348"/>
                  </a:cubicBezTo>
                  <a:cubicBezTo>
                    <a:pt x="26269" y="117348"/>
                    <a:pt x="0" y="91079"/>
                    <a:pt x="0" y="58674"/>
                  </a:cubicBezTo>
                  <a:cubicBezTo>
                    <a:pt x="0" y="26269"/>
                    <a:pt x="26269" y="0"/>
                    <a:pt x="58674" y="0"/>
                  </a:cubicBezTo>
                  <a:cubicBezTo>
                    <a:pt x="91079" y="0"/>
                    <a:pt x="117348" y="26269"/>
                    <a:pt x="117348" y="58674"/>
                  </a:cubicBezTo>
                  <a:close/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sz="1600">
                <a:latin typeface="Montserrat" panose="02000505000000020004" pitchFamily="2" charset="77"/>
              </a:endParaRPr>
            </a:p>
          </p:txBody>
        </p:sp>
        <p:sp>
          <p:nvSpPr>
            <p:cNvPr id="274" name="Freihandform: Form 273">
              <a:extLst>
                <a:ext uri="{FF2B5EF4-FFF2-40B4-BE49-F238E27FC236}">
                  <a16:creationId xmlns:a16="http://schemas.microsoft.com/office/drawing/2014/main" id="{5A088A39-775B-4978-9734-254E2BD7715C}"/>
                </a:ext>
              </a:extLst>
            </p:cNvPr>
            <p:cNvSpPr/>
            <p:nvPr/>
          </p:nvSpPr>
          <p:spPr>
            <a:xfrm>
              <a:off x="7610968" y="4833286"/>
              <a:ext cx="117348" cy="117348"/>
            </a:xfrm>
            <a:custGeom>
              <a:avLst/>
              <a:gdLst>
                <a:gd name="connsiteX0" fmla="*/ 117348 w 117348"/>
                <a:gd name="connsiteY0" fmla="*/ 58674 h 117348"/>
                <a:gd name="connsiteX1" fmla="*/ 58674 w 117348"/>
                <a:gd name="connsiteY1" fmla="*/ 117348 h 117348"/>
                <a:gd name="connsiteX2" fmla="*/ 0 w 117348"/>
                <a:gd name="connsiteY2" fmla="*/ 58674 h 117348"/>
                <a:gd name="connsiteX3" fmla="*/ 58674 w 117348"/>
                <a:gd name="connsiteY3" fmla="*/ 0 h 117348"/>
                <a:gd name="connsiteX4" fmla="*/ 117348 w 117348"/>
                <a:gd name="connsiteY4" fmla="*/ 58674 h 117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348" h="117348">
                  <a:moveTo>
                    <a:pt x="117348" y="58674"/>
                  </a:moveTo>
                  <a:cubicBezTo>
                    <a:pt x="117348" y="91079"/>
                    <a:pt x="91079" y="117348"/>
                    <a:pt x="58674" y="117348"/>
                  </a:cubicBezTo>
                  <a:cubicBezTo>
                    <a:pt x="26269" y="117348"/>
                    <a:pt x="0" y="91079"/>
                    <a:pt x="0" y="58674"/>
                  </a:cubicBezTo>
                  <a:cubicBezTo>
                    <a:pt x="0" y="26269"/>
                    <a:pt x="26269" y="0"/>
                    <a:pt x="58674" y="0"/>
                  </a:cubicBezTo>
                  <a:cubicBezTo>
                    <a:pt x="91079" y="0"/>
                    <a:pt x="117348" y="26269"/>
                    <a:pt x="117348" y="58674"/>
                  </a:cubicBezTo>
                  <a:close/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sz="1600">
                <a:latin typeface="Montserrat" panose="02000505000000020004" pitchFamily="2" charset="77"/>
              </a:endParaRPr>
            </a:p>
          </p:txBody>
        </p:sp>
        <p:sp>
          <p:nvSpPr>
            <p:cNvPr id="275" name="Freihandform: Form 274">
              <a:extLst>
                <a:ext uri="{FF2B5EF4-FFF2-40B4-BE49-F238E27FC236}">
                  <a16:creationId xmlns:a16="http://schemas.microsoft.com/office/drawing/2014/main" id="{2556A2DA-0A61-491E-AB60-574A241A44C4}"/>
                </a:ext>
              </a:extLst>
            </p:cNvPr>
            <p:cNvSpPr/>
            <p:nvPr/>
          </p:nvSpPr>
          <p:spPr>
            <a:xfrm>
              <a:off x="7669642" y="4509436"/>
              <a:ext cx="9525" cy="78962"/>
            </a:xfrm>
            <a:custGeom>
              <a:avLst/>
              <a:gdLst>
                <a:gd name="connsiteX0" fmla="*/ 0 w 9525"/>
                <a:gd name="connsiteY0" fmla="*/ 0 h 78962"/>
                <a:gd name="connsiteX1" fmla="*/ 0 w 9525"/>
                <a:gd name="connsiteY1" fmla="*/ 78962 h 78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8962">
                  <a:moveTo>
                    <a:pt x="0" y="0"/>
                  </a:moveTo>
                  <a:lnTo>
                    <a:pt x="0" y="78962"/>
                  </a:ln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sz="1600">
                <a:latin typeface="Montserrat" panose="02000505000000020004" pitchFamily="2" charset="77"/>
              </a:endParaRPr>
            </a:p>
          </p:txBody>
        </p:sp>
        <p:sp>
          <p:nvSpPr>
            <p:cNvPr id="276" name="Freihandform: Form 275">
              <a:extLst>
                <a:ext uri="{FF2B5EF4-FFF2-40B4-BE49-F238E27FC236}">
                  <a16:creationId xmlns:a16="http://schemas.microsoft.com/office/drawing/2014/main" id="{0BC2F19D-CBD0-4E26-A6D8-69450910F428}"/>
                </a:ext>
              </a:extLst>
            </p:cNvPr>
            <p:cNvSpPr/>
            <p:nvPr/>
          </p:nvSpPr>
          <p:spPr>
            <a:xfrm>
              <a:off x="7669642" y="4754324"/>
              <a:ext cx="9525" cy="78962"/>
            </a:xfrm>
            <a:custGeom>
              <a:avLst/>
              <a:gdLst>
                <a:gd name="connsiteX0" fmla="*/ 0 w 9525"/>
                <a:gd name="connsiteY0" fmla="*/ 0 h 78962"/>
                <a:gd name="connsiteX1" fmla="*/ 0 w 9525"/>
                <a:gd name="connsiteY1" fmla="*/ 78962 h 78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78962">
                  <a:moveTo>
                    <a:pt x="0" y="0"/>
                  </a:moveTo>
                  <a:lnTo>
                    <a:pt x="0" y="78962"/>
                  </a:ln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sz="1600">
                <a:latin typeface="Montserrat" panose="02000505000000020004" pitchFamily="2" charset="77"/>
              </a:endParaRPr>
            </a:p>
          </p:txBody>
        </p:sp>
        <p:sp>
          <p:nvSpPr>
            <p:cNvPr id="277" name="Freihandform: Form 276">
              <a:extLst>
                <a:ext uri="{FF2B5EF4-FFF2-40B4-BE49-F238E27FC236}">
                  <a16:creationId xmlns:a16="http://schemas.microsoft.com/office/drawing/2014/main" id="{7A2A79D8-1E5C-4784-A126-C900DAF4491D}"/>
                </a:ext>
              </a:extLst>
            </p:cNvPr>
            <p:cNvSpPr/>
            <p:nvPr/>
          </p:nvSpPr>
          <p:spPr>
            <a:xfrm>
              <a:off x="7743270" y="4594304"/>
              <a:ext cx="63245" cy="38766"/>
            </a:xfrm>
            <a:custGeom>
              <a:avLst/>
              <a:gdLst>
                <a:gd name="connsiteX0" fmla="*/ 0 w 63245"/>
                <a:gd name="connsiteY0" fmla="*/ 38767 h 38766"/>
                <a:gd name="connsiteX1" fmla="*/ 63246 w 63245"/>
                <a:gd name="connsiteY1" fmla="*/ 0 h 38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245" h="38766">
                  <a:moveTo>
                    <a:pt x="0" y="38767"/>
                  </a:moveTo>
                  <a:lnTo>
                    <a:pt x="63246" y="0"/>
                  </a:ln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sz="1600">
                <a:latin typeface="Montserrat" panose="02000505000000020004" pitchFamily="2" charset="77"/>
              </a:endParaRPr>
            </a:p>
          </p:txBody>
        </p:sp>
        <p:sp>
          <p:nvSpPr>
            <p:cNvPr id="278" name="Freihandform: Form 277">
              <a:extLst>
                <a:ext uri="{FF2B5EF4-FFF2-40B4-BE49-F238E27FC236}">
                  <a16:creationId xmlns:a16="http://schemas.microsoft.com/office/drawing/2014/main" id="{5DAEB087-E73F-4071-BB63-3BBE2D4E22DD}"/>
                </a:ext>
              </a:extLst>
            </p:cNvPr>
            <p:cNvSpPr/>
            <p:nvPr/>
          </p:nvSpPr>
          <p:spPr>
            <a:xfrm>
              <a:off x="7740222" y="4714890"/>
              <a:ext cx="62864" cy="39433"/>
            </a:xfrm>
            <a:custGeom>
              <a:avLst/>
              <a:gdLst>
                <a:gd name="connsiteX0" fmla="*/ 0 w 62864"/>
                <a:gd name="connsiteY0" fmla="*/ 0 h 39433"/>
                <a:gd name="connsiteX1" fmla="*/ 62865 w 62864"/>
                <a:gd name="connsiteY1" fmla="*/ 39433 h 39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2864" h="39433">
                  <a:moveTo>
                    <a:pt x="0" y="0"/>
                  </a:moveTo>
                  <a:lnTo>
                    <a:pt x="62865" y="39433"/>
                  </a:ln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sz="1600">
                <a:latin typeface="Montserrat" panose="02000505000000020004" pitchFamily="2" charset="77"/>
              </a:endParaRPr>
            </a:p>
          </p:txBody>
        </p:sp>
      </p:grpSp>
      <p:cxnSp>
        <p:nvCxnSpPr>
          <p:cNvPr id="279" name="Gerader Verbinder 278">
            <a:extLst>
              <a:ext uri="{FF2B5EF4-FFF2-40B4-BE49-F238E27FC236}">
                <a16:creationId xmlns:a16="http://schemas.microsoft.com/office/drawing/2014/main" id="{6B8744FD-7424-4791-8D9E-DA1448663584}"/>
              </a:ext>
            </a:extLst>
          </p:cNvPr>
          <p:cNvCxnSpPr/>
          <p:nvPr/>
        </p:nvCxnSpPr>
        <p:spPr>
          <a:xfrm>
            <a:off x="4888525" y="1627296"/>
            <a:ext cx="711200" cy="0"/>
          </a:xfrm>
          <a:prstGeom prst="line">
            <a:avLst/>
          </a:prstGeom>
          <a:ln w="12700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Gerader Verbinder 279">
            <a:extLst>
              <a:ext uri="{FF2B5EF4-FFF2-40B4-BE49-F238E27FC236}">
                <a16:creationId xmlns:a16="http://schemas.microsoft.com/office/drawing/2014/main" id="{61D3D328-2727-431D-BE6A-F4B8F20B4B73}"/>
              </a:ext>
            </a:extLst>
          </p:cNvPr>
          <p:cNvCxnSpPr/>
          <p:nvPr/>
        </p:nvCxnSpPr>
        <p:spPr>
          <a:xfrm>
            <a:off x="6576159" y="5967067"/>
            <a:ext cx="711200" cy="0"/>
          </a:xfrm>
          <a:prstGeom prst="line">
            <a:avLst/>
          </a:prstGeom>
          <a:ln w="12700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Gerader Verbinder 280">
            <a:extLst>
              <a:ext uri="{FF2B5EF4-FFF2-40B4-BE49-F238E27FC236}">
                <a16:creationId xmlns:a16="http://schemas.microsoft.com/office/drawing/2014/main" id="{94E0C90A-E146-4439-80D8-84CF346184ED}"/>
              </a:ext>
            </a:extLst>
          </p:cNvPr>
          <p:cNvCxnSpPr/>
          <p:nvPr/>
        </p:nvCxnSpPr>
        <p:spPr>
          <a:xfrm>
            <a:off x="3202880" y="2817155"/>
            <a:ext cx="711200" cy="0"/>
          </a:xfrm>
          <a:prstGeom prst="line">
            <a:avLst/>
          </a:prstGeom>
          <a:ln w="12700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Gerader Verbinder 281">
            <a:extLst>
              <a:ext uri="{FF2B5EF4-FFF2-40B4-BE49-F238E27FC236}">
                <a16:creationId xmlns:a16="http://schemas.microsoft.com/office/drawing/2014/main" id="{ABA26132-5842-458D-A2C2-FF9CA374A14B}"/>
              </a:ext>
            </a:extLst>
          </p:cNvPr>
          <p:cNvCxnSpPr/>
          <p:nvPr/>
        </p:nvCxnSpPr>
        <p:spPr>
          <a:xfrm>
            <a:off x="3190354" y="4747344"/>
            <a:ext cx="711200" cy="0"/>
          </a:xfrm>
          <a:prstGeom prst="line">
            <a:avLst/>
          </a:prstGeom>
          <a:ln w="12700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Gerader Verbinder 282">
            <a:extLst>
              <a:ext uri="{FF2B5EF4-FFF2-40B4-BE49-F238E27FC236}">
                <a16:creationId xmlns:a16="http://schemas.microsoft.com/office/drawing/2014/main" id="{53DD5B33-AFD8-4AE6-9232-A8EDE526D22E}"/>
              </a:ext>
            </a:extLst>
          </p:cNvPr>
          <p:cNvCxnSpPr/>
          <p:nvPr/>
        </p:nvCxnSpPr>
        <p:spPr>
          <a:xfrm>
            <a:off x="8299383" y="2817155"/>
            <a:ext cx="711200" cy="0"/>
          </a:xfrm>
          <a:prstGeom prst="line">
            <a:avLst/>
          </a:prstGeom>
          <a:ln w="12700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Gerader Verbinder 283">
            <a:extLst>
              <a:ext uri="{FF2B5EF4-FFF2-40B4-BE49-F238E27FC236}">
                <a16:creationId xmlns:a16="http://schemas.microsoft.com/office/drawing/2014/main" id="{16B349B0-2604-4D84-B19F-777023D264E0}"/>
              </a:ext>
            </a:extLst>
          </p:cNvPr>
          <p:cNvCxnSpPr/>
          <p:nvPr/>
        </p:nvCxnSpPr>
        <p:spPr>
          <a:xfrm>
            <a:off x="8299383" y="4747344"/>
            <a:ext cx="711200" cy="0"/>
          </a:xfrm>
          <a:prstGeom prst="line">
            <a:avLst/>
          </a:prstGeom>
          <a:ln w="12700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5" name="Textfeld 207">
            <a:extLst>
              <a:ext uri="{FF2B5EF4-FFF2-40B4-BE49-F238E27FC236}">
                <a16:creationId xmlns:a16="http://schemas.microsoft.com/office/drawing/2014/main" id="{07531283-2F99-473E-96C2-5EBB55362425}"/>
              </a:ext>
            </a:extLst>
          </p:cNvPr>
          <p:cNvSpPr txBox="1"/>
          <p:nvPr/>
        </p:nvSpPr>
        <p:spPr>
          <a:xfrm flipH="1">
            <a:off x="1026947" y="2622133"/>
            <a:ext cx="2085044" cy="330072"/>
          </a:xfrm>
          <a:prstGeom prst="rect">
            <a:avLst/>
          </a:prstGeom>
          <a:solidFill>
            <a:srgbClr val="E8E8E8"/>
          </a:solidFill>
        </p:spPr>
        <p:txBody>
          <a:bodyPr wrap="square" lIns="72000" tIns="72000" rIns="72000" bIns="72000" rtlCol="0" anchor="t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200">
                <a:latin typeface="Montserrat" panose="02000505000000020004" pitchFamily="2" charset="77"/>
              </a:rPr>
              <a:t>Autoscaling</a:t>
            </a:r>
          </a:p>
        </p:txBody>
      </p:sp>
      <p:sp>
        <p:nvSpPr>
          <p:cNvPr id="286" name="Textfeld 38">
            <a:extLst>
              <a:ext uri="{FF2B5EF4-FFF2-40B4-BE49-F238E27FC236}">
                <a16:creationId xmlns:a16="http://schemas.microsoft.com/office/drawing/2014/main" id="{E9E5C683-FB7F-4C5A-BFCC-DA681A36AFFD}"/>
              </a:ext>
            </a:extLst>
          </p:cNvPr>
          <p:cNvSpPr txBox="1"/>
          <p:nvPr/>
        </p:nvSpPr>
        <p:spPr>
          <a:xfrm flipH="1">
            <a:off x="1026946" y="4570311"/>
            <a:ext cx="2116293" cy="514738"/>
          </a:xfrm>
          <a:prstGeom prst="rect">
            <a:avLst/>
          </a:prstGeom>
          <a:solidFill>
            <a:srgbClr val="E8E8E8"/>
          </a:solidFill>
        </p:spPr>
        <p:txBody>
          <a:bodyPr wrap="square" lIns="72000" tIns="72000" rIns="72000" bIns="72000" rtlCol="0" anchor="t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200">
                <a:latin typeface="Montserrat" panose="02000505000000020004" pitchFamily="2" charset="77"/>
              </a:rPr>
              <a:t>Cloud native auf Basis </a:t>
            </a:r>
            <a:br>
              <a:rPr lang="en-GB" sz="1200">
                <a:latin typeface="Montserrat" panose="02000505000000020004" pitchFamily="2" charset="77"/>
              </a:rPr>
            </a:br>
            <a:r>
              <a:rPr lang="en-GB" sz="1200">
                <a:latin typeface="Montserrat" panose="02000505000000020004" pitchFamily="2" charset="77"/>
              </a:rPr>
              <a:t>von Kubernetes</a:t>
            </a:r>
          </a:p>
        </p:txBody>
      </p:sp>
      <p:sp>
        <p:nvSpPr>
          <p:cNvPr id="3" name="Google Shape;231;p37">
            <a:extLst>
              <a:ext uri="{FF2B5EF4-FFF2-40B4-BE49-F238E27FC236}">
                <a16:creationId xmlns:a16="http://schemas.microsoft.com/office/drawing/2014/main" id="{DA8C33CC-5009-1279-B1DA-24A1BE1AE9B2}"/>
              </a:ext>
            </a:extLst>
          </p:cNvPr>
          <p:cNvSpPr txBox="1">
            <a:spLocks/>
          </p:cNvSpPr>
          <p:nvPr/>
        </p:nvSpPr>
        <p:spPr>
          <a:xfrm>
            <a:off x="353623" y="165902"/>
            <a:ext cx="11002858" cy="38565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200" b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Modernste Technologie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20806C6A-764A-3E1B-3495-A3D96AE56A17}"/>
              </a:ext>
            </a:extLst>
          </p:cNvPr>
          <p:cNvSpPr txBox="1">
            <a:spLocks/>
          </p:cNvSpPr>
          <p:nvPr/>
        </p:nvSpPr>
        <p:spPr>
          <a:xfrm>
            <a:off x="393975" y="551659"/>
            <a:ext cx="11585815" cy="3837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6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Ermöglicht </a:t>
            </a:r>
            <a:r>
              <a:rPr lang="de-DE" sz="1600" err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No</a:t>
            </a:r>
            <a:r>
              <a:rPr lang="de-DE" sz="16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-Code </a:t>
            </a:r>
            <a:r>
              <a:rPr lang="de-DE" sz="1600" err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Customization</a:t>
            </a:r>
            <a:r>
              <a:rPr lang="de-DE" sz="16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 &amp; </a:t>
            </a:r>
            <a:r>
              <a:rPr lang="de-DE" sz="1600" err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Continuous</a:t>
            </a:r>
            <a:r>
              <a:rPr lang="de-DE" sz="16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 </a:t>
            </a:r>
            <a:r>
              <a:rPr lang="de-DE" sz="1600" err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Delivery</a:t>
            </a:r>
            <a:r>
              <a:rPr lang="de-DE" sz="16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 </a:t>
            </a:r>
            <a:r>
              <a:rPr lang="de-DE" sz="1600" err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prozesse</a:t>
            </a:r>
            <a:endParaRPr lang="en-GB" sz="1600">
              <a:solidFill>
                <a:schemeClr val="accent4">
                  <a:lumMod val="25000"/>
                </a:schemeClr>
              </a:solidFill>
              <a:latin typeface="Montserrat" panose="0200050500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01321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55FA0F5E-8F5F-5B7F-0944-A545AE76B143}"/>
              </a:ext>
            </a:extLst>
          </p:cNvPr>
          <p:cNvSpPr/>
          <p:nvPr/>
        </p:nvSpPr>
        <p:spPr>
          <a:xfrm>
            <a:off x="453714" y="1793114"/>
            <a:ext cx="3419999" cy="1662201"/>
          </a:xfrm>
          <a:prstGeom prst="roundRect">
            <a:avLst>
              <a:gd name="adj" fmla="val 692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 marR="0" lvl="0" indent="0" algn="l" defTabSz="1219169" rtl="0" eaLnBrk="1" fontAlgn="auto" latinLnBrk="0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BE0F"/>
              </a:buClr>
              <a:buSzTx/>
              <a:buFontTx/>
              <a:buNone/>
              <a:tabLst/>
              <a:defRPr/>
            </a:pPr>
            <a:b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srgbClr val="011A37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</a:b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srgbClr val="011A37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Unsere Vorgehensweise basiert auf</a:t>
            </a:r>
            <a:b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srgbClr val="011A37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</a:br>
            <a:r>
              <a:rPr lang="de-DE" sz="1200" kern="0" dirty="0">
                <a:solidFill>
                  <a:srgbClr val="011A37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einer Vielzahl </a:t>
            </a:r>
            <a:r>
              <a:rPr kumimoji="0" lang="de-DE" sz="1200" b="1" i="0" u="none" strike="noStrike" kern="0" cap="none" spc="0" normalizeH="0" baseline="0" noProof="0" dirty="0">
                <a:ln>
                  <a:noFill/>
                </a:ln>
                <a:solidFill>
                  <a:srgbClr val="011A37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erfolgreich durch-</a:t>
            </a:r>
            <a:br>
              <a:rPr kumimoji="0" lang="de-DE" sz="1200" b="1" i="0" u="none" strike="noStrike" kern="0" cap="none" spc="0" normalizeH="0" baseline="0" noProof="0" dirty="0">
                <a:ln>
                  <a:noFill/>
                </a:ln>
                <a:solidFill>
                  <a:srgbClr val="011A37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</a:br>
            <a:r>
              <a:rPr kumimoji="0" lang="de-DE" sz="1200" b="1" i="0" u="none" strike="noStrike" kern="0" cap="none" spc="0" normalizeH="0" baseline="0" noProof="0" dirty="0">
                <a:ln>
                  <a:noFill/>
                </a:ln>
                <a:solidFill>
                  <a:srgbClr val="011A37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geführten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srgbClr val="011A37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 Implementierungen.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CC560890-73DB-C626-2402-2A6635634635}"/>
              </a:ext>
            </a:extLst>
          </p:cNvPr>
          <p:cNvSpPr/>
          <p:nvPr/>
        </p:nvSpPr>
        <p:spPr>
          <a:xfrm>
            <a:off x="1707988" y="1365315"/>
            <a:ext cx="953594" cy="953594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54000" dist="38100" dir="5400000" algn="tl" rotWithShape="0">
              <a:prstClr val="black">
                <a:alpha val="2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4EE99381-1D0B-B80A-E79E-C8F8C87B4810}"/>
              </a:ext>
            </a:extLst>
          </p:cNvPr>
          <p:cNvSpPr txBox="1"/>
          <p:nvPr/>
        </p:nvSpPr>
        <p:spPr>
          <a:xfrm>
            <a:off x="8314916" y="1792114"/>
            <a:ext cx="3420000" cy="1663200"/>
          </a:xfrm>
          <a:prstGeom prst="roundRect">
            <a:avLst>
              <a:gd name="adj" fmla="val 8077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/>
          <a:p>
            <a:pPr marL="355600" marR="0" lvl="0" indent="0" algn="l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200" b="1" i="0" u="none" strike="noStrike" kern="0" cap="none" spc="0" normalizeH="0" baseline="0" noProof="0">
              <a:ln>
                <a:noFill/>
              </a:ln>
              <a:solidFill>
                <a:srgbClr val="011A37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Neue"/>
            </a:endParaRPr>
          </a:p>
          <a:p>
            <a:pPr marL="355600" marR="0" lvl="0" indent="0" algn="l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de-DE" sz="1200" b="1" i="0" u="none" strike="noStrike" kern="0" cap="none" spc="0" normalizeH="0" baseline="0" noProof="0">
                <a:ln>
                  <a:noFill/>
                </a:ln>
                <a:solidFill>
                  <a:srgbClr val="011A37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</a:br>
            <a:r>
              <a:rPr kumimoji="0" lang="de-DE" sz="1200" b="1" i="0" u="none" strike="noStrike" kern="0" cap="none" spc="0" normalizeH="0" baseline="0" noProof="0">
                <a:ln>
                  <a:noFill/>
                </a:ln>
                <a:solidFill>
                  <a:srgbClr val="011A37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Nachhaltigkeit</a:t>
            </a:r>
            <a:r>
              <a:rPr kumimoji="0" lang="de-DE" sz="1200" b="0" i="0" u="none" strike="noStrike" kern="0" cap="none" spc="0" normalizeH="0" baseline="0" noProof="0">
                <a:ln>
                  <a:noFill/>
                </a:ln>
                <a:solidFill>
                  <a:srgbClr val="011A37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 bei den Projektzielen</a:t>
            </a:r>
            <a:br>
              <a:rPr kumimoji="0" lang="de-DE" sz="1200" b="0" i="0" u="none" strike="noStrike" kern="0" cap="none" spc="0" normalizeH="0" baseline="0" noProof="0">
                <a:ln>
                  <a:noFill/>
                </a:ln>
                <a:solidFill>
                  <a:srgbClr val="011A37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</a:br>
            <a:r>
              <a:rPr kumimoji="0" lang="de-DE" sz="1200" b="0" i="0" u="none" strike="noStrike" kern="0" cap="none" spc="0" normalizeH="0" baseline="0" noProof="0">
                <a:ln>
                  <a:noFill/>
                </a:ln>
                <a:solidFill>
                  <a:srgbClr val="011A37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ist uns wichtig. Wir gehen erst, wenn</a:t>
            </a:r>
            <a:br>
              <a:rPr kumimoji="0" lang="de-DE" sz="1200" b="0" i="0" u="none" strike="noStrike" kern="0" cap="none" spc="0" normalizeH="0" baseline="0" noProof="0">
                <a:ln>
                  <a:noFill/>
                </a:ln>
                <a:solidFill>
                  <a:srgbClr val="011A37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</a:br>
            <a:r>
              <a:rPr kumimoji="0" lang="de-DE" sz="1200" b="0" i="0" u="none" strike="noStrike" kern="0" cap="none" spc="0" normalizeH="0" baseline="0" noProof="0">
                <a:ln>
                  <a:noFill/>
                </a:ln>
                <a:solidFill>
                  <a:srgbClr val="011A37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die Lösung </a:t>
            </a:r>
            <a:r>
              <a:rPr kumimoji="0" lang="de-DE" sz="1200" b="1" i="0" u="none" strike="noStrike" kern="0" cap="none" spc="0" normalizeH="0" baseline="0" noProof="0">
                <a:ln>
                  <a:noFill/>
                </a:ln>
                <a:solidFill>
                  <a:srgbClr val="011A37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reibungslos funktioniert</a:t>
            </a:r>
            <a:br>
              <a:rPr kumimoji="0" lang="de-DE" sz="1200" b="1" i="0" u="none" strike="noStrike" kern="0" cap="none" spc="0" normalizeH="0" baseline="0" noProof="0">
                <a:ln>
                  <a:noFill/>
                </a:ln>
                <a:solidFill>
                  <a:srgbClr val="011A37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</a:br>
            <a:r>
              <a:rPr kumimoji="0" lang="de-DE" sz="1200" b="0" i="0" u="none" strike="noStrike" kern="0" cap="none" spc="0" normalizeH="0" baseline="0" noProof="0">
                <a:ln>
                  <a:noFill/>
                </a:ln>
                <a:solidFill>
                  <a:srgbClr val="011A37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und in der Organisation </a:t>
            </a:r>
            <a:r>
              <a:rPr kumimoji="0" lang="de-DE" sz="1200" b="1" i="0" u="none" strike="noStrike" kern="0" cap="none" spc="0" normalizeH="0" baseline="0" noProof="0">
                <a:ln>
                  <a:noFill/>
                </a:ln>
                <a:solidFill>
                  <a:srgbClr val="011A37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verankert</a:t>
            </a:r>
            <a:r>
              <a:rPr kumimoji="0" lang="de-DE" sz="1200" b="0" i="0" u="none" strike="noStrike" kern="0" cap="none" spc="0" normalizeH="0" baseline="0" noProof="0">
                <a:ln>
                  <a:noFill/>
                </a:ln>
                <a:solidFill>
                  <a:srgbClr val="011A37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 ist.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963AD314-6036-3178-630A-ED1B4CA5240A}"/>
              </a:ext>
            </a:extLst>
          </p:cNvPr>
          <p:cNvSpPr/>
          <p:nvPr/>
        </p:nvSpPr>
        <p:spPr>
          <a:xfrm>
            <a:off x="9505703" y="1365315"/>
            <a:ext cx="953594" cy="953594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54000" dist="38100" dir="5400000" algn="tl" rotWithShape="0">
              <a:prstClr val="black">
                <a:alpha val="2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34F8C62A-AD65-44BF-4D4D-4A00FF437969}"/>
              </a:ext>
            </a:extLst>
          </p:cNvPr>
          <p:cNvSpPr txBox="1"/>
          <p:nvPr/>
        </p:nvSpPr>
        <p:spPr>
          <a:xfrm>
            <a:off x="4384316" y="1793114"/>
            <a:ext cx="3420000" cy="1662200"/>
          </a:xfrm>
          <a:prstGeom prst="roundRect">
            <a:avLst>
              <a:gd name="adj" fmla="val 7498"/>
            </a:avLst>
          </a:prstGeom>
          <a:solidFill>
            <a:schemeClr val="bg1">
              <a:lumMod val="95000"/>
            </a:schemeClr>
          </a:solidFill>
        </p:spPr>
        <p:txBody>
          <a:bodyPr wrap="square" anchor="ctr" anchorCtr="0">
            <a:noAutofit/>
          </a:bodyPr>
          <a:lstStyle/>
          <a:p>
            <a:pPr marL="355600" marR="0" lvl="0" indent="0" algn="l" defTabSz="1219169" rtl="0" eaLnBrk="1" fontAlgn="auto" latinLnBrk="0" hangingPunc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BE0F"/>
              </a:buClr>
              <a:buSzTx/>
              <a:buFontTx/>
              <a:buNone/>
              <a:tabLst/>
              <a:defRPr/>
            </a:pPr>
            <a:br>
              <a:rPr kumimoji="0" lang="de-DE" sz="1200" b="1" i="0" u="none" strike="noStrike" kern="0" cap="none" spc="0" normalizeH="0" baseline="0" noProof="0" dirty="0">
                <a:ln>
                  <a:noFill/>
                </a:ln>
                <a:solidFill>
                  <a:srgbClr val="011A37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</a:br>
            <a:br>
              <a:rPr kumimoji="0" lang="de-DE" sz="1200" b="1" i="0" u="none" strike="noStrike" kern="0" cap="none" spc="0" normalizeH="0" baseline="0" noProof="0" dirty="0">
                <a:ln>
                  <a:noFill/>
                </a:ln>
                <a:solidFill>
                  <a:srgbClr val="011A37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</a:br>
            <a:r>
              <a:rPr kumimoji="0" lang="de-DE" sz="1200" b="1" i="0" u="none" strike="noStrike" kern="0" cap="none" spc="0" normalizeH="0" baseline="0" noProof="0" dirty="0">
                <a:ln>
                  <a:noFill/>
                </a:ln>
                <a:solidFill>
                  <a:srgbClr val="011A37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Templates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srgbClr val="011A37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 und </a:t>
            </a:r>
            <a:r>
              <a:rPr kumimoji="0" lang="de-DE" sz="1200" b="1" i="0" u="none" strike="noStrike" kern="0" cap="none" spc="0" normalizeH="0" baseline="0" noProof="0" dirty="0">
                <a:ln>
                  <a:noFill/>
                </a:ln>
                <a:solidFill>
                  <a:srgbClr val="011A37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Vorlagen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srgbClr val="011A37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 helfen</a:t>
            </a:r>
            <a:b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srgbClr val="011A37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</a:b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srgbClr val="011A37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dabei, den Überblick und die</a:t>
            </a:r>
            <a:b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srgbClr val="011A37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</a:b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srgbClr val="011A37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effiziente Projektdurchführung nicht</a:t>
            </a:r>
            <a:b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srgbClr val="011A37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</a:b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srgbClr val="011A37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aus den Augen zu verlieren.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C2023E24-CBAD-F345-8D69-85B23767AEA1}"/>
              </a:ext>
            </a:extLst>
          </p:cNvPr>
          <p:cNvSpPr/>
          <p:nvPr/>
        </p:nvSpPr>
        <p:spPr>
          <a:xfrm>
            <a:off x="5575100" y="1365315"/>
            <a:ext cx="953594" cy="953594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254000" dist="38100" dir="5400000" algn="tl" rotWithShape="0">
              <a:prstClr val="black">
                <a:alpha val="2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FA513B3-8336-B991-69E8-AA346801CE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867474" y="1542892"/>
            <a:ext cx="593885" cy="5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AB8DD3D0-FD91-3F84-6807-9F59FC971E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750807" y="1569877"/>
            <a:ext cx="629869" cy="540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1BB43E4B-D1CE-2B3D-87DA-9A379FE51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660087" y="1513047"/>
            <a:ext cx="653459" cy="654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AutoShape 5">
            <a:extLst>
              <a:ext uri="{FF2B5EF4-FFF2-40B4-BE49-F238E27FC236}">
                <a16:creationId xmlns:a16="http://schemas.microsoft.com/office/drawing/2014/main" id="{44D7DA75-D06F-EC8C-6932-27C2F9E58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4705" y="4453838"/>
            <a:ext cx="1996021" cy="496800"/>
          </a:xfrm>
          <a:prstGeom prst="chevron">
            <a:avLst>
              <a:gd name="adj" fmla="val 23360"/>
            </a:avLst>
          </a:prstGeom>
          <a:solidFill>
            <a:schemeClr val="tx2">
              <a:lumMod val="90000"/>
              <a:lumOff val="10000"/>
            </a:schemeClr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anchor="ctr"/>
          <a:lstStyle/>
          <a:p>
            <a:pPr marL="0" marR="0" lvl="0" indent="0" algn="ctr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Sichtung der Daten, Systeme und Prozesse</a:t>
            </a:r>
          </a:p>
        </p:txBody>
      </p:sp>
      <p:sp>
        <p:nvSpPr>
          <p:cNvPr id="33" name="AutoShape 23">
            <a:extLst>
              <a:ext uri="{FF2B5EF4-FFF2-40B4-BE49-F238E27FC236}">
                <a16:creationId xmlns:a16="http://schemas.microsoft.com/office/drawing/2014/main" id="{87A9029D-CEC7-1F8A-4705-103B10B860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6820" y="4451883"/>
            <a:ext cx="1478125" cy="496800"/>
          </a:xfrm>
          <a:prstGeom prst="chevron">
            <a:avLst>
              <a:gd name="adj" fmla="val 23360"/>
            </a:avLst>
          </a:prstGeom>
          <a:solidFill>
            <a:schemeClr val="tx2">
              <a:lumMod val="90000"/>
              <a:lumOff val="10000"/>
            </a:schemeClr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anchor="ctr"/>
          <a:lstStyle/>
          <a:p>
            <a:pPr marL="0" marR="0" lvl="0" indent="0" algn="ctr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Abnahme und </a:t>
            </a:r>
          </a:p>
          <a:p>
            <a:pPr marL="0" marR="0" lvl="0" indent="0" algn="ctr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Support</a:t>
            </a:r>
          </a:p>
        </p:txBody>
      </p:sp>
      <p:sp>
        <p:nvSpPr>
          <p:cNvPr id="37" name="AutoShape 29">
            <a:extLst>
              <a:ext uri="{FF2B5EF4-FFF2-40B4-BE49-F238E27FC236}">
                <a16:creationId xmlns:a16="http://schemas.microsoft.com/office/drawing/2014/main" id="{DF27F8E4-946C-96FD-77F5-C05B2D68DE24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1827055" y="3733735"/>
            <a:ext cx="8334375" cy="346986"/>
          </a:xfrm>
          <a:prstGeom prst="chevron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rot="10800000" wrap="none" anchor="ctr"/>
          <a:lstStyle/>
          <a:p>
            <a:pPr marL="0" marR="0" lvl="0" indent="0" algn="ctr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Projektmanagement</a:t>
            </a:r>
          </a:p>
        </p:txBody>
      </p:sp>
      <p:sp>
        <p:nvSpPr>
          <p:cNvPr id="38" name="AutoShape 33">
            <a:extLst>
              <a:ext uri="{FF2B5EF4-FFF2-40B4-BE49-F238E27FC236}">
                <a16:creationId xmlns:a16="http://schemas.microsoft.com/office/drawing/2014/main" id="{A387A766-1C1A-9E4A-351F-CDE6F0539C08}"/>
              </a:ext>
            </a:extLst>
          </p:cNvPr>
          <p:cNvSpPr>
            <a:spLocks noChangeArrowheads="1"/>
          </p:cNvSpPr>
          <p:nvPr/>
        </p:nvSpPr>
        <p:spPr bwMode="auto">
          <a:xfrm rot="10800000" flipH="1" flipV="1">
            <a:off x="1827055" y="5953827"/>
            <a:ext cx="8334375" cy="376210"/>
          </a:xfrm>
          <a:prstGeom prst="chevron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Qualitäts- und Change Management</a:t>
            </a:r>
          </a:p>
        </p:txBody>
      </p:sp>
      <p:sp>
        <p:nvSpPr>
          <p:cNvPr id="34" name="AutoShape 24">
            <a:extLst>
              <a:ext uri="{FF2B5EF4-FFF2-40B4-BE49-F238E27FC236}">
                <a16:creationId xmlns:a16="http://schemas.microsoft.com/office/drawing/2014/main" id="{633CCD74-1577-EE2C-BC05-43E490206D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8291" y="5086350"/>
            <a:ext cx="1368000" cy="494844"/>
          </a:xfrm>
          <a:prstGeom prst="chevron">
            <a:avLst>
              <a:gd name="adj" fmla="val 23360"/>
            </a:avLst>
          </a:prstGeom>
          <a:solidFill>
            <a:schemeClr val="accent3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anchor="ctr"/>
          <a:lstStyle/>
          <a:p>
            <a:pPr marL="0" marR="0" lvl="0" indent="0" algn="ctr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Fach-</a:t>
            </a:r>
            <a:br>
              <a:rPr kumimoji="0" lang="de-DE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</a:br>
            <a:r>
              <a:rPr kumimoji="0" lang="de-DE" sz="1100" b="1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konzeption</a:t>
            </a:r>
            <a:endParaRPr kumimoji="0" lang="de-DE" sz="11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35" name="AutoShape 25">
            <a:extLst>
              <a:ext uri="{FF2B5EF4-FFF2-40B4-BE49-F238E27FC236}">
                <a16:creationId xmlns:a16="http://schemas.microsoft.com/office/drawing/2014/main" id="{6B8D291E-8C13-5455-5A8C-EEB687467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0005" y="5086350"/>
            <a:ext cx="1368000" cy="494844"/>
          </a:xfrm>
          <a:prstGeom prst="chevron">
            <a:avLst>
              <a:gd name="adj" fmla="val 23360"/>
            </a:avLst>
          </a:prstGeom>
          <a:solidFill>
            <a:schemeClr val="accent3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anchor="ctr"/>
          <a:lstStyle/>
          <a:p>
            <a:pPr marL="0" marR="0" lvl="0" indent="0" algn="ctr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Techn.</a:t>
            </a:r>
          </a:p>
          <a:p>
            <a:pPr marL="0" marR="0" lvl="0" indent="0" algn="ctr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Konzept</a:t>
            </a:r>
          </a:p>
        </p:txBody>
      </p:sp>
      <p:sp>
        <p:nvSpPr>
          <p:cNvPr id="36" name="AutoShape 26">
            <a:extLst>
              <a:ext uri="{FF2B5EF4-FFF2-40B4-BE49-F238E27FC236}">
                <a16:creationId xmlns:a16="http://schemas.microsoft.com/office/drawing/2014/main" id="{44224B05-AB41-BDF0-9301-8D1B3F568D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1718" y="5086350"/>
            <a:ext cx="1368000" cy="494844"/>
          </a:xfrm>
          <a:prstGeom prst="chevron">
            <a:avLst>
              <a:gd name="adj" fmla="val 23360"/>
            </a:avLst>
          </a:prstGeom>
          <a:solidFill>
            <a:schemeClr val="accent3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anchor="ctr"/>
          <a:lstStyle/>
          <a:p>
            <a:pPr marL="0" marR="0" lvl="0" indent="0" algn="ctr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Realisierung und Schulung</a:t>
            </a:r>
          </a:p>
        </p:txBody>
      </p:sp>
      <p:cxnSp>
        <p:nvCxnSpPr>
          <p:cNvPr id="39" name="Gewinkelte Verbindung 16">
            <a:extLst>
              <a:ext uri="{FF2B5EF4-FFF2-40B4-BE49-F238E27FC236}">
                <a16:creationId xmlns:a16="http://schemas.microsoft.com/office/drawing/2014/main" id="{CB52B9E7-980F-FFA2-B3A7-F1858108E573}"/>
              </a:ext>
            </a:extLst>
          </p:cNvPr>
          <p:cNvCxnSpPr/>
          <p:nvPr/>
        </p:nvCxnSpPr>
        <p:spPr>
          <a:xfrm flipV="1">
            <a:off x="4231724" y="4309962"/>
            <a:ext cx="4347994" cy="1072002"/>
          </a:xfrm>
          <a:prstGeom prst="bentConnector3">
            <a:avLst>
              <a:gd name="adj1" fmla="val -309"/>
            </a:avLst>
          </a:prstGeom>
          <a:ln w="19050">
            <a:solidFill>
              <a:schemeClr val="accent3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winkelte Verbindung 18">
            <a:extLst>
              <a:ext uri="{FF2B5EF4-FFF2-40B4-BE49-F238E27FC236}">
                <a16:creationId xmlns:a16="http://schemas.microsoft.com/office/drawing/2014/main" id="{A3FA5DCF-5381-9AB4-4E95-19880F802792}"/>
              </a:ext>
            </a:extLst>
          </p:cNvPr>
          <p:cNvCxnSpPr>
            <a:cxnSpLocks/>
          </p:cNvCxnSpPr>
          <p:nvPr/>
        </p:nvCxnSpPr>
        <p:spPr>
          <a:xfrm rot="10800000" flipV="1">
            <a:off x="4173237" y="4578736"/>
            <a:ext cx="4551926" cy="1156210"/>
          </a:xfrm>
          <a:prstGeom prst="bentConnector3">
            <a:avLst>
              <a:gd name="adj1" fmla="val -343"/>
            </a:avLst>
          </a:prstGeom>
          <a:ln w="19050">
            <a:solidFill>
              <a:schemeClr val="accent3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feld 40">
            <a:extLst>
              <a:ext uri="{FF2B5EF4-FFF2-40B4-BE49-F238E27FC236}">
                <a16:creationId xmlns:a16="http://schemas.microsoft.com/office/drawing/2014/main" id="{479DA403-F2D7-7B10-21C2-8C54AA584F5A}"/>
              </a:ext>
            </a:extLst>
          </p:cNvPr>
          <p:cNvSpPr txBox="1"/>
          <p:nvPr/>
        </p:nvSpPr>
        <p:spPr>
          <a:xfrm>
            <a:off x="5265362" y="4137954"/>
            <a:ext cx="236767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1" i="0" u="none" strike="noStrike" kern="0" cap="none" spc="0" normalizeH="0" baseline="0" noProof="0">
                <a:ln>
                  <a:noFill/>
                </a:ln>
                <a:solidFill>
                  <a:srgbClr val="0D75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Iteratives Vorgehen [SCRUM]</a:t>
            </a:r>
          </a:p>
        </p:txBody>
      </p:sp>
      <p:sp>
        <p:nvSpPr>
          <p:cNvPr id="4" name="AutoShape 5">
            <a:extLst>
              <a:ext uri="{FF2B5EF4-FFF2-40B4-BE49-F238E27FC236}">
                <a16:creationId xmlns:a16="http://schemas.microsoft.com/office/drawing/2014/main" id="{56784EBE-2F73-E2F7-857F-623351BDC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8291" y="4453838"/>
            <a:ext cx="4231427" cy="494845"/>
          </a:xfrm>
          <a:prstGeom prst="chevron">
            <a:avLst>
              <a:gd name="adj" fmla="val 23360"/>
            </a:avLst>
          </a:prstGeom>
          <a:solidFill>
            <a:schemeClr val="tx2">
              <a:lumMod val="90000"/>
              <a:lumOff val="10000"/>
            </a:schemeClr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anchor="ctr"/>
          <a:lstStyle/>
          <a:p>
            <a:pPr marL="0" marR="0" lvl="0" indent="0" algn="ctr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Kontinuierliche Erweiterung des Systems</a:t>
            </a:r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8E88A7A3-78FD-084A-5076-FB23F4722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6819" y="5082462"/>
            <a:ext cx="1478125" cy="496800"/>
          </a:xfrm>
          <a:prstGeom prst="chevron">
            <a:avLst>
              <a:gd name="adj" fmla="val 23360"/>
            </a:avLst>
          </a:prstGeom>
          <a:solidFill>
            <a:schemeClr val="accent3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anchor="ctr"/>
          <a:lstStyle/>
          <a:p>
            <a:pPr marL="0" marR="0" lvl="0" indent="0" algn="ctr" defTabSz="121916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Quick </a:t>
            </a:r>
            <a:r>
              <a:rPr kumimoji="0" lang="de-DE" sz="1100" b="1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Wins</a:t>
            </a:r>
            <a:endParaRPr kumimoji="0" lang="de-DE" sz="11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2" name="Google Shape;231;p37">
            <a:extLst>
              <a:ext uri="{FF2B5EF4-FFF2-40B4-BE49-F238E27FC236}">
                <a16:creationId xmlns:a16="http://schemas.microsoft.com/office/drawing/2014/main" id="{358EC0A6-4672-1431-045A-C67E379D5A9B}"/>
              </a:ext>
            </a:extLst>
          </p:cNvPr>
          <p:cNvSpPr txBox="1">
            <a:spLocks/>
          </p:cNvSpPr>
          <p:nvPr/>
        </p:nvSpPr>
        <p:spPr>
          <a:xfrm>
            <a:off x="353623" y="165902"/>
            <a:ext cx="11002858" cy="38565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/>
            <a:r>
              <a:rPr lang="de-DE" sz="2200" b="1" dirty="0">
                <a:latin typeface="Montserrat" panose="02000505000000020004" pitchFamily="2" charset="77"/>
              </a:rPr>
              <a:t>Praxiserprobte standardisierte Projektvorgehensweise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99492781-2071-66C7-23E0-C3214D73F833}"/>
              </a:ext>
            </a:extLst>
          </p:cNvPr>
          <p:cNvSpPr txBox="1">
            <a:spLocks/>
          </p:cNvSpPr>
          <p:nvPr/>
        </p:nvSpPr>
        <p:spPr>
          <a:xfrm>
            <a:off x="393975" y="551659"/>
            <a:ext cx="11585815" cy="3837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600" dirty="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Das kompetente Onboarding-Team von </a:t>
            </a:r>
            <a:r>
              <a:rPr lang="de-DE" sz="1600" dirty="0" err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Convercus</a:t>
            </a:r>
            <a:r>
              <a:rPr lang="de-DE" sz="1600" dirty="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 begleitet Sie bis zum Go Live</a:t>
            </a:r>
            <a:endParaRPr lang="en-GB" sz="1600" dirty="0">
              <a:solidFill>
                <a:schemeClr val="accent4">
                  <a:lumMod val="25000"/>
                </a:schemeClr>
              </a:solidFill>
              <a:latin typeface="Montserrat" panose="02000505000000020004" pitchFamily="2" charset="77"/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C00D9D3-1AF9-5C0D-959B-0633088D7FF4}"/>
              </a:ext>
            </a:extLst>
          </p:cNvPr>
          <p:cNvSpPr txBox="1">
            <a:spLocks/>
          </p:cNvSpPr>
          <p:nvPr/>
        </p:nvSpPr>
        <p:spPr>
          <a:xfrm>
            <a:off x="503660" y="6415802"/>
            <a:ext cx="1175322" cy="24622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sz="1000" dirty="0" err="1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strictly</a:t>
            </a:r>
            <a:r>
              <a:rPr lang="de-DE" sz="10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de-DE" sz="1000" dirty="0" err="1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confidential</a:t>
            </a:r>
            <a:endParaRPr lang="de-DE" sz="1000" dirty="0">
              <a:solidFill>
                <a:schemeClr val="bg1">
                  <a:lumMod val="6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0326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Placeholder 23" descr="A group of people sitting on a couch&#10;&#10;Description automatically generated">
            <a:extLst>
              <a:ext uri="{FF2B5EF4-FFF2-40B4-BE49-F238E27FC236}">
                <a16:creationId xmlns:a16="http://schemas.microsoft.com/office/drawing/2014/main" id="{53494D3B-5E69-4BBE-AB2F-0118C228200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7999"/>
          </a:xfrm>
        </p:spPr>
      </p:pic>
      <p:sp>
        <p:nvSpPr>
          <p:cNvPr id="169" name="Rectangle 168">
            <a:extLst>
              <a:ext uri="{FF2B5EF4-FFF2-40B4-BE49-F238E27FC236}">
                <a16:creationId xmlns:a16="http://schemas.microsoft.com/office/drawing/2014/main" id="{8E1A246C-5778-D446-87C6-BDF72C3CE55D}"/>
              </a:ext>
            </a:extLst>
          </p:cNvPr>
          <p:cNvSpPr/>
          <p:nvPr/>
        </p:nvSpPr>
        <p:spPr>
          <a:xfrm>
            <a:off x="20535" y="0"/>
            <a:ext cx="12192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>
                  <a:alpha val="3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aphic 14">
            <a:extLst>
              <a:ext uri="{FF2B5EF4-FFF2-40B4-BE49-F238E27FC236}">
                <a16:creationId xmlns:a16="http://schemas.microsoft.com/office/drawing/2014/main" id="{D9E639C7-7121-45D3-A20F-8BABD457B7CE}"/>
              </a:ext>
            </a:extLst>
          </p:cNvPr>
          <p:cNvGrpSpPr/>
          <p:nvPr/>
        </p:nvGrpSpPr>
        <p:grpSpPr>
          <a:xfrm rot="1204646">
            <a:off x="7778901" y="-1662954"/>
            <a:ext cx="6282133" cy="6297488"/>
            <a:chOff x="5786248" y="1256049"/>
            <a:chExt cx="7311072" cy="7328940"/>
          </a:xfrm>
          <a:solidFill>
            <a:schemeClr val="bg1">
              <a:lumMod val="95000"/>
            </a:schemeClr>
          </a:solidFill>
        </p:grpSpPr>
        <p:sp>
          <p:nvSpPr>
            <p:cNvPr id="31" name="Freeform 13">
              <a:extLst>
                <a:ext uri="{FF2B5EF4-FFF2-40B4-BE49-F238E27FC236}">
                  <a16:creationId xmlns:a16="http://schemas.microsoft.com/office/drawing/2014/main" id="{93C0D161-0F39-422E-AE84-0570B0354488}"/>
                </a:ext>
              </a:extLst>
            </p:cNvPr>
            <p:cNvSpPr/>
            <p:nvPr/>
          </p:nvSpPr>
          <p:spPr>
            <a:xfrm>
              <a:off x="7769618" y="6381245"/>
              <a:ext cx="1101872" cy="446705"/>
            </a:xfrm>
            <a:custGeom>
              <a:avLst/>
              <a:gdLst>
                <a:gd name="connsiteX0" fmla="*/ 0 w 1101872"/>
                <a:gd name="connsiteY0" fmla="*/ 0 h 446705"/>
                <a:gd name="connsiteX1" fmla="*/ 1122719 w 1101872"/>
                <a:gd name="connsiteY1" fmla="*/ 446705 h 446705"/>
                <a:gd name="connsiteX2" fmla="*/ 1119741 w 1101872"/>
                <a:gd name="connsiteY2" fmla="*/ 449683 h 446705"/>
                <a:gd name="connsiteX3" fmla="*/ 0 w 1101872"/>
                <a:gd name="connsiteY3" fmla="*/ 2978 h 446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01872" h="446705">
                  <a:moveTo>
                    <a:pt x="0" y="0"/>
                  </a:moveTo>
                  <a:lnTo>
                    <a:pt x="1122719" y="446705"/>
                  </a:lnTo>
                  <a:lnTo>
                    <a:pt x="1119741" y="449683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14">
              <a:extLst>
                <a:ext uri="{FF2B5EF4-FFF2-40B4-BE49-F238E27FC236}">
                  <a16:creationId xmlns:a16="http://schemas.microsoft.com/office/drawing/2014/main" id="{D589341E-662D-4DD9-AF46-CD2CAFAD0C2D}"/>
                </a:ext>
              </a:extLst>
            </p:cNvPr>
            <p:cNvSpPr/>
            <p:nvPr/>
          </p:nvSpPr>
          <p:spPr>
            <a:xfrm>
              <a:off x="8728545" y="4415742"/>
              <a:ext cx="148902" cy="2412207"/>
            </a:xfrm>
            <a:custGeom>
              <a:avLst/>
              <a:gdLst>
                <a:gd name="connsiteX0" fmla="*/ 0 w 148901"/>
                <a:gd name="connsiteY0" fmla="*/ 0 h 2412207"/>
                <a:gd name="connsiteX1" fmla="*/ 2978 w 148901"/>
                <a:gd name="connsiteY1" fmla="*/ 0 h 2412207"/>
                <a:gd name="connsiteX2" fmla="*/ 163792 w 148901"/>
                <a:gd name="connsiteY2" fmla="*/ 2415185 h 2412207"/>
                <a:gd name="connsiteX3" fmla="*/ 160814 w 148901"/>
                <a:gd name="connsiteY3" fmla="*/ 2415185 h 2412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901" h="2412207">
                  <a:moveTo>
                    <a:pt x="0" y="0"/>
                  </a:moveTo>
                  <a:lnTo>
                    <a:pt x="2978" y="0"/>
                  </a:lnTo>
                  <a:lnTo>
                    <a:pt x="163792" y="2415185"/>
                  </a:lnTo>
                  <a:lnTo>
                    <a:pt x="160814" y="2415185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E46535FD-AD04-4095-80B1-3732AAB3CCE8}"/>
                </a:ext>
              </a:extLst>
            </p:cNvPr>
            <p:cNvSpPr/>
            <p:nvPr/>
          </p:nvSpPr>
          <p:spPr>
            <a:xfrm>
              <a:off x="7766640" y="4415742"/>
              <a:ext cx="952971" cy="1965502"/>
            </a:xfrm>
            <a:custGeom>
              <a:avLst/>
              <a:gdLst>
                <a:gd name="connsiteX0" fmla="*/ 961905 w 952970"/>
                <a:gd name="connsiteY0" fmla="*/ 0 h 1965502"/>
                <a:gd name="connsiteX1" fmla="*/ 964883 w 952970"/>
                <a:gd name="connsiteY1" fmla="*/ 2978 h 1965502"/>
                <a:gd name="connsiteX2" fmla="*/ 5956 w 952970"/>
                <a:gd name="connsiteY2" fmla="*/ 1968480 h 1965502"/>
                <a:gd name="connsiteX3" fmla="*/ 0 w 952970"/>
                <a:gd name="connsiteY3" fmla="*/ 1965502 h 1965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970" h="1965502">
                  <a:moveTo>
                    <a:pt x="961905" y="0"/>
                  </a:moveTo>
                  <a:lnTo>
                    <a:pt x="964883" y="2978"/>
                  </a:lnTo>
                  <a:lnTo>
                    <a:pt x="5956" y="1968480"/>
                  </a:lnTo>
                  <a:lnTo>
                    <a:pt x="0" y="1965502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16">
              <a:extLst>
                <a:ext uri="{FF2B5EF4-FFF2-40B4-BE49-F238E27FC236}">
                  <a16:creationId xmlns:a16="http://schemas.microsoft.com/office/drawing/2014/main" id="{2A2202B9-8D32-4830-81E9-034D2E44A243}"/>
                </a:ext>
              </a:extLst>
            </p:cNvPr>
            <p:cNvSpPr/>
            <p:nvPr/>
          </p:nvSpPr>
          <p:spPr>
            <a:xfrm>
              <a:off x="8728545" y="4415742"/>
              <a:ext cx="1012531" cy="1101872"/>
            </a:xfrm>
            <a:custGeom>
              <a:avLst/>
              <a:gdLst>
                <a:gd name="connsiteX0" fmla="*/ 2978 w 1012531"/>
                <a:gd name="connsiteY0" fmla="*/ 0 h 1101872"/>
                <a:gd name="connsiteX1" fmla="*/ 1039333 w 1012531"/>
                <a:gd name="connsiteY1" fmla="*/ 1119741 h 1101872"/>
                <a:gd name="connsiteX2" fmla="*/ 1036356 w 1012531"/>
                <a:gd name="connsiteY2" fmla="*/ 1122719 h 1101872"/>
                <a:gd name="connsiteX3" fmla="*/ 0 w 1012531"/>
                <a:gd name="connsiteY3" fmla="*/ 2978 h 1101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2531" h="1101872">
                  <a:moveTo>
                    <a:pt x="2978" y="0"/>
                  </a:moveTo>
                  <a:lnTo>
                    <a:pt x="1039333" y="1119741"/>
                  </a:lnTo>
                  <a:lnTo>
                    <a:pt x="1036356" y="1122719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17">
              <a:extLst>
                <a:ext uri="{FF2B5EF4-FFF2-40B4-BE49-F238E27FC236}">
                  <a16:creationId xmlns:a16="http://schemas.microsoft.com/office/drawing/2014/main" id="{A1C553B6-9316-46C4-A287-69086685A4E9}"/>
                </a:ext>
              </a:extLst>
            </p:cNvPr>
            <p:cNvSpPr/>
            <p:nvPr/>
          </p:nvSpPr>
          <p:spPr>
            <a:xfrm>
              <a:off x="8728545" y="2622966"/>
              <a:ext cx="416925" cy="1786820"/>
            </a:xfrm>
            <a:custGeom>
              <a:avLst/>
              <a:gdLst>
                <a:gd name="connsiteX0" fmla="*/ 416925 w 416924"/>
                <a:gd name="connsiteY0" fmla="*/ 0 h 1786820"/>
                <a:gd name="connsiteX1" fmla="*/ 422881 w 416924"/>
                <a:gd name="connsiteY1" fmla="*/ 0 h 1786820"/>
                <a:gd name="connsiteX2" fmla="*/ 2978 w 416924"/>
                <a:gd name="connsiteY2" fmla="*/ 1792776 h 1786820"/>
                <a:gd name="connsiteX3" fmla="*/ 0 w 416924"/>
                <a:gd name="connsiteY3" fmla="*/ 1792776 h 1786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924" h="1786820">
                  <a:moveTo>
                    <a:pt x="416925" y="0"/>
                  </a:moveTo>
                  <a:lnTo>
                    <a:pt x="422881" y="0"/>
                  </a:lnTo>
                  <a:lnTo>
                    <a:pt x="2978" y="1792776"/>
                  </a:lnTo>
                  <a:lnTo>
                    <a:pt x="0" y="1792776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18">
              <a:extLst>
                <a:ext uri="{FF2B5EF4-FFF2-40B4-BE49-F238E27FC236}">
                  <a16:creationId xmlns:a16="http://schemas.microsoft.com/office/drawing/2014/main" id="{786785B1-D467-4945-B5A1-1B04E130DA9A}"/>
                </a:ext>
              </a:extLst>
            </p:cNvPr>
            <p:cNvSpPr/>
            <p:nvPr/>
          </p:nvSpPr>
          <p:spPr>
            <a:xfrm>
              <a:off x="8728545" y="3281112"/>
              <a:ext cx="1310335" cy="1131653"/>
            </a:xfrm>
            <a:custGeom>
              <a:avLst/>
              <a:gdLst>
                <a:gd name="connsiteX0" fmla="*/ 1316291 w 1310334"/>
                <a:gd name="connsiteY0" fmla="*/ 0 h 1131652"/>
                <a:gd name="connsiteX1" fmla="*/ 1319269 w 1310334"/>
                <a:gd name="connsiteY1" fmla="*/ 2978 h 1131652"/>
                <a:gd name="connsiteX2" fmla="*/ 2978 w 1310334"/>
                <a:gd name="connsiteY2" fmla="*/ 1137609 h 1131652"/>
                <a:gd name="connsiteX3" fmla="*/ 0 w 1310334"/>
                <a:gd name="connsiteY3" fmla="*/ 1134631 h 113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10334" h="1131652">
                  <a:moveTo>
                    <a:pt x="1316291" y="0"/>
                  </a:moveTo>
                  <a:lnTo>
                    <a:pt x="1319269" y="2978"/>
                  </a:lnTo>
                  <a:lnTo>
                    <a:pt x="2978" y="1137609"/>
                  </a:lnTo>
                  <a:lnTo>
                    <a:pt x="0" y="1134631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19">
              <a:extLst>
                <a:ext uri="{FF2B5EF4-FFF2-40B4-BE49-F238E27FC236}">
                  <a16:creationId xmlns:a16="http://schemas.microsoft.com/office/drawing/2014/main" id="{C4DC6E8E-06BA-4486-992F-6F5CD0F130A4}"/>
                </a:ext>
              </a:extLst>
            </p:cNvPr>
            <p:cNvSpPr/>
            <p:nvPr/>
          </p:nvSpPr>
          <p:spPr>
            <a:xfrm>
              <a:off x="5786248" y="1256049"/>
              <a:ext cx="29780" cy="29780"/>
            </a:xfrm>
            <a:custGeom>
              <a:avLst/>
              <a:gdLst/>
              <a:ahLst/>
              <a:cxnLst/>
              <a:rect l="l" t="t" r="r" b="b"/>
              <a:pathLst>
                <a:path/>
              </a:pathLst>
            </a:custGeom>
            <a:grpFill/>
            <a:ln w="7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20">
              <a:extLst>
                <a:ext uri="{FF2B5EF4-FFF2-40B4-BE49-F238E27FC236}">
                  <a16:creationId xmlns:a16="http://schemas.microsoft.com/office/drawing/2014/main" id="{636F0F60-67C9-475B-9D6E-288AEE33B1B7}"/>
                </a:ext>
              </a:extLst>
            </p:cNvPr>
            <p:cNvSpPr/>
            <p:nvPr/>
          </p:nvSpPr>
          <p:spPr>
            <a:xfrm>
              <a:off x="9148448" y="2619988"/>
              <a:ext cx="893410" cy="655167"/>
            </a:xfrm>
            <a:custGeom>
              <a:avLst/>
              <a:gdLst>
                <a:gd name="connsiteX0" fmla="*/ 2978 w 893410"/>
                <a:gd name="connsiteY0" fmla="*/ 0 h 655167"/>
                <a:gd name="connsiteX1" fmla="*/ 896388 w 893410"/>
                <a:gd name="connsiteY1" fmla="*/ 661123 h 655167"/>
                <a:gd name="connsiteX2" fmla="*/ 896388 w 893410"/>
                <a:gd name="connsiteY2" fmla="*/ 664101 h 655167"/>
                <a:gd name="connsiteX3" fmla="*/ 0 w 893410"/>
                <a:gd name="connsiteY3" fmla="*/ 2978 h 655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3410" h="655167">
                  <a:moveTo>
                    <a:pt x="2978" y="0"/>
                  </a:moveTo>
                  <a:lnTo>
                    <a:pt x="896388" y="661123"/>
                  </a:lnTo>
                  <a:lnTo>
                    <a:pt x="896388" y="664101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21">
              <a:extLst>
                <a:ext uri="{FF2B5EF4-FFF2-40B4-BE49-F238E27FC236}">
                  <a16:creationId xmlns:a16="http://schemas.microsoft.com/office/drawing/2014/main" id="{D0271901-977B-47A7-8D78-927C55B178F4}"/>
                </a:ext>
              </a:extLst>
            </p:cNvPr>
            <p:cNvSpPr/>
            <p:nvPr/>
          </p:nvSpPr>
          <p:spPr>
            <a:xfrm>
              <a:off x="9148448" y="2542559"/>
              <a:ext cx="2114404" cy="59561"/>
            </a:xfrm>
            <a:custGeom>
              <a:avLst/>
              <a:gdLst>
                <a:gd name="connsiteX0" fmla="*/ 0 w 2114403"/>
                <a:gd name="connsiteY0" fmla="*/ 77429 h 59560"/>
                <a:gd name="connsiteX1" fmla="*/ 2135250 w 2114403"/>
                <a:gd name="connsiteY1" fmla="*/ 0 h 59560"/>
                <a:gd name="connsiteX2" fmla="*/ 2135250 w 2114403"/>
                <a:gd name="connsiteY2" fmla="*/ 5956 h 59560"/>
                <a:gd name="connsiteX3" fmla="*/ 0 w 2114403"/>
                <a:gd name="connsiteY3" fmla="*/ 83385 h 59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4403" h="59560">
                  <a:moveTo>
                    <a:pt x="0" y="77429"/>
                  </a:moveTo>
                  <a:lnTo>
                    <a:pt x="2135250" y="0"/>
                  </a:lnTo>
                  <a:lnTo>
                    <a:pt x="2135250" y="5956"/>
                  </a:lnTo>
                  <a:lnTo>
                    <a:pt x="0" y="83385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22">
              <a:extLst>
                <a:ext uri="{FF2B5EF4-FFF2-40B4-BE49-F238E27FC236}">
                  <a16:creationId xmlns:a16="http://schemas.microsoft.com/office/drawing/2014/main" id="{065CA83B-188D-4F4F-8AE5-FC09F8389791}"/>
                </a:ext>
              </a:extLst>
            </p:cNvPr>
            <p:cNvSpPr/>
            <p:nvPr/>
          </p:nvSpPr>
          <p:spPr>
            <a:xfrm>
              <a:off x="10043807" y="2543664"/>
              <a:ext cx="1220994" cy="714728"/>
            </a:xfrm>
            <a:custGeom>
              <a:avLst/>
              <a:gdLst>
                <a:gd name="connsiteX0" fmla="*/ 0 w 1220993"/>
                <a:gd name="connsiteY0" fmla="*/ 736683 h 714728"/>
                <a:gd name="connsiteX1" fmla="*/ 1238856 w 1220993"/>
                <a:gd name="connsiteY1" fmla="*/ 0 h 714728"/>
                <a:gd name="connsiteX2" fmla="*/ 1240378 w 1220993"/>
                <a:gd name="connsiteY2" fmla="*/ 2560 h 714728"/>
                <a:gd name="connsiteX3" fmla="*/ 1522 w 1220993"/>
                <a:gd name="connsiteY3" fmla="*/ 739243 h 71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0993" h="714728">
                  <a:moveTo>
                    <a:pt x="0" y="736683"/>
                  </a:moveTo>
                  <a:lnTo>
                    <a:pt x="1238856" y="0"/>
                  </a:lnTo>
                  <a:lnTo>
                    <a:pt x="1240378" y="2560"/>
                  </a:lnTo>
                  <a:lnTo>
                    <a:pt x="1522" y="739243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23">
              <a:extLst>
                <a:ext uri="{FF2B5EF4-FFF2-40B4-BE49-F238E27FC236}">
                  <a16:creationId xmlns:a16="http://schemas.microsoft.com/office/drawing/2014/main" id="{9671A136-A6FE-48C8-8927-A9F4A9D362CD}"/>
                </a:ext>
              </a:extLst>
            </p:cNvPr>
            <p:cNvSpPr/>
            <p:nvPr/>
          </p:nvSpPr>
          <p:spPr>
            <a:xfrm>
              <a:off x="10044836" y="3281112"/>
              <a:ext cx="1072092" cy="952971"/>
            </a:xfrm>
            <a:custGeom>
              <a:avLst/>
              <a:gdLst>
                <a:gd name="connsiteX0" fmla="*/ 2978 w 1072092"/>
                <a:gd name="connsiteY0" fmla="*/ 0 h 952970"/>
                <a:gd name="connsiteX1" fmla="*/ 1075070 w 1072092"/>
                <a:gd name="connsiteY1" fmla="*/ 973817 h 952970"/>
                <a:gd name="connsiteX2" fmla="*/ 1072092 w 1072092"/>
                <a:gd name="connsiteY2" fmla="*/ 976795 h 952970"/>
                <a:gd name="connsiteX3" fmla="*/ 0 w 1072092"/>
                <a:gd name="connsiteY3" fmla="*/ 2978 h 952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2092" h="952970">
                  <a:moveTo>
                    <a:pt x="2978" y="0"/>
                  </a:moveTo>
                  <a:lnTo>
                    <a:pt x="1075070" y="973817"/>
                  </a:lnTo>
                  <a:lnTo>
                    <a:pt x="1072092" y="976795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24">
              <a:extLst>
                <a:ext uri="{FF2B5EF4-FFF2-40B4-BE49-F238E27FC236}">
                  <a16:creationId xmlns:a16="http://schemas.microsoft.com/office/drawing/2014/main" id="{D954AEAC-A143-4E70-9489-6E5365FC1DAF}"/>
                </a:ext>
              </a:extLst>
            </p:cNvPr>
            <p:cNvSpPr/>
            <p:nvPr/>
          </p:nvSpPr>
          <p:spPr>
            <a:xfrm>
              <a:off x="10041857" y="3281112"/>
              <a:ext cx="714728" cy="1786820"/>
            </a:xfrm>
            <a:custGeom>
              <a:avLst/>
              <a:gdLst>
                <a:gd name="connsiteX0" fmla="*/ 5956 w 714728"/>
                <a:gd name="connsiteY0" fmla="*/ 0 h 1786820"/>
                <a:gd name="connsiteX1" fmla="*/ 732596 w 714728"/>
                <a:gd name="connsiteY1" fmla="*/ 1807666 h 1786820"/>
                <a:gd name="connsiteX2" fmla="*/ 726640 w 714728"/>
                <a:gd name="connsiteY2" fmla="*/ 1810644 h 1786820"/>
                <a:gd name="connsiteX3" fmla="*/ 0 w 714728"/>
                <a:gd name="connsiteY3" fmla="*/ 0 h 1786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4728" h="1786820">
                  <a:moveTo>
                    <a:pt x="5956" y="0"/>
                  </a:moveTo>
                  <a:lnTo>
                    <a:pt x="732596" y="1807666"/>
                  </a:lnTo>
                  <a:lnTo>
                    <a:pt x="726640" y="181064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25">
              <a:extLst>
                <a:ext uri="{FF2B5EF4-FFF2-40B4-BE49-F238E27FC236}">
                  <a16:creationId xmlns:a16="http://schemas.microsoft.com/office/drawing/2014/main" id="{CE3AE019-76C0-4E81-B718-CE2D2C36799E}"/>
                </a:ext>
              </a:extLst>
            </p:cNvPr>
            <p:cNvSpPr/>
            <p:nvPr/>
          </p:nvSpPr>
          <p:spPr>
            <a:xfrm>
              <a:off x="9764901" y="3281112"/>
              <a:ext cx="268023" cy="2233525"/>
            </a:xfrm>
            <a:custGeom>
              <a:avLst/>
              <a:gdLst>
                <a:gd name="connsiteX0" fmla="*/ 276957 w 268023"/>
                <a:gd name="connsiteY0" fmla="*/ 0 h 2233525"/>
                <a:gd name="connsiteX1" fmla="*/ 282913 w 268023"/>
                <a:gd name="connsiteY1" fmla="*/ 0 h 2233525"/>
                <a:gd name="connsiteX2" fmla="*/ 2978 w 268023"/>
                <a:gd name="connsiteY2" fmla="*/ 2257349 h 2233525"/>
                <a:gd name="connsiteX3" fmla="*/ 0 w 268023"/>
                <a:gd name="connsiteY3" fmla="*/ 2254371 h 2233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023" h="2233525">
                  <a:moveTo>
                    <a:pt x="276957" y="0"/>
                  </a:moveTo>
                  <a:lnTo>
                    <a:pt x="282913" y="0"/>
                  </a:lnTo>
                  <a:lnTo>
                    <a:pt x="2978" y="2257349"/>
                  </a:lnTo>
                  <a:lnTo>
                    <a:pt x="0" y="2254371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26">
              <a:extLst>
                <a:ext uri="{FF2B5EF4-FFF2-40B4-BE49-F238E27FC236}">
                  <a16:creationId xmlns:a16="http://schemas.microsoft.com/office/drawing/2014/main" id="{66D9A3AE-A60F-4665-981A-2E39A8E6F4A5}"/>
                </a:ext>
              </a:extLst>
            </p:cNvPr>
            <p:cNvSpPr/>
            <p:nvPr/>
          </p:nvSpPr>
          <p:spPr>
            <a:xfrm>
              <a:off x="8728545" y="4415742"/>
              <a:ext cx="2025063" cy="655167"/>
            </a:xfrm>
            <a:custGeom>
              <a:avLst/>
              <a:gdLst>
                <a:gd name="connsiteX0" fmla="*/ 2978 w 2025062"/>
                <a:gd name="connsiteY0" fmla="*/ 0 h 655167"/>
                <a:gd name="connsiteX1" fmla="*/ 2042931 w 2025062"/>
                <a:gd name="connsiteY1" fmla="*/ 673036 h 655167"/>
                <a:gd name="connsiteX2" fmla="*/ 2042931 w 2025062"/>
                <a:gd name="connsiteY2" fmla="*/ 676014 h 655167"/>
                <a:gd name="connsiteX3" fmla="*/ 0 w 2025062"/>
                <a:gd name="connsiteY3" fmla="*/ 2978 h 655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5062" h="655167">
                  <a:moveTo>
                    <a:pt x="2978" y="0"/>
                  </a:moveTo>
                  <a:lnTo>
                    <a:pt x="2042931" y="673036"/>
                  </a:lnTo>
                  <a:lnTo>
                    <a:pt x="2042931" y="676014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27">
              <a:extLst>
                <a:ext uri="{FF2B5EF4-FFF2-40B4-BE49-F238E27FC236}">
                  <a16:creationId xmlns:a16="http://schemas.microsoft.com/office/drawing/2014/main" id="{F966081E-7EA6-46AA-8D0F-4EFF767450BC}"/>
                </a:ext>
              </a:extLst>
            </p:cNvPr>
            <p:cNvSpPr/>
            <p:nvPr/>
          </p:nvSpPr>
          <p:spPr>
            <a:xfrm>
              <a:off x="8731523" y="4254928"/>
              <a:ext cx="2382427" cy="148902"/>
            </a:xfrm>
            <a:custGeom>
              <a:avLst/>
              <a:gdLst>
                <a:gd name="connsiteX0" fmla="*/ 0 w 2382426"/>
                <a:gd name="connsiteY0" fmla="*/ 160814 h 148901"/>
                <a:gd name="connsiteX1" fmla="*/ 2385405 w 2382426"/>
                <a:gd name="connsiteY1" fmla="*/ 0 h 148901"/>
                <a:gd name="connsiteX2" fmla="*/ 2385405 w 2382426"/>
                <a:gd name="connsiteY2" fmla="*/ 5956 h 148901"/>
                <a:gd name="connsiteX3" fmla="*/ 0 w 2382426"/>
                <a:gd name="connsiteY3" fmla="*/ 163792 h 148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2426" h="148901">
                  <a:moveTo>
                    <a:pt x="0" y="160814"/>
                  </a:moveTo>
                  <a:lnTo>
                    <a:pt x="2385405" y="0"/>
                  </a:lnTo>
                  <a:lnTo>
                    <a:pt x="2385405" y="5956"/>
                  </a:lnTo>
                  <a:lnTo>
                    <a:pt x="0" y="163792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28">
              <a:extLst>
                <a:ext uri="{FF2B5EF4-FFF2-40B4-BE49-F238E27FC236}">
                  <a16:creationId xmlns:a16="http://schemas.microsoft.com/office/drawing/2014/main" id="{FCED71E1-172C-4269-8402-9BD559416A9A}"/>
                </a:ext>
              </a:extLst>
            </p:cNvPr>
            <p:cNvSpPr/>
            <p:nvPr/>
          </p:nvSpPr>
          <p:spPr>
            <a:xfrm>
              <a:off x="10771476" y="4257907"/>
              <a:ext cx="327584" cy="833849"/>
            </a:xfrm>
            <a:custGeom>
              <a:avLst/>
              <a:gdLst>
                <a:gd name="connsiteX0" fmla="*/ 345452 w 327583"/>
                <a:gd name="connsiteY0" fmla="*/ 0 h 833849"/>
                <a:gd name="connsiteX1" fmla="*/ 348430 w 327583"/>
                <a:gd name="connsiteY1" fmla="*/ 0 h 833849"/>
                <a:gd name="connsiteX2" fmla="*/ 2978 w 327583"/>
                <a:gd name="connsiteY2" fmla="*/ 851717 h 833849"/>
                <a:gd name="connsiteX3" fmla="*/ 0 w 327583"/>
                <a:gd name="connsiteY3" fmla="*/ 848740 h 833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7583" h="833849">
                  <a:moveTo>
                    <a:pt x="345452" y="0"/>
                  </a:moveTo>
                  <a:lnTo>
                    <a:pt x="348430" y="0"/>
                  </a:lnTo>
                  <a:lnTo>
                    <a:pt x="2978" y="851717"/>
                  </a:lnTo>
                  <a:lnTo>
                    <a:pt x="0" y="84874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29">
              <a:extLst>
                <a:ext uri="{FF2B5EF4-FFF2-40B4-BE49-F238E27FC236}">
                  <a16:creationId xmlns:a16="http://schemas.microsoft.com/office/drawing/2014/main" id="{34141565-8F23-4A62-9D9B-A0C9D26D881C}"/>
                </a:ext>
              </a:extLst>
            </p:cNvPr>
            <p:cNvSpPr/>
            <p:nvPr/>
          </p:nvSpPr>
          <p:spPr>
            <a:xfrm>
              <a:off x="8890108" y="6828806"/>
              <a:ext cx="714728" cy="1489017"/>
            </a:xfrm>
            <a:custGeom>
              <a:avLst/>
              <a:gdLst>
                <a:gd name="connsiteX0" fmla="*/ 0 w 714728"/>
                <a:gd name="connsiteY0" fmla="*/ 1286 h 1489016"/>
                <a:gd name="connsiteX1" fmla="*/ 2686 w 714728"/>
                <a:gd name="connsiteY1" fmla="*/ 0 h 1489016"/>
                <a:gd name="connsiteX2" fmla="*/ 721845 w 714728"/>
                <a:gd name="connsiteY2" fmla="*/ 1501411 h 1489016"/>
                <a:gd name="connsiteX3" fmla="*/ 719159 w 714728"/>
                <a:gd name="connsiteY3" fmla="*/ 1502698 h 1489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4728" h="1489016">
                  <a:moveTo>
                    <a:pt x="0" y="1286"/>
                  </a:moveTo>
                  <a:lnTo>
                    <a:pt x="2686" y="0"/>
                  </a:lnTo>
                  <a:lnTo>
                    <a:pt x="721845" y="1501411"/>
                  </a:lnTo>
                  <a:lnTo>
                    <a:pt x="719159" y="150269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30">
              <a:extLst>
                <a:ext uri="{FF2B5EF4-FFF2-40B4-BE49-F238E27FC236}">
                  <a16:creationId xmlns:a16="http://schemas.microsoft.com/office/drawing/2014/main" id="{BD3BE785-D072-435C-94FC-5F83EE6A3F41}"/>
                </a:ext>
              </a:extLst>
            </p:cNvPr>
            <p:cNvSpPr/>
            <p:nvPr/>
          </p:nvSpPr>
          <p:spPr>
            <a:xfrm>
              <a:off x="8892337" y="6345508"/>
              <a:ext cx="1995282" cy="476485"/>
            </a:xfrm>
            <a:custGeom>
              <a:avLst/>
              <a:gdLst>
                <a:gd name="connsiteX0" fmla="*/ 1992304 w 1995282"/>
                <a:gd name="connsiteY0" fmla="*/ 0 h 476485"/>
                <a:gd name="connsiteX1" fmla="*/ 1995282 w 1995282"/>
                <a:gd name="connsiteY1" fmla="*/ 2978 h 476485"/>
                <a:gd name="connsiteX2" fmla="*/ 0 w 1995282"/>
                <a:gd name="connsiteY2" fmla="*/ 485420 h 476485"/>
                <a:gd name="connsiteX3" fmla="*/ 0 w 1995282"/>
                <a:gd name="connsiteY3" fmla="*/ 482442 h 476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95282" h="476485">
                  <a:moveTo>
                    <a:pt x="1992304" y="0"/>
                  </a:moveTo>
                  <a:lnTo>
                    <a:pt x="1995282" y="2978"/>
                  </a:lnTo>
                  <a:lnTo>
                    <a:pt x="0" y="485420"/>
                  </a:lnTo>
                  <a:lnTo>
                    <a:pt x="0" y="482442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31">
              <a:extLst>
                <a:ext uri="{FF2B5EF4-FFF2-40B4-BE49-F238E27FC236}">
                  <a16:creationId xmlns:a16="http://schemas.microsoft.com/office/drawing/2014/main" id="{B81E923F-9908-46B5-8B6E-6703D5701F5E}"/>
                </a:ext>
              </a:extLst>
            </p:cNvPr>
            <p:cNvSpPr/>
            <p:nvPr/>
          </p:nvSpPr>
          <p:spPr>
            <a:xfrm>
              <a:off x="8889359" y="5535483"/>
              <a:ext cx="863630" cy="1280554"/>
            </a:xfrm>
            <a:custGeom>
              <a:avLst/>
              <a:gdLst>
                <a:gd name="connsiteX0" fmla="*/ 875542 w 863629"/>
                <a:gd name="connsiteY0" fmla="*/ 0 h 1280554"/>
                <a:gd name="connsiteX1" fmla="*/ 878520 w 863629"/>
                <a:gd name="connsiteY1" fmla="*/ 2978 h 1280554"/>
                <a:gd name="connsiteX2" fmla="*/ 2978 w 863629"/>
                <a:gd name="connsiteY2" fmla="*/ 1295445 h 1280554"/>
                <a:gd name="connsiteX3" fmla="*/ 0 w 863629"/>
                <a:gd name="connsiteY3" fmla="*/ 1292467 h 1280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3629" h="1280554">
                  <a:moveTo>
                    <a:pt x="875542" y="0"/>
                  </a:moveTo>
                  <a:lnTo>
                    <a:pt x="878520" y="2978"/>
                  </a:lnTo>
                  <a:lnTo>
                    <a:pt x="2978" y="1295445"/>
                  </a:lnTo>
                  <a:lnTo>
                    <a:pt x="0" y="1292467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32">
              <a:extLst>
                <a:ext uri="{FF2B5EF4-FFF2-40B4-BE49-F238E27FC236}">
                  <a16:creationId xmlns:a16="http://schemas.microsoft.com/office/drawing/2014/main" id="{8F863AF7-18BC-42B9-B6BC-86C67A667218}"/>
                </a:ext>
              </a:extLst>
            </p:cNvPr>
            <p:cNvSpPr/>
            <p:nvPr/>
          </p:nvSpPr>
          <p:spPr>
            <a:xfrm>
              <a:off x="9764901" y="5535483"/>
              <a:ext cx="1101872" cy="804069"/>
            </a:xfrm>
            <a:custGeom>
              <a:avLst/>
              <a:gdLst>
                <a:gd name="connsiteX0" fmla="*/ 2978 w 1101872"/>
                <a:gd name="connsiteY0" fmla="*/ 0 h 804069"/>
                <a:gd name="connsiteX1" fmla="*/ 1122719 w 1101872"/>
                <a:gd name="connsiteY1" fmla="*/ 810025 h 804069"/>
                <a:gd name="connsiteX2" fmla="*/ 1119740 w 1101872"/>
                <a:gd name="connsiteY2" fmla="*/ 813003 h 804069"/>
                <a:gd name="connsiteX3" fmla="*/ 0 w 1101872"/>
                <a:gd name="connsiteY3" fmla="*/ 2978 h 804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01872" h="804069">
                  <a:moveTo>
                    <a:pt x="2978" y="0"/>
                  </a:moveTo>
                  <a:lnTo>
                    <a:pt x="1122719" y="810025"/>
                  </a:lnTo>
                  <a:lnTo>
                    <a:pt x="1119740" y="813003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33">
              <a:extLst>
                <a:ext uri="{FF2B5EF4-FFF2-40B4-BE49-F238E27FC236}">
                  <a16:creationId xmlns:a16="http://schemas.microsoft.com/office/drawing/2014/main" id="{BC20FABE-ADC7-4D56-9F66-7ED37DDE66B1}"/>
                </a:ext>
              </a:extLst>
            </p:cNvPr>
            <p:cNvSpPr/>
            <p:nvPr/>
          </p:nvSpPr>
          <p:spPr>
            <a:xfrm>
              <a:off x="9764901" y="5088778"/>
              <a:ext cx="982751" cy="446705"/>
            </a:xfrm>
            <a:custGeom>
              <a:avLst/>
              <a:gdLst>
                <a:gd name="connsiteX0" fmla="*/ 1006575 w 982751"/>
                <a:gd name="connsiteY0" fmla="*/ 0 h 446705"/>
                <a:gd name="connsiteX1" fmla="*/ 1006575 w 982751"/>
                <a:gd name="connsiteY1" fmla="*/ 2978 h 446705"/>
                <a:gd name="connsiteX2" fmla="*/ 2978 w 982751"/>
                <a:gd name="connsiteY2" fmla="*/ 449683 h 446705"/>
                <a:gd name="connsiteX3" fmla="*/ 0 w 982751"/>
                <a:gd name="connsiteY3" fmla="*/ 446705 h 446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2751" h="446705">
                  <a:moveTo>
                    <a:pt x="1006575" y="0"/>
                  </a:moveTo>
                  <a:lnTo>
                    <a:pt x="1006575" y="2978"/>
                  </a:lnTo>
                  <a:lnTo>
                    <a:pt x="2978" y="449683"/>
                  </a:lnTo>
                  <a:lnTo>
                    <a:pt x="0" y="446705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34">
              <a:extLst>
                <a:ext uri="{FF2B5EF4-FFF2-40B4-BE49-F238E27FC236}">
                  <a16:creationId xmlns:a16="http://schemas.microsoft.com/office/drawing/2014/main" id="{981E96DD-9DB3-4908-AF50-8DEB10E3C7DA}"/>
                </a:ext>
              </a:extLst>
            </p:cNvPr>
            <p:cNvSpPr/>
            <p:nvPr/>
          </p:nvSpPr>
          <p:spPr>
            <a:xfrm>
              <a:off x="9767878" y="5535483"/>
              <a:ext cx="1905941" cy="29780"/>
            </a:xfrm>
            <a:custGeom>
              <a:avLst/>
              <a:gdLst>
                <a:gd name="connsiteX0" fmla="*/ 0 w 1905941"/>
                <a:gd name="connsiteY0" fmla="*/ 0 h 29780"/>
                <a:gd name="connsiteX1" fmla="*/ 1911897 w 1905941"/>
                <a:gd name="connsiteY1" fmla="*/ 47649 h 29780"/>
                <a:gd name="connsiteX2" fmla="*/ 1911897 w 1905941"/>
                <a:gd name="connsiteY2" fmla="*/ 50626 h 29780"/>
                <a:gd name="connsiteX3" fmla="*/ 0 w 1905941"/>
                <a:gd name="connsiteY3" fmla="*/ 2978 h 2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941" h="29780">
                  <a:moveTo>
                    <a:pt x="0" y="0"/>
                  </a:moveTo>
                  <a:lnTo>
                    <a:pt x="1911897" y="47649"/>
                  </a:lnTo>
                  <a:lnTo>
                    <a:pt x="1911897" y="50626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35">
              <a:extLst>
                <a:ext uri="{FF2B5EF4-FFF2-40B4-BE49-F238E27FC236}">
                  <a16:creationId xmlns:a16="http://schemas.microsoft.com/office/drawing/2014/main" id="{E867C782-255E-4AAF-A032-7E89CCF45245}"/>
                </a:ext>
              </a:extLst>
            </p:cNvPr>
            <p:cNvSpPr/>
            <p:nvPr/>
          </p:nvSpPr>
          <p:spPr>
            <a:xfrm>
              <a:off x="10771476" y="5088778"/>
              <a:ext cx="893410" cy="476485"/>
            </a:xfrm>
            <a:custGeom>
              <a:avLst/>
              <a:gdLst>
                <a:gd name="connsiteX0" fmla="*/ 0 w 893410"/>
                <a:gd name="connsiteY0" fmla="*/ 0 h 476485"/>
                <a:gd name="connsiteX1" fmla="*/ 908300 w 893410"/>
                <a:gd name="connsiteY1" fmla="*/ 494354 h 476485"/>
                <a:gd name="connsiteX2" fmla="*/ 905322 w 893410"/>
                <a:gd name="connsiteY2" fmla="*/ 497331 h 476485"/>
                <a:gd name="connsiteX3" fmla="*/ 0 w 893410"/>
                <a:gd name="connsiteY3" fmla="*/ 2978 h 476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3410" h="476485">
                  <a:moveTo>
                    <a:pt x="0" y="0"/>
                  </a:moveTo>
                  <a:lnTo>
                    <a:pt x="908300" y="494354"/>
                  </a:lnTo>
                  <a:lnTo>
                    <a:pt x="905322" y="497331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36">
              <a:extLst>
                <a:ext uri="{FF2B5EF4-FFF2-40B4-BE49-F238E27FC236}">
                  <a16:creationId xmlns:a16="http://schemas.microsoft.com/office/drawing/2014/main" id="{8254C30C-74AF-44AF-B21A-1EC60E8D4764}"/>
                </a:ext>
              </a:extLst>
            </p:cNvPr>
            <p:cNvSpPr/>
            <p:nvPr/>
          </p:nvSpPr>
          <p:spPr>
            <a:xfrm>
              <a:off x="10768498" y="5088778"/>
              <a:ext cx="119121" cy="1250774"/>
            </a:xfrm>
            <a:custGeom>
              <a:avLst/>
              <a:gdLst>
                <a:gd name="connsiteX0" fmla="*/ 0 w 119121"/>
                <a:gd name="connsiteY0" fmla="*/ 0 h 1250774"/>
                <a:gd name="connsiteX1" fmla="*/ 5956 w 119121"/>
                <a:gd name="connsiteY1" fmla="*/ 0 h 1250774"/>
                <a:gd name="connsiteX2" fmla="*/ 119121 w 119121"/>
                <a:gd name="connsiteY2" fmla="*/ 1259708 h 1250774"/>
                <a:gd name="connsiteX3" fmla="*/ 116143 w 119121"/>
                <a:gd name="connsiteY3" fmla="*/ 1259708 h 1250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121" h="1250774">
                  <a:moveTo>
                    <a:pt x="0" y="0"/>
                  </a:moveTo>
                  <a:lnTo>
                    <a:pt x="5956" y="0"/>
                  </a:lnTo>
                  <a:lnTo>
                    <a:pt x="119121" y="1259708"/>
                  </a:lnTo>
                  <a:lnTo>
                    <a:pt x="116143" y="125970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37">
              <a:extLst>
                <a:ext uri="{FF2B5EF4-FFF2-40B4-BE49-F238E27FC236}">
                  <a16:creationId xmlns:a16="http://schemas.microsoft.com/office/drawing/2014/main" id="{B775785F-7620-414F-84F8-9400F91659EF}"/>
                </a:ext>
              </a:extLst>
            </p:cNvPr>
            <p:cNvSpPr/>
            <p:nvPr/>
          </p:nvSpPr>
          <p:spPr>
            <a:xfrm>
              <a:off x="5786248" y="1256049"/>
              <a:ext cx="29780" cy="29780"/>
            </a:xfrm>
            <a:custGeom>
              <a:avLst/>
              <a:gdLst/>
              <a:ahLst/>
              <a:cxnLst/>
              <a:rect l="l" t="t" r="r" b="b"/>
              <a:pathLst>
                <a:path/>
              </a:pathLst>
            </a:custGeom>
            <a:grpFill/>
            <a:ln w="7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38">
              <a:extLst>
                <a:ext uri="{FF2B5EF4-FFF2-40B4-BE49-F238E27FC236}">
                  <a16:creationId xmlns:a16="http://schemas.microsoft.com/office/drawing/2014/main" id="{D2065BE3-DF6A-41C2-93F9-3B585386BC7C}"/>
                </a:ext>
              </a:extLst>
            </p:cNvPr>
            <p:cNvSpPr/>
            <p:nvPr/>
          </p:nvSpPr>
          <p:spPr>
            <a:xfrm>
              <a:off x="10884641" y="6348486"/>
              <a:ext cx="29780" cy="1042312"/>
            </a:xfrm>
            <a:custGeom>
              <a:avLst/>
              <a:gdLst>
                <a:gd name="connsiteX0" fmla="*/ 0 w 29780"/>
                <a:gd name="connsiteY0" fmla="*/ 0 h 1042311"/>
                <a:gd name="connsiteX1" fmla="*/ 2978 w 29780"/>
                <a:gd name="connsiteY1" fmla="*/ 0 h 1042311"/>
                <a:gd name="connsiteX2" fmla="*/ 38715 w 29780"/>
                <a:gd name="connsiteY2" fmla="*/ 1045290 h 1042311"/>
                <a:gd name="connsiteX3" fmla="*/ 35736 w 29780"/>
                <a:gd name="connsiteY3" fmla="*/ 1045290 h 1042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780" h="1042311">
                  <a:moveTo>
                    <a:pt x="0" y="0"/>
                  </a:moveTo>
                  <a:lnTo>
                    <a:pt x="2978" y="0"/>
                  </a:lnTo>
                  <a:lnTo>
                    <a:pt x="38715" y="1045290"/>
                  </a:lnTo>
                  <a:lnTo>
                    <a:pt x="35736" y="104529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39">
              <a:extLst>
                <a:ext uri="{FF2B5EF4-FFF2-40B4-BE49-F238E27FC236}">
                  <a16:creationId xmlns:a16="http://schemas.microsoft.com/office/drawing/2014/main" id="{6130FE77-B791-4467-8A81-E76513B125F9}"/>
                </a:ext>
              </a:extLst>
            </p:cNvPr>
            <p:cNvSpPr/>
            <p:nvPr/>
          </p:nvSpPr>
          <p:spPr>
            <a:xfrm>
              <a:off x="9607065" y="6345508"/>
              <a:ext cx="1280554" cy="1965502"/>
            </a:xfrm>
            <a:custGeom>
              <a:avLst/>
              <a:gdLst>
                <a:gd name="connsiteX0" fmla="*/ 1277576 w 1280554"/>
                <a:gd name="connsiteY0" fmla="*/ 0 h 1965502"/>
                <a:gd name="connsiteX1" fmla="*/ 1280554 w 1280554"/>
                <a:gd name="connsiteY1" fmla="*/ 2978 h 1965502"/>
                <a:gd name="connsiteX2" fmla="*/ 5956 w 1280554"/>
                <a:gd name="connsiteY2" fmla="*/ 1986349 h 1965502"/>
                <a:gd name="connsiteX3" fmla="*/ 0 w 1280554"/>
                <a:gd name="connsiteY3" fmla="*/ 1983370 h 1965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0554" h="1965502">
                  <a:moveTo>
                    <a:pt x="1277576" y="0"/>
                  </a:moveTo>
                  <a:lnTo>
                    <a:pt x="1280554" y="2978"/>
                  </a:lnTo>
                  <a:lnTo>
                    <a:pt x="5956" y="1986349"/>
                  </a:lnTo>
                  <a:lnTo>
                    <a:pt x="0" y="198337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40">
              <a:extLst>
                <a:ext uri="{FF2B5EF4-FFF2-40B4-BE49-F238E27FC236}">
                  <a16:creationId xmlns:a16="http://schemas.microsoft.com/office/drawing/2014/main" id="{3A90E068-3ACE-4697-94F3-AB1397AE4A07}"/>
                </a:ext>
              </a:extLst>
            </p:cNvPr>
            <p:cNvSpPr/>
            <p:nvPr/>
          </p:nvSpPr>
          <p:spPr>
            <a:xfrm>
              <a:off x="9610043" y="7390798"/>
              <a:ext cx="1310335" cy="923190"/>
            </a:xfrm>
            <a:custGeom>
              <a:avLst/>
              <a:gdLst>
                <a:gd name="connsiteX0" fmla="*/ 1310335 w 1310334"/>
                <a:gd name="connsiteY0" fmla="*/ 0 h 923190"/>
                <a:gd name="connsiteX1" fmla="*/ 1313313 w 1310334"/>
                <a:gd name="connsiteY1" fmla="*/ 2978 h 923190"/>
                <a:gd name="connsiteX2" fmla="*/ 0 w 1310334"/>
                <a:gd name="connsiteY2" fmla="*/ 941059 h 923190"/>
                <a:gd name="connsiteX3" fmla="*/ 0 w 1310334"/>
                <a:gd name="connsiteY3" fmla="*/ 938081 h 923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10334" h="923190">
                  <a:moveTo>
                    <a:pt x="1310335" y="0"/>
                  </a:moveTo>
                  <a:lnTo>
                    <a:pt x="1313313" y="2978"/>
                  </a:lnTo>
                  <a:lnTo>
                    <a:pt x="0" y="941059"/>
                  </a:lnTo>
                  <a:lnTo>
                    <a:pt x="0" y="938081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41">
              <a:extLst>
                <a:ext uri="{FF2B5EF4-FFF2-40B4-BE49-F238E27FC236}">
                  <a16:creationId xmlns:a16="http://schemas.microsoft.com/office/drawing/2014/main" id="{C3821316-B14B-44AE-AF69-18F91D5DC5EA}"/>
                </a:ext>
              </a:extLst>
            </p:cNvPr>
            <p:cNvSpPr/>
            <p:nvPr/>
          </p:nvSpPr>
          <p:spPr>
            <a:xfrm>
              <a:off x="10920377" y="6220430"/>
              <a:ext cx="684948" cy="1161433"/>
            </a:xfrm>
            <a:custGeom>
              <a:avLst/>
              <a:gdLst>
                <a:gd name="connsiteX0" fmla="*/ 696860 w 684947"/>
                <a:gd name="connsiteY0" fmla="*/ 0 h 1161433"/>
                <a:gd name="connsiteX1" fmla="*/ 699838 w 684947"/>
                <a:gd name="connsiteY1" fmla="*/ 2978 h 1161433"/>
                <a:gd name="connsiteX2" fmla="*/ 2978 w 684947"/>
                <a:gd name="connsiteY2" fmla="*/ 1173345 h 1161433"/>
                <a:gd name="connsiteX3" fmla="*/ 0 w 684947"/>
                <a:gd name="connsiteY3" fmla="*/ 1170367 h 1161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947" h="1161433">
                  <a:moveTo>
                    <a:pt x="696860" y="0"/>
                  </a:moveTo>
                  <a:lnTo>
                    <a:pt x="699838" y="2978"/>
                  </a:lnTo>
                  <a:lnTo>
                    <a:pt x="2978" y="1173345"/>
                  </a:lnTo>
                  <a:lnTo>
                    <a:pt x="0" y="1170367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42">
              <a:extLst>
                <a:ext uri="{FF2B5EF4-FFF2-40B4-BE49-F238E27FC236}">
                  <a16:creationId xmlns:a16="http://schemas.microsoft.com/office/drawing/2014/main" id="{0FEC3BA2-BF76-420F-A20E-F5EB1B190977}"/>
                </a:ext>
              </a:extLst>
            </p:cNvPr>
            <p:cNvSpPr/>
            <p:nvPr/>
          </p:nvSpPr>
          <p:spPr>
            <a:xfrm>
              <a:off x="10920377" y="7390798"/>
              <a:ext cx="774289" cy="1101872"/>
            </a:xfrm>
            <a:custGeom>
              <a:avLst/>
              <a:gdLst>
                <a:gd name="connsiteX0" fmla="*/ 2978 w 774288"/>
                <a:gd name="connsiteY0" fmla="*/ 0 h 1101872"/>
                <a:gd name="connsiteX1" fmla="*/ 789179 w 774288"/>
                <a:gd name="connsiteY1" fmla="*/ 1107828 h 1101872"/>
                <a:gd name="connsiteX2" fmla="*/ 786201 w 774288"/>
                <a:gd name="connsiteY2" fmla="*/ 1110807 h 1101872"/>
                <a:gd name="connsiteX3" fmla="*/ 0 w 774288"/>
                <a:gd name="connsiteY3" fmla="*/ 2978 h 1101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4288" h="1101872">
                  <a:moveTo>
                    <a:pt x="2978" y="0"/>
                  </a:moveTo>
                  <a:lnTo>
                    <a:pt x="789179" y="1107828"/>
                  </a:lnTo>
                  <a:lnTo>
                    <a:pt x="786201" y="1110807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43">
              <a:extLst>
                <a:ext uri="{FF2B5EF4-FFF2-40B4-BE49-F238E27FC236}">
                  <a16:creationId xmlns:a16="http://schemas.microsoft.com/office/drawing/2014/main" id="{D1BC6E32-A2EF-4434-80BA-1F95D1284AE5}"/>
                </a:ext>
              </a:extLst>
            </p:cNvPr>
            <p:cNvSpPr/>
            <p:nvPr/>
          </p:nvSpPr>
          <p:spPr>
            <a:xfrm>
              <a:off x="10884641" y="6220430"/>
              <a:ext cx="714728" cy="119121"/>
            </a:xfrm>
            <a:custGeom>
              <a:avLst/>
              <a:gdLst>
                <a:gd name="connsiteX0" fmla="*/ 732596 w 714728"/>
                <a:gd name="connsiteY0" fmla="*/ 0 h 119121"/>
                <a:gd name="connsiteX1" fmla="*/ 735574 w 714728"/>
                <a:gd name="connsiteY1" fmla="*/ 2978 h 119121"/>
                <a:gd name="connsiteX2" fmla="*/ 2978 w 714728"/>
                <a:gd name="connsiteY2" fmla="*/ 128056 h 119121"/>
                <a:gd name="connsiteX3" fmla="*/ 0 w 714728"/>
                <a:gd name="connsiteY3" fmla="*/ 125077 h 119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4728" h="119121">
                  <a:moveTo>
                    <a:pt x="732596" y="0"/>
                  </a:moveTo>
                  <a:lnTo>
                    <a:pt x="735574" y="2978"/>
                  </a:lnTo>
                  <a:lnTo>
                    <a:pt x="2978" y="128056"/>
                  </a:lnTo>
                  <a:lnTo>
                    <a:pt x="0" y="125077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44">
              <a:extLst>
                <a:ext uri="{FF2B5EF4-FFF2-40B4-BE49-F238E27FC236}">
                  <a16:creationId xmlns:a16="http://schemas.microsoft.com/office/drawing/2014/main" id="{F0D5D809-A610-47D0-8E3D-51630F6842B7}"/>
                </a:ext>
              </a:extLst>
            </p:cNvPr>
            <p:cNvSpPr/>
            <p:nvPr/>
          </p:nvSpPr>
          <p:spPr>
            <a:xfrm>
              <a:off x="11616282" y="5584663"/>
              <a:ext cx="59561" cy="625387"/>
            </a:xfrm>
            <a:custGeom>
              <a:avLst/>
              <a:gdLst>
                <a:gd name="connsiteX0" fmla="*/ 0 w 59560"/>
                <a:gd name="connsiteY0" fmla="*/ 637332 h 625387"/>
                <a:gd name="connsiteX1" fmla="*/ 61585 w 59560"/>
                <a:gd name="connsiteY1" fmla="*/ 0 h 625387"/>
                <a:gd name="connsiteX2" fmla="*/ 64550 w 59560"/>
                <a:gd name="connsiteY2" fmla="*/ 286 h 625387"/>
                <a:gd name="connsiteX3" fmla="*/ 2965 w 59560"/>
                <a:gd name="connsiteY3" fmla="*/ 637618 h 625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560" h="625387">
                  <a:moveTo>
                    <a:pt x="0" y="637332"/>
                  </a:moveTo>
                  <a:lnTo>
                    <a:pt x="61585" y="0"/>
                  </a:lnTo>
                  <a:lnTo>
                    <a:pt x="64550" y="286"/>
                  </a:lnTo>
                  <a:lnTo>
                    <a:pt x="2965" y="63761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45">
              <a:extLst>
                <a:ext uri="{FF2B5EF4-FFF2-40B4-BE49-F238E27FC236}">
                  <a16:creationId xmlns:a16="http://schemas.microsoft.com/office/drawing/2014/main" id="{B32658B1-93B5-4A20-ABFB-B5176F886F82}"/>
                </a:ext>
              </a:extLst>
            </p:cNvPr>
            <p:cNvSpPr/>
            <p:nvPr/>
          </p:nvSpPr>
          <p:spPr>
            <a:xfrm>
              <a:off x="11676798" y="5288306"/>
              <a:ext cx="774289" cy="297803"/>
            </a:xfrm>
            <a:custGeom>
              <a:avLst/>
              <a:gdLst>
                <a:gd name="connsiteX0" fmla="*/ 798113 w 774288"/>
                <a:gd name="connsiteY0" fmla="*/ 0 h 297803"/>
                <a:gd name="connsiteX1" fmla="*/ 798113 w 774288"/>
                <a:gd name="connsiteY1" fmla="*/ 2978 h 297803"/>
                <a:gd name="connsiteX2" fmla="*/ 2978 w 774288"/>
                <a:gd name="connsiteY2" fmla="*/ 297803 h 297803"/>
                <a:gd name="connsiteX3" fmla="*/ 0 w 774288"/>
                <a:gd name="connsiteY3" fmla="*/ 294826 h 297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4288" h="297803">
                  <a:moveTo>
                    <a:pt x="798113" y="0"/>
                  </a:moveTo>
                  <a:lnTo>
                    <a:pt x="798113" y="2978"/>
                  </a:lnTo>
                  <a:lnTo>
                    <a:pt x="2978" y="297803"/>
                  </a:lnTo>
                  <a:lnTo>
                    <a:pt x="0" y="294826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46">
              <a:extLst>
                <a:ext uri="{FF2B5EF4-FFF2-40B4-BE49-F238E27FC236}">
                  <a16:creationId xmlns:a16="http://schemas.microsoft.com/office/drawing/2014/main" id="{96D0D19C-AD0C-4179-80A9-4AC60D15C7FA}"/>
                </a:ext>
              </a:extLst>
            </p:cNvPr>
            <p:cNvSpPr/>
            <p:nvPr/>
          </p:nvSpPr>
          <p:spPr>
            <a:xfrm>
              <a:off x="11676798" y="5583132"/>
              <a:ext cx="446705" cy="1161433"/>
            </a:xfrm>
            <a:custGeom>
              <a:avLst/>
              <a:gdLst>
                <a:gd name="connsiteX0" fmla="*/ 2978 w 446705"/>
                <a:gd name="connsiteY0" fmla="*/ 0 h 1161433"/>
                <a:gd name="connsiteX1" fmla="*/ 461595 w 446705"/>
                <a:gd name="connsiteY1" fmla="*/ 1173345 h 1161433"/>
                <a:gd name="connsiteX2" fmla="*/ 455639 w 446705"/>
                <a:gd name="connsiteY2" fmla="*/ 1176323 h 1161433"/>
                <a:gd name="connsiteX3" fmla="*/ 0 w 446705"/>
                <a:gd name="connsiteY3" fmla="*/ 2978 h 1161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6705" h="1161433">
                  <a:moveTo>
                    <a:pt x="2978" y="0"/>
                  </a:moveTo>
                  <a:lnTo>
                    <a:pt x="461595" y="1173345"/>
                  </a:lnTo>
                  <a:lnTo>
                    <a:pt x="455639" y="1176323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47">
              <a:extLst>
                <a:ext uri="{FF2B5EF4-FFF2-40B4-BE49-F238E27FC236}">
                  <a16:creationId xmlns:a16="http://schemas.microsoft.com/office/drawing/2014/main" id="{9ABDAA0D-7CE5-4038-A30B-4A333A1CDA22}"/>
                </a:ext>
              </a:extLst>
            </p:cNvPr>
            <p:cNvSpPr/>
            <p:nvPr/>
          </p:nvSpPr>
          <p:spPr>
            <a:xfrm>
              <a:off x="11617237" y="6220430"/>
              <a:ext cx="387144" cy="1697479"/>
            </a:xfrm>
            <a:custGeom>
              <a:avLst/>
              <a:gdLst>
                <a:gd name="connsiteX0" fmla="*/ 2978 w 387144"/>
                <a:gd name="connsiteY0" fmla="*/ 0 h 1697479"/>
                <a:gd name="connsiteX1" fmla="*/ 393100 w 387144"/>
                <a:gd name="connsiteY1" fmla="*/ 1709391 h 1697479"/>
                <a:gd name="connsiteX2" fmla="*/ 390122 w 387144"/>
                <a:gd name="connsiteY2" fmla="*/ 1712369 h 1697479"/>
                <a:gd name="connsiteX3" fmla="*/ 0 w 387144"/>
                <a:gd name="connsiteY3" fmla="*/ 2978 h 1697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144" h="1697479">
                  <a:moveTo>
                    <a:pt x="2978" y="0"/>
                  </a:moveTo>
                  <a:lnTo>
                    <a:pt x="393100" y="1709391"/>
                  </a:lnTo>
                  <a:lnTo>
                    <a:pt x="390122" y="1712369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48">
              <a:extLst>
                <a:ext uri="{FF2B5EF4-FFF2-40B4-BE49-F238E27FC236}">
                  <a16:creationId xmlns:a16="http://schemas.microsoft.com/office/drawing/2014/main" id="{3EAB6453-C0AD-4193-A3D7-BD3F004A4EB3}"/>
                </a:ext>
              </a:extLst>
            </p:cNvPr>
            <p:cNvSpPr/>
            <p:nvPr/>
          </p:nvSpPr>
          <p:spPr>
            <a:xfrm>
              <a:off x="11617237" y="6220430"/>
              <a:ext cx="506266" cy="536046"/>
            </a:xfrm>
            <a:custGeom>
              <a:avLst/>
              <a:gdLst>
                <a:gd name="connsiteX0" fmla="*/ 2978 w 506265"/>
                <a:gd name="connsiteY0" fmla="*/ 0 h 536046"/>
                <a:gd name="connsiteX1" fmla="*/ 518178 w 506265"/>
                <a:gd name="connsiteY1" fmla="*/ 536046 h 536046"/>
                <a:gd name="connsiteX2" fmla="*/ 515200 w 506265"/>
                <a:gd name="connsiteY2" fmla="*/ 539024 h 536046"/>
                <a:gd name="connsiteX3" fmla="*/ 0 w 506265"/>
                <a:gd name="connsiteY3" fmla="*/ 2978 h 536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6265" h="536046">
                  <a:moveTo>
                    <a:pt x="2978" y="0"/>
                  </a:moveTo>
                  <a:lnTo>
                    <a:pt x="518178" y="536046"/>
                  </a:lnTo>
                  <a:lnTo>
                    <a:pt x="515200" y="539024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49">
              <a:extLst>
                <a:ext uri="{FF2B5EF4-FFF2-40B4-BE49-F238E27FC236}">
                  <a16:creationId xmlns:a16="http://schemas.microsoft.com/office/drawing/2014/main" id="{B6C973DD-9BED-40B1-B179-3CC282C5460E}"/>
                </a:ext>
              </a:extLst>
            </p:cNvPr>
            <p:cNvSpPr/>
            <p:nvPr/>
          </p:nvSpPr>
          <p:spPr>
            <a:xfrm>
              <a:off x="11617237" y="6220430"/>
              <a:ext cx="1459236" cy="2352646"/>
            </a:xfrm>
            <a:custGeom>
              <a:avLst/>
              <a:gdLst>
                <a:gd name="connsiteX0" fmla="*/ 2978 w 1459236"/>
                <a:gd name="connsiteY0" fmla="*/ 0 h 2352646"/>
                <a:gd name="connsiteX1" fmla="*/ 1480083 w 1459236"/>
                <a:gd name="connsiteY1" fmla="*/ 2364559 h 2352646"/>
                <a:gd name="connsiteX2" fmla="*/ 1474127 w 1459236"/>
                <a:gd name="connsiteY2" fmla="*/ 2367537 h 2352646"/>
                <a:gd name="connsiteX3" fmla="*/ 0 w 1459236"/>
                <a:gd name="connsiteY3" fmla="*/ 2978 h 2352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9236" h="2352646">
                  <a:moveTo>
                    <a:pt x="2978" y="0"/>
                  </a:moveTo>
                  <a:lnTo>
                    <a:pt x="1480083" y="2364559"/>
                  </a:lnTo>
                  <a:lnTo>
                    <a:pt x="1474127" y="2367537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50">
              <a:extLst>
                <a:ext uri="{FF2B5EF4-FFF2-40B4-BE49-F238E27FC236}">
                  <a16:creationId xmlns:a16="http://schemas.microsoft.com/office/drawing/2014/main" id="{B46FC050-15AD-46A0-8452-554138C5FA9A}"/>
                </a:ext>
              </a:extLst>
            </p:cNvPr>
            <p:cNvSpPr/>
            <p:nvPr/>
          </p:nvSpPr>
          <p:spPr>
            <a:xfrm>
              <a:off x="11706578" y="7929822"/>
              <a:ext cx="297803" cy="565826"/>
            </a:xfrm>
            <a:custGeom>
              <a:avLst/>
              <a:gdLst>
                <a:gd name="connsiteX0" fmla="*/ 300781 w 297803"/>
                <a:gd name="connsiteY0" fmla="*/ 0 h 565826"/>
                <a:gd name="connsiteX1" fmla="*/ 303759 w 297803"/>
                <a:gd name="connsiteY1" fmla="*/ 2978 h 565826"/>
                <a:gd name="connsiteX2" fmla="*/ 2978 w 297803"/>
                <a:gd name="connsiteY2" fmla="*/ 571782 h 565826"/>
                <a:gd name="connsiteX3" fmla="*/ 0 w 297803"/>
                <a:gd name="connsiteY3" fmla="*/ 568804 h 565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7803" h="565826">
                  <a:moveTo>
                    <a:pt x="300781" y="0"/>
                  </a:moveTo>
                  <a:lnTo>
                    <a:pt x="303759" y="2978"/>
                  </a:lnTo>
                  <a:lnTo>
                    <a:pt x="2978" y="571782"/>
                  </a:lnTo>
                  <a:lnTo>
                    <a:pt x="0" y="568804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51">
              <a:extLst>
                <a:ext uri="{FF2B5EF4-FFF2-40B4-BE49-F238E27FC236}">
                  <a16:creationId xmlns:a16="http://schemas.microsoft.com/office/drawing/2014/main" id="{80BB9E50-9B75-41AB-98FF-A995F5F2306A}"/>
                </a:ext>
              </a:extLst>
            </p:cNvPr>
            <p:cNvSpPr/>
            <p:nvPr/>
          </p:nvSpPr>
          <p:spPr>
            <a:xfrm>
              <a:off x="12007359" y="7929822"/>
              <a:ext cx="1072092" cy="655167"/>
            </a:xfrm>
            <a:custGeom>
              <a:avLst/>
              <a:gdLst>
                <a:gd name="connsiteX0" fmla="*/ 2978 w 1072092"/>
                <a:gd name="connsiteY0" fmla="*/ 0 h 655167"/>
                <a:gd name="connsiteX1" fmla="*/ 1086982 w 1072092"/>
                <a:gd name="connsiteY1" fmla="*/ 655167 h 655167"/>
                <a:gd name="connsiteX2" fmla="*/ 1086982 w 1072092"/>
                <a:gd name="connsiteY2" fmla="*/ 658145 h 655167"/>
                <a:gd name="connsiteX3" fmla="*/ 0 w 1072092"/>
                <a:gd name="connsiteY3" fmla="*/ 2978 h 655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2092" h="655167">
                  <a:moveTo>
                    <a:pt x="2978" y="0"/>
                  </a:moveTo>
                  <a:lnTo>
                    <a:pt x="1086982" y="655167"/>
                  </a:lnTo>
                  <a:lnTo>
                    <a:pt x="1086982" y="658145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52">
              <a:extLst>
                <a:ext uri="{FF2B5EF4-FFF2-40B4-BE49-F238E27FC236}">
                  <a16:creationId xmlns:a16="http://schemas.microsoft.com/office/drawing/2014/main" id="{3873FDBF-80E7-4904-AC74-1CCAA4FC1998}"/>
                </a:ext>
              </a:extLst>
            </p:cNvPr>
            <p:cNvSpPr/>
            <p:nvPr/>
          </p:nvSpPr>
          <p:spPr>
            <a:xfrm>
              <a:off x="12016418" y="6970177"/>
              <a:ext cx="238243" cy="952971"/>
            </a:xfrm>
            <a:custGeom>
              <a:avLst/>
              <a:gdLst>
                <a:gd name="connsiteX0" fmla="*/ 0 w 238242"/>
                <a:gd name="connsiteY0" fmla="*/ 960943 h 952970"/>
                <a:gd name="connsiteX1" fmla="*/ 245045 w 238242"/>
                <a:gd name="connsiteY1" fmla="*/ 0 h 952970"/>
                <a:gd name="connsiteX2" fmla="*/ 247931 w 238242"/>
                <a:gd name="connsiteY2" fmla="*/ 736 h 952970"/>
                <a:gd name="connsiteX3" fmla="*/ 2886 w 238242"/>
                <a:gd name="connsiteY3" fmla="*/ 961679 h 952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242" h="952970">
                  <a:moveTo>
                    <a:pt x="0" y="960943"/>
                  </a:moveTo>
                  <a:lnTo>
                    <a:pt x="245045" y="0"/>
                  </a:lnTo>
                  <a:lnTo>
                    <a:pt x="247931" y="736"/>
                  </a:lnTo>
                  <a:lnTo>
                    <a:pt x="2886" y="961679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53">
              <a:extLst>
                <a:ext uri="{FF2B5EF4-FFF2-40B4-BE49-F238E27FC236}">
                  <a16:creationId xmlns:a16="http://schemas.microsoft.com/office/drawing/2014/main" id="{D83F89E3-ABB7-4B2C-B156-32EB141D6083}"/>
                </a:ext>
              </a:extLst>
            </p:cNvPr>
            <p:cNvSpPr/>
            <p:nvPr/>
          </p:nvSpPr>
          <p:spPr>
            <a:xfrm>
              <a:off x="12132437" y="6756476"/>
              <a:ext cx="119121" cy="208462"/>
            </a:xfrm>
            <a:custGeom>
              <a:avLst/>
              <a:gdLst>
                <a:gd name="connsiteX0" fmla="*/ 2978 w 119121"/>
                <a:gd name="connsiteY0" fmla="*/ 0 h 208462"/>
                <a:gd name="connsiteX1" fmla="*/ 142945 w 119121"/>
                <a:gd name="connsiteY1" fmla="*/ 217397 h 208462"/>
                <a:gd name="connsiteX2" fmla="*/ 136989 w 119121"/>
                <a:gd name="connsiteY2" fmla="*/ 220375 h 208462"/>
                <a:gd name="connsiteX3" fmla="*/ 0 w 119121"/>
                <a:gd name="connsiteY3" fmla="*/ 2978 h 208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121" h="208462">
                  <a:moveTo>
                    <a:pt x="2978" y="0"/>
                  </a:moveTo>
                  <a:lnTo>
                    <a:pt x="142945" y="217397"/>
                  </a:lnTo>
                  <a:lnTo>
                    <a:pt x="136989" y="220375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54">
              <a:extLst>
                <a:ext uri="{FF2B5EF4-FFF2-40B4-BE49-F238E27FC236}">
                  <a16:creationId xmlns:a16="http://schemas.microsoft.com/office/drawing/2014/main" id="{E88344F1-396D-4502-A4B3-0FE362E67276}"/>
                </a:ext>
              </a:extLst>
            </p:cNvPr>
            <p:cNvSpPr/>
            <p:nvPr/>
          </p:nvSpPr>
          <p:spPr>
            <a:xfrm>
              <a:off x="12272405" y="6973873"/>
              <a:ext cx="595607" cy="29780"/>
            </a:xfrm>
            <a:custGeom>
              <a:avLst/>
              <a:gdLst>
                <a:gd name="connsiteX0" fmla="*/ 0 w 595606"/>
                <a:gd name="connsiteY0" fmla="*/ 0 h 29780"/>
                <a:gd name="connsiteX1" fmla="*/ 619431 w 595606"/>
                <a:gd name="connsiteY1" fmla="*/ 38715 h 29780"/>
                <a:gd name="connsiteX2" fmla="*/ 619431 w 595606"/>
                <a:gd name="connsiteY2" fmla="*/ 41692 h 29780"/>
                <a:gd name="connsiteX3" fmla="*/ 0 w 595606"/>
                <a:gd name="connsiteY3" fmla="*/ 2978 h 2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5606" h="29780">
                  <a:moveTo>
                    <a:pt x="0" y="0"/>
                  </a:moveTo>
                  <a:lnTo>
                    <a:pt x="619431" y="38715"/>
                  </a:lnTo>
                  <a:lnTo>
                    <a:pt x="619431" y="41692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55">
              <a:extLst>
                <a:ext uri="{FF2B5EF4-FFF2-40B4-BE49-F238E27FC236}">
                  <a16:creationId xmlns:a16="http://schemas.microsoft.com/office/drawing/2014/main" id="{D97DCB95-0394-4D32-8AA4-4076F40E8C08}"/>
                </a:ext>
              </a:extLst>
            </p:cNvPr>
            <p:cNvSpPr/>
            <p:nvPr/>
          </p:nvSpPr>
          <p:spPr>
            <a:xfrm>
              <a:off x="12269426" y="6973873"/>
              <a:ext cx="804069" cy="1608138"/>
            </a:xfrm>
            <a:custGeom>
              <a:avLst/>
              <a:gdLst>
                <a:gd name="connsiteX0" fmla="*/ 5956 w 804069"/>
                <a:gd name="connsiteY0" fmla="*/ 0 h 1608138"/>
                <a:gd name="connsiteX1" fmla="*/ 827893 w 804069"/>
                <a:gd name="connsiteY1" fmla="*/ 1611116 h 1608138"/>
                <a:gd name="connsiteX2" fmla="*/ 821937 w 804069"/>
                <a:gd name="connsiteY2" fmla="*/ 1614094 h 1608138"/>
                <a:gd name="connsiteX3" fmla="*/ 0 w 804069"/>
                <a:gd name="connsiteY3" fmla="*/ 2978 h 1608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069" h="1608138">
                  <a:moveTo>
                    <a:pt x="5956" y="0"/>
                  </a:moveTo>
                  <a:lnTo>
                    <a:pt x="827893" y="1611116"/>
                  </a:lnTo>
                  <a:lnTo>
                    <a:pt x="821937" y="1614094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56">
              <a:extLst>
                <a:ext uri="{FF2B5EF4-FFF2-40B4-BE49-F238E27FC236}">
                  <a16:creationId xmlns:a16="http://schemas.microsoft.com/office/drawing/2014/main" id="{F102DF06-6EC2-41C3-BD88-E41E4A62ACAE}"/>
                </a:ext>
              </a:extLst>
            </p:cNvPr>
            <p:cNvSpPr/>
            <p:nvPr/>
          </p:nvSpPr>
          <p:spPr>
            <a:xfrm>
              <a:off x="12888858" y="5702253"/>
              <a:ext cx="29780" cy="1310335"/>
            </a:xfrm>
            <a:custGeom>
              <a:avLst/>
              <a:gdLst>
                <a:gd name="connsiteX0" fmla="*/ 0 w 0"/>
                <a:gd name="connsiteY0" fmla="*/ 0 h 1310334"/>
                <a:gd name="connsiteX1" fmla="*/ 2978 w 0"/>
                <a:gd name="connsiteY1" fmla="*/ 0 h 1310334"/>
                <a:gd name="connsiteX2" fmla="*/ 5956 w 0"/>
                <a:gd name="connsiteY2" fmla="*/ 1313312 h 1310334"/>
                <a:gd name="connsiteX3" fmla="*/ 0 w 0"/>
                <a:gd name="connsiteY3" fmla="*/ 1313312 h 1310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h="1310334">
                  <a:moveTo>
                    <a:pt x="0" y="0"/>
                  </a:moveTo>
                  <a:lnTo>
                    <a:pt x="2978" y="0"/>
                  </a:lnTo>
                  <a:lnTo>
                    <a:pt x="5956" y="1313312"/>
                  </a:lnTo>
                  <a:lnTo>
                    <a:pt x="0" y="1313312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57">
              <a:extLst>
                <a:ext uri="{FF2B5EF4-FFF2-40B4-BE49-F238E27FC236}">
                  <a16:creationId xmlns:a16="http://schemas.microsoft.com/office/drawing/2014/main" id="{C6D51A31-6572-4D0F-846B-447D1D160507}"/>
                </a:ext>
              </a:extLst>
            </p:cNvPr>
            <p:cNvSpPr/>
            <p:nvPr/>
          </p:nvSpPr>
          <p:spPr>
            <a:xfrm>
              <a:off x="12888858" y="7015565"/>
              <a:ext cx="208462" cy="1548577"/>
            </a:xfrm>
            <a:custGeom>
              <a:avLst/>
              <a:gdLst>
                <a:gd name="connsiteX0" fmla="*/ 5956 w 208462"/>
                <a:gd name="connsiteY0" fmla="*/ 0 h 1548577"/>
                <a:gd name="connsiteX1" fmla="*/ 208462 w 208462"/>
                <a:gd name="connsiteY1" fmla="*/ 1569424 h 1548577"/>
                <a:gd name="connsiteX2" fmla="*/ 202506 w 208462"/>
                <a:gd name="connsiteY2" fmla="*/ 1572402 h 1548577"/>
                <a:gd name="connsiteX3" fmla="*/ 0 w 208462"/>
                <a:gd name="connsiteY3" fmla="*/ 0 h 1548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8462" h="1548577">
                  <a:moveTo>
                    <a:pt x="5956" y="0"/>
                  </a:moveTo>
                  <a:lnTo>
                    <a:pt x="208462" y="1569424"/>
                  </a:lnTo>
                  <a:lnTo>
                    <a:pt x="202506" y="157240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58">
              <a:extLst>
                <a:ext uri="{FF2B5EF4-FFF2-40B4-BE49-F238E27FC236}">
                  <a16:creationId xmlns:a16="http://schemas.microsoft.com/office/drawing/2014/main" id="{2226C32A-AE09-4B55-B34D-7677A66B90C5}"/>
                </a:ext>
              </a:extLst>
            </p:cNvPr>
            <p:cNvSpPr/>
            <p:nvPr/>
          </p:nvSpPr>
          <p:spPr>
            <a:xfrm>
              <a:off x="12471933" y="5288306"/>
              <a:ext cx="416925" cy="1727259"/>
            </a:xfrm>
            <a:custGeom>
              <a:avLst/>
              <a:gdLst>
                <a:gd name="connsiteX0" fmla="*/ 2978 w 416924"/>
                <a:gd name="connsiteY0" fmla="*/ 0 h 1727259"/>
                <a:gd name="connsiteX1" fmla="*/ 422881 w 416924"/>
                <a:gd name="connsiteY1" fmla="*/ 1724282 h 1727259"/>
                <a:gd name="connsiteX2" fmla="*/ 416925 w 416924"/>
                <a:gd name="connsiteY2" fmla="*/ 1727259 h 1727259"/>
                <a:gd name="connsiteX3" fmla="*/ 0 w 416924"/>
                <a:gd name="connsiteY3" fmla="*/ 2978 h 1727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924" h="1727259">
                  <a:moveTo>
                    <a:pt x="2978" y="0"/>
                  </a:moveTo>
                  <a:lnTo>
                    <a:pt x="422881" y="1724282"/>
                  </a:lnTo>
                  <a:lnTo>
                    <a:pt x="416925" y="1727259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59">
              <a:extLst>
                <a:ext uri="{FF2B5EF4-FFF2-40B4-BE49-F238E27FC236}">
                  <a16:creationId xmlns:a16="http://schemas.microsoft.com/office/drawing/2014/main" id="{6111FA7B-6F20-4DFC-86EE-411B303974CE}"/>
                </a:ext>
              </a:extLst>
            </p:cNvPr>
            <p:cNvSpPr/>
            <p:nvPr/>
          </p:nvSpPr>
          <p:spPr>
            <a:xfrm>
              <a:off x="12471933" y="5288306"/>
              <a:ext cx="416925" cy="416925"/>
            </a:xfrm>
            <a:custGeom>
              <a:avLst/>
              <a:gdLst>
                <a:gd name="connsiteX0" fmla="*/ 2978 w 416924"/>
                <a:gd name="connsiteY0" fmla="*/ 0 h 416924"/>
                <a:gd name="connsiteX1" fmla="*/ 419903 w 416924"/>
                <a:gd name="connsiteY1" fmla="*/ 413947 h 416924"/>
                <a:gd name="connsiteX2" fmla="*/ 416925 w 416924"/>
                <a:gd name="connsiteY2" fmla="*/ 416925 h 416924"/>
                <a:gd name="connsiteX3" fmla="*/ 0 w 416924"/>
                <a:gd name="connsiteY3" fmla="*/ 2978 h 416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924" h="416924">
                  <a:moveTo>
                    <a:pt x="2978" y="0"/>
                  </a:moveTo>
                  <a:lnTo>
                    <a:pt x="419903" y="413947"/>
                  </a:lnTo>
                  <a:lnTo>
                    <a:pt x="416925" y="416925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60">
              <a:extLst>
                <a:ext uri="{FF2B5EF4-FFF2-40B4-BE49-F238E27FC236}">
                  <a16:creationId xmlns:a16="http://schemas.microsoft.com/office/drawing/2014/main" id="{06406C1B-B02B-4C1F-8E55-3756F5CE08DA}"/>
                </a:ext>
              </a:extLst>
            </p:cNvPr>
            <p:cNvSpPr/>
            <p:nvPr/>
          </p:nvSpPr>
          <p:spPr>
            <a:xfrm>
              <a:off x="12888858" y="4409786"/>
              <a:ext cx="59561" cy="1280554"/>
            </a:xfrm>
            <a:custGeom>
              <a:avLst/>
              <a:gdLst>
                <a:gd name="connsiteX0" fmla="*/ 77429 w 59560"/>
                <a:gd name="connsiteY0" fmla="*/ 0 h 1280554"/>
                <a:gd name="connsiteX1" fmla="*/ 80407 w 59560"/>
                <a:gd name="connsiteY1" fmla="*/ 0 h 1280554"/>
                <a:gd name="connsiteX2" fmla="*/ 2978 w 59560"/>
                <a:gd name="connsiteY2" fmla="*/ 1292467 h 1280554"/>
                <a:gd name="connsiteX3" fmla="*/ 0 w 59560"/>
                <a:gd name="connsiteY3" fmla="*/ 1292467 h 1280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560" h="1280554">
                  <a:moveTo>
                    <a:pt x="77429" y="0"/>
                  </a:moveTo>
                  <a:lnTo>
                    <a:pt x="80407" y="0"/>
                  </a:lnTo>
                  <a:lnTo>
                    <a:pt x="2978" y="1292467"/>
                  </a:lnTo>
                  <a:lnTo>
                    <a:pt x="0" y="1292467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61">
              <a:extLst>
                <a:ext uri="{FF2B5EF4-FFF2-40B4-BE49-F238E27FC236}">
                  <a16:creationId xmlns:a16="http://schemas.microsoft.com/office/drawing/2014/main" id="{2626440F-C4D7-485C-A20E-2BA249085026}"/>
                </a:ext>
              </a:extLst>
            </p:cNvPr>
            <p:cNvSpPr/>
            <p:nvPr/>
          </p:nvSpPr>
          <p:spPr>
            <a:xfrm>
              <a:off x="12495757" y="2697417"/>
              <a:ext cx="387144" cy="2978033"/>
            </a:xfrm>
            <a:custGeom>
              <a:avLst/>
              <a:gdLst>
                <a:gd name="connsiteX0" fmla="*/ 5956 w 387144"/>
                <a:gd name="connsiteY0" fmla="*/ 0 h 2978033"/>
                <a:gd name="connsiteX1" fmla="*/ 396079 w 387144"/>
                <a:gd name="connsiteY1" fmla="*/ 3004836 h 2978033"/>
                <a:gd name="connsiteX2" fmla="*/ 393100 w 387144"/>
                <a:gd name="connsiteY2" fmla="*/ 3004836 h 2978033"/>
                <a:gd name="connsiteX3" fmla="*/ 0 w 387144"/>
                <a:gd name="connsiteY3" fmla="*/ 0 h 2978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144" h="2978033">
                  <a:moveTo>
                    <a:pt x="5956" y="0"/>
                  </a:moveTo>
                  <a:lnTo>
                    <a:pt x="396079" y="3004836"/>
                  </a:lnTo>
                  <a:lnTo>
                    <a:pt x="393100" y="300483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62">
              <a:extLst>
                <a:ext uri="{FF2B5EF4-FFF2-40B4-BE49-F238E27FC236}">
                  <a16:creationId xmlns:a16="http://schemas.microsoft.com/office/drawing/2014/main" id="{1775317C-AE59-4AE2-8D06-78ADAE45F386}"/>
                </a:ext>
              </a:extLst>
            </p:cNvPr>
            <p:cNvSpPr/>
            <p:nvPr/>
          </p:nvSpPr>
          <p:spPr>
            <a:xfrm>
              <a:off x="12739956" y="1920150"/>
              <a:ext cx="208462" cy="2471768"/>
            </a:xfrm>
            <a:custGeom>
              <a:avLst/>
              <a:gdLst>
                <a:gd name="connsiteX0" fmla="*/ 0 w 208462"/>
                <a:gd name="connsiteY0" fmla="*/ 0 h 2471767"/>
                <a:gd name="connsiteX1" fmla="*/ 2978 w 208462"/>
                <a:gd name="connsiteY1" fmla="*/ 0 h 2471767"/>
                <a:gd name="connsiteX2" fmla="*/ 229308 w 208462"/>
                <a:gd name="connsiteY2" fmla="*/ 2489636 h 2471767"/>
                <a:gd name="connsiteX3" fmla="*/ 226331 w 208462"/>
                <a:gd name="connsiteY3" fmla="*/ 2489636 h 2471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8462" h="2471767">
                  <a:moveTo>
                    <a:pt x="0" y="0"/>
                  </a:moveTo>
                  <a:lnTo>
                    <a:pt x="2978" y="0"/>
                  </a:lnTo>
                  <a:lnTo>
                    <a:pt x="229308" y="2489636"/>
                  </a:lnTo>
                  <a:lnTo>
                    <a:pt x="226331" y="2489636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63">
              <a:extLst>
                <a:ext uri="{FF2B5EF4-FFF2-40B4-BE49-F238E27FC236}">
                  <a16:creationId xmlns:a16="http://schemas.microsoft.com/office/drawing/2014/main" id="{CA2C2110-BE7A-4007-989B-8B538F5E3E17}"/>
                </a:ext>
              </a:extLst>
            </p:cNvPr>
            <p:cNvSpPr/>
            <p:nvPr/>
          </p:nvSpPr>
          <p:spPr>
            <a:xfrm>
              <a:off x="12174130" y="3715904"/>
              <a:ext cx="774289" cy="684948"/>
            </a:xfrm>
            <a:custGeom>
              <a:avLst/>
              <a:gdLst>
                <a:gd name="connsiteX0" fmla="*/ 2978 w 774288"/>
                <a:gd name="connsiteY0" fmla="*/ 0 h 684947"/>
                <a:gd name="connsiteX1" fmla="*/ 795135 w 774288"/>
                <a:gd name="connsiteY1" fmla="*/ 690904 h 684947"/>
                <a:gd name="connsiteX2" fmla="*/ 792157 w 774288"/>
                <a:gd name="connsiteY2" fmla="*/ 693882 h 684947"/>
                <a:gd name="connsiteX3" fmla="*/ 0 w 774288"/>
                <a:gd name="connsiteY3" fmla="*/ 2978 h 684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4288" h="684947">
                  <a:moveTo>
                    <a:pt x="2978" y="0"/>
                  </a:moveTo>
                  <a:lnTo>
                    <a:pt x="795135" y="690904"/>
                  </a:lnTo>
                  <a:lnTo>
                    <a:pt x="792157" y="693882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64">
              <a:extLst>
                <a:ext uri="{FF2B5EF4-FFF2-40B4-BE49-F238E27FC236}">
                  <a16:creationId xmlns:a16="http://schemas.microsoft.com/office/drawing/2014/main" id="{BE1998E1-331C-4782-9476-0C5581DB8A4D}"/>
                </a:ext>
              </a:extLst>
            </p:cNvPr>
            <p:cNvSpPr/>
            <p:nvPr/>
          </p:nvSpPr>
          <p:spPr>
            <a:xfrm>
              <a:off x="11920997" y="2241778"/>
              <a:ext cx="1042312" cy="2144184"/>
            </a:xfrm>
            <a:custGeom>
              <a:avLst/>
              <a:gdLst>
                <a:gd name="connsiteX0" fmla="*/ 2978 w 1042311"/>
                <a:gd name="connsiteY0" fmla="*/ 0 h 2144184"/>
                <a:gd name="connsiteX1" fmla="*/ 1048268 w 1042311"/>
                <a:gd name="connsiteY1" fmla="*/ 2165030 h 2144184"/>
                <a:gd name="connsiteX2" fmla="*/ 1045290 w 1042311"/>
                <a:gd name="connsiteY2" fmla="*/ 2168008 h 2144184"/>
                <a:gd name="connsiteX3" fmla="*/ 0 w 1042311"/>
                <a:gd name="connsiteY3" fmla="*/ 0 h 214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2311" h="2144184">
                  <a:moveTo>
                    <a:pt x="2978" y="0"/>
                  </a:moveTo>
                  <a:lnTo>
                    <a:pt x="1048268" y="2165030"/>
                  </a:lnTo>
                  <a:lnTo>
                    <a:pt x="1045290" y="216800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65">
              <a:extLst>
                <a:ext uri="{FF2B5EF4-FFF2-40B4-BE49-F238E27FC236}">
                  <a16:creationId xmlns:a16="http://schemas.microsoft.com/office/drawing/2014/main" id="{6C7D589F-0EEF-4F3E-9928-9909CAE4248A}"/>
                </a:ext>
              </a:extLst>
            </p:cNvPr>
            <p:cNvSpPr/>
            <p:nvPr/>
          </p:nvSpPr>
          <p:spPr>
            <a:xfrm>
              <a:off x="12495757" y="1920150"/>
              <a:ext cx="238243" cy="774289"/>
            </a:xfrm>
            <a:custGeom>
              <a:avLst/>
              <a:gdLst>
                <a:gd name="connsiteX0" fmla="*/ 244199 w 238242"/>
                <a:gd name="connsiteY0" fmla="*/ 0 h 774288"/>
                <a:gd name="connsiteX1" fmla="*/ 247177 w 238242"/>
                <a:gd name="connsiteY1" fmla="*/ 0 h 774288"/>
                <a:gd name="connsiteX2" fmla="*/ 5956 w 238242"/>
                <a:gd name="connsiteY2" fmla="*/ 777267 h 774288"/>
                <a:gd name="connsiteX3" fmla="*/ 0 w 238242"/>
                <a:gd name="connsiteY3" fmla="*/ 777267 h 774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242" h="774288">
                  <a:moveTo>
                    <a:pt x="244199" y="0"/>
                  </a:moveTo>
                  <a:lnTo>
                    <a:pt x="247177" y="0"/>
                  </a:lnTo>
                  <a:lnTo>
                    <a:pt x="5956" y="777267"/>
                  </a:lnTo>
                  <a:lnTo>
                    <a:pt x="0" y="777267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66">
              <a:extLst>
                <a:ext uri="{FF2B5EF4-FFF2-40B4-BE49-F238E27FC236}">
                  <a16:creationId xmlns:a16="http://schemas.microsoft.com/office/drawing/2014/main" id="{68485AA4-78BA-462A-865D-C9E040DC7557}"/>
                </a:ext>
              </a:extLst>
            </p:cNvPr>
            <p:cNvSpPr/>
            <p:nvPr/>
          </p:nvSpPr>
          <p:spPr>
            <a:xfrm>
              <a:off x="11920997" y="2238800"/>
              <a:ext cx="565826" cy="446705"/>
            </a:xfrm>
            <a:custGeom>
              <a:avLst/>
              <a:gdLst>
                <a:gd name="connsiteX0" fmla="*/ 2978 w 565826"/>
                <a:gd name="connsiteY0" fmla="*/ 0 h 446705"/>
                <a:gd name="connsiteX1" fmla="*/ 577738 w 565826"/>
                <a:gd name="connsiteY1" fmla="*/ 455639 h 446705"/>
                <a:gd name="connsiteX2" fmla="*/ 577738 w 565826"/>
                <a:gd name="connsiteY2" fmla="*/ 458617 h 446705"/>
                <a:gd name="connsiteX3" fmla="*/ 0 w 565826"/>
                <a:gd name="connsiteY3" fmla="*/ 2978 h 446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5826" h="446705">
                  <a:moveTo>
                    <a:pt x="2978" y="0"/>
                  </a:moveTo>
                  <a:lnTo>
                    <a:pt x="577738" y="455639"/>
                  </a:lnTo>
                  <a:lnTo>
                    <a:pt x="577738" y="458617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67">
              <a:extLst>
                <a:ext uri="{FF2B5EF4-FFF2-40B4-BE49-F238E27FC236}">
                  <a16:creationId xmlns:a16="http://schemas.microsoft.com/office/drawing/2014/main" id="{1376D9A0-F15D-44FC-8926-8AD6A14280EA}"/>
                </a:ext>
              </a:extLst>
            </p:cNvPr>
            <p:cNvSpPr/>
            <p:nvPr/>
          </p:nvSpPr>
          <p:spPr>
            <a:xfrm>
              <a:off x="12174130" y="2697417"/>
              <a:ext cx="327584" cy="1012531"/>
            </a:xfrm>
            <a:custGeom>
              <a:avLst/>
              <a:gdLst>
                <a:gd name="connsiteX0" fmla="*/ 321628 w 327583"/>
                <a:gd name="connsiteY0" fmla="*/ 0 h 1012531"/>
                <a:gd name="connsiteX1" fmla="*/ 327584 w 327583"/>
                <a:gd name="connsiteY1" fmla="*/ 0 h 1012531"/>
                <a:gd name="connsiteX2" fmla="*/ 2978 w 327583"/>
                <a:gd name="connsiteY2" fmla="*/ 1021465 h 1012531"/>
                <a:gd name="connsiteX3" fmla="*/ 0 w 327583"/>
                <a:gd name="connsiteY3" fmla="*/ 1021465 h 1012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7583" h="1012531">
                  <a:moveTo>
                    <a:pt x="321628" y="0"/>
                  </a:moveTo>
                  <a:lnTo>
                    <a:pt x="327584" y="0"/>
                  </a:lnTo>
                  <a:lnTo>
                    <a:pt x="2978" y="1021465"/>
                  </a:lnTo>
                  <a:lnTo>
                    <a:pt x="0" y="1021465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68">
              <a:extLst>
                <a:ext uri="{FF2B5EF4-FFF2-40B4-BE49-F238E27FC236}">
                  <a16:creationId xmlns:a16="http://schemas.microsoft.com/office/drawing/2014/main" id="{67304755-B301-43CA-BEF5-54B993854448}"/>
                </a:ext>
              </a:extLst>
            </p:cNvPr>
            <p:cNvSpPr/>
            <p:nvPr/>
          </p:nvSpPr>
          <p:spPr>
            <a:xfrm>
              <a:off x="11965667" y="2989264"/>
              <a:ext cx="208462" cy="714728"/>
            </a:xfrm>
            <a:custGeom>
              <a:avLst/>
              <a:gdLst>
                <a:gd name="connsiteX0" fmla="*/ 2978 w 208462"/>
                <a:gd name="connsiteY0" fmla="*/ 0 h 714728"/>
                <a:gd name="connsiteX1" fmla="*/ 211441 w 208462"/>
                <a:gd name="connsiteY1" fmla="*/ 729618 h 714728"/>
                <a:gd name="connsiteX2" fmla="*/ 208462 w 208462"/>
                <a:gd name="connsiteY2" fmla="*/ 729618 h 714728"/>
                <a:gd name="connsiteX3" fmla="*/ 0 w 208462"/>
                <a:gd name="connsiteY3" fmla="*/ 0 h 71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8462" h="714728">
                  <a:moveTo>
                    <a:pt x="2978" y="0"/>
                  </a:moveTo>
                  <a:lnTo>
                    <a:pt x="211441" y="729618"/>
                  </a:lnTo>
                  <a:lnTo>
                    <a:pt x="208462" y="72961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69">
              <a:extLst>
                <a:ext uri="{FF2B5EF4-FFF2-40B4-BE49-F238E27FC236}">
                  <a16:creationId xmlns:a16="http://schemas.microsoft.com/office/drawing/2014/main" id="{069BAE03-63A3-4CC1-8C94-53E960DED048}"/>
                </a:ext>
              </a:extLst>
            </p:cNvPr>
            <p:cNvSpPr/>
            <p:nvPr/>
          </p:nvSpPr>
          <p:spPr>
            <a:xfrm>
              <a:off x="11926953" y="3718882"/>
              <a:ext cx="238243" cy="774289"/>
            </a:xfrm>
            <a:custGeom>
              <a:avLst/>
              <a:gdLst>
                <a:gd name="connsiteX0" fmla="*/ 247177 w 238242"/>
                <a:gd name="connsiteY0" fmla="*/ 0 h 774288"/>
                <a:gd name="connsiteX1" fmla="*/ 250155 w 238242"/>
                <a:gd name="connsiteY1" fmla="*/ 0 h 774288"/>
                <a:gd name="connsiteX2" fmla="*/ 5956 w 238242"/>
                <a:gd name="connsiteY2" fmla="*/ 786201 h 774288"/>
                <a:gd name="connsiteX3" fmla="*/ 0 w 238242"/>
                <a:gd name="connsiteY3" fmla="*/ 783223 h 774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242" h="774288">
                  <a:moveTo>
                    <a:pt x="247177" y="0"/>
                  </a:moveTo>
                  <a:lnTo>
                    <a:pt x="250155" y="0"/>
                  </a:lnTo>
                  <a:lnTo>
                    <a:pt x="5956" y="786201"/>
                  </a:lnTo>
                  <a:lnTo>
                    <a:pt x="0" y="783223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70">
              <a:extLst>
                <a:ext uri="{FF2B5EF4-FFF2-40B4-BE49-F238E27FC236}">
                  <a16:creationId xmlns:a16="http://schemas.microsoft.com/office/drawing/2014/main" id="{ACB89C3E-54E4-46C5-927B-50FEC7100368}"/>
                </a:ext>
              </a:extLst>
            </p:cNvPr>
            <p:cNvSpPr/>
            <p:nvPr/>
          </p:nvSpPr>
          <p:spPr>
            <a:xfrm>
              <a:off x="10044836" y="3278134"/>
              <a:ext cx="2114404" cy="416925"/>
            </a:xfrm>
            <a:custGeom>
              <a:avLst/>
              <a:gdLst>
                <a:gd name="connsiteX0" fmla="*/ 0 w 2114403"/>
                <a:gd name="connsiteY0" fmla="*/ 0 h 416924"/>
                <a:gd name="connsiteX1" fmla="*/ 2132272 w 2114403"/>
                <a:gd name="connsiteY1" fmla="*/ 437771 h 416924"/>
                <a:gd name="connsiteX2" fmla="*/ 2129294 w 2114403"/>
                <a:gd name="connsiteY2" fmla="*/ 443727 h 416924"/>
                <a:gd name="connsiteX3" fmla="*/ 0 w 2114403"/>
                <a:gd name="connsiteY3" fmla="*/ 5956 h 416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4403" h="416924">
                  <a:moveTo>
                    <a:pt x="0" y="0"/>
                  </a:moveTo>
                  <a:lnTo>
                    <a:pt x="2132272" y="437771"/>
                  </a:lnTo>
                  <a:lnTo>
                    <a:pt x="2129294" y="443727"/>
                  </a:lnTo>
                  <a:lnTo>
                    <a:pt x="0" y="5956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71">
              <a:extLst>
                <a:ext uri="{FF2B5EF4-FFF2-40B4-BE49-F238E27FC236}">
                  <a16:creationId xmlns:a16="http://schemas.microsoft.com/office/drawing/2014/main" id="{E227FA8C-A456-4178-85C5-A2F56F62CC6D}"/>
                </a:ext>
              </a:extLst>
            </p:cNvPr>
            <p:cNvSpPr/>
            <p:nvPr/>
          </p:nvSpPr>
          <p:spPr>
            <a:xfrm>
              <a:off x="11280180" y="2249072"/>
              <a:ext cx="595607" cy="268023"/>
            </a:xfrm>
            <a:custGeom>
              <a:avLst/>
              <a:gdLst>
                <a:gd name="connsiteX0" fmla="*/ 0 w 595606"/>
                <a:gd name="connsiteY0" fmla="*/ 290555 h 268023"/>
                <a:gd name="connsiteX1" fmla="*/ 620288 w 595606"/>
                <a:gd name="connsiteY1" fmla="*/ 0 h 268023"/>
                <a:gd name="connsiteX2" fmla="*/ 621552 w 595606"/>
                <a:gd name="connsiteY2" fmla="*/ 2697 h 268023"/>
                <a:gd name="connsiteX3" fmla="*/ 1263 w 595606"/>
                <a:gd name="connsiteY3" fmla="*/ 293252 h 26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5606" h="268023">
                  <a:moveTo>
                    <a:pt x="0" y="290555"/>
                  </a:moveTo>
                  <a:lnTo>
                    <a:pt x="620288" y="0"/>
                  </a:lnTo>
                  <a:lnTo>
                    <a:pt x="621552" y="2697"/>
                  </a:lnTo>
                  <a:lnTo>
                    <a:pt x="1263" y="293252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72">
              <a:extLst>
                <a:ext uri="{FF2B5EF4-FFF2-40B4-BE49-F238E27FC236}">
                  <a16:creationId xmlns:a16="http://schemas.microsoft.com/office/drawing/2014/main" id="{B38669D9-38E1-4EEB-83AE-34D255E7BC0E}"/>
                </a:ext>
              </a:extLst>
            </p:cNvPr>
            <p:cNvSpPr/>
            <p:nvPr/>
          </p:nvSpPr>
          <p:spPr>
            <a:xfrm>
              <a:off x="11283698" y="2542559"/>
              <a:ext cx="684948" cy="446705"/>
            </a:xfrm>
            <a:custGeom>
              <a:avLst/>
              <a:gdLst>
                <a:gd name="connsiteX0" fmla="*/ 0 w 684947"/>
                <a:gd name="connsiteY0" fmla="*/ 0 h 446705"/>
                <a:gd name="connsiteX1" fmla="*/ 684948 w 684947"/>
                <a:gd name="connsiteY1" fmla="*/ 443727 h 446705"/>
                <a:gd name="connsiteX2" fmla="*/ 681969 w 684947"/>
                <a:gd name="connsiteY2" fmla="*/ 446705 h 446705"/>
                <a:gd name="connsiteX3" fmla="*/ 0 w 684947"/>
                <a:gd name="connsiteY3" fmla="*/ 5956 h 446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947" h="446705">
                  <a:moveTo>
                    <a:pt x="0" y="0"/>
                  </a:moveTo>
                  <a:lnTo>
                    <a:pt x="684948" y="443727"/>
                  </a:lnTo>
                  <a:lnTo>
                    <a:pt x="681969" y="446705"/>
                  </a:lnTo>
                  <a:lnTo>
                    <a:pt x="0" y="5956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73">
              <a:extLst>
                <a:ext uri="{FF2B5EF4-FFF2-40B4-BE49-F238E27FC236}">
                  <a16:creationId xmlns:a16="http://schemas.microsoft.com/office/drawing/2014/main" id="{E67B701C-4DEB-4544-A41E-F203844C9307}"/>
                </a:ext>
              </a:extLst>
            </p:cNvPr>
            <p:cNvSpPr/>
            <p:nvPr/>
          </p:nvSpPr>
          <p:spPr>
            <a:xfrm>
              <a:off x="11280720" y="2545537"/>
              <a:ext cx="625387" cy="1935722"/>
            </a:xfrm>
            <a:custGeom>
              <a:avLst/>
              <a:gdLst>
                <a:gd name="connsiteX0" fmla="*/ 5956 w 625387"/>
                <a:gd name="connsiteY0" fmla="*/ 0 h 1935721"/>
                <a:gd name="connsiteX1" fmla="*/ 652189 w 625387"/>
                <a:gd name="connsiteY1" fmla="*/ 1956568 h 1935721"/>
                <a:gd name="connsiteX2" fmla="*/ 646233 w 625387"/>
                <a:gd name="connsiteY2" fmla="*/ 1959546 h 1935721"/>
                <a:gd name="connsiteX3" fmla="*/ 0 w 625387"/>
                <a:gd name="connsiteY3" fmla="*/ 0 h 1935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5387" h="1935721">
                  <a:moveTo>
                    <a:pt x="5956" y="0"/>
                  </a:moveTo>
                  <a:lnTo>
                    <a:pt x="652189" y="1956568"/>
                  </a:lnTo>
                  <a:lnTo>
                    <a:pt x="646233" y="195954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74">
              <a:extLst>
                <a:ext uri="{FF2B5EF4-FFF2-40B4-BE49-F238E27FC236}">
                  <a16:creationId xmlns:a16="http://schemas.microsoft.com/office/drawing/2014/main" id="{6FEC3AB1-38B2-4AF3-831C-0C8B618D77A4}"/>
                </a:ext>
              </a:extLst>
            </p:cNvPr>
            <p:cNvSpPr/>
            <p:nvPr/>
          </p:nvSpPr>
          <p:spPr>
            <a:xfrm>
              <a:off x="11965667" y="2694439"/>
              <a:ext cx="506266" cy="268023"/>
            </a:xfrm>
            <a:custGeom>
              <a:avLst/>
              <a:gdLst>
                <a:gd name="connsiteX0" fmla="*/ 533068 w 506265"/>
                <a:gd name="connsiteY0" fmla="*/ 0 h 268023"/>
                <a:gd name="connsiteX1" fmla="*/ 533068 w 506265"/>
                <a:gd name="connsiteY1" fmla="*/ 5956 h 268023"/>
                <a:gd name="connsiteX2" fmla="*/ 2978 w 506265"/>
                <a:gd name="connsiteY2" fmla="*/ 294825 h 268023"/>
                <a:gd name="connsiteX3" fmla="*/ 0 w 506265"/>
                <a:gd name="connsiteY3" fmla="*/ 291847 h 26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6265" h="268023">
                  <a:moveTo>
                    <a:pt x="533068" y="0"/>
                  </a:moveTo>
                  <a:lnTo>
                    <a:pt x="533068" y="5956"/>
                  </a:lnTo>
                  <a:lnTo>
                    <a:pt x="2978" y="294825"/>
                  </a:lnTo>
                  <a:lnTo>
                    <a:pt x="0" y="291847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75">
              <a:extLst>
                <a:ext uri="{FF2B5EF4-FFF2-40B4-BE49-F238E27FC236}">
                  <a16:creationId xmlns:a16="http://schemas.microsoft.com/office/drawing/2014/main" id="{65500A31-477F-4216-8DA7-3DFDDD6B49DD}"/>
                </a:ext>
              </a:extLst>
            </p:cNvPr>
            <p:cNvSpPr/>
            <p:nvPr/>
          </p:nvSpPr>
          <p:spPr>
            <a:xfrm>
              <a:off x="11965667" y="1896326"/>
              <a:ext cx="774289" cy="1072092"/>
            </a:xfrm>
            <a:custGeom>
              <a:avLst/>
              <a:gdLst>
                <a:gd name="connsiteX0" fmla="*/ 771310 w 774288"/>
                <a:gd name="connsiteY0" fmla="*/ 0 h 1072092"/>
                <a:gd name="connsiteX1" fmla="*/ 774289 w 774288"/>
                <a:gd name="connsiteY1" fmla="*/ 2978 h 1072092"/>
                <a:gd name="connsiteX2" fmla="*/ 2978 w 774288"/>
                <a:gd name="connsiteY2" fmla="*/ 1092938 h 1072092"/>
                <a:gd name="connsiteX3" fmla="*/ 0 w 774288"/>
                <a:gd name="connsiteY3" fmla="*/ 1089960 h 1072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4288" h="1072092">
                  <a:moveTo>
                    <a:pt x="771310" y="0"/>
                  </a:moveTo>
                  <a:lnTo>
                    <a:pt x="774289" y="2978"/>
                  </a:lnTo>
                  <a:lnTo>
                    <a:pt x="2978" y="1092938"/>
                  </a:lnTo>
                  <a:lnTo>
                    <a:pt x="0" y="108996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76">
              <a:extLst>
                <a:ext uri="{FF2B5EF4-FFF2-40B4-BE49-F238E27FC236}">
                  <a16:creationId xmlns:a16="http://schemas.microsoft.com/office/drawing/2014/main" id="{7AFB9932-CFE2-4EB1-A45C-9A7850755987}"/>
                </a:ext>
              </a:extLst>
            </p:cNvPr>
            <p:cNvSpPr/>
            <p:nvPr/>
          </p:nvSpPr>
          <p:spPr>
            <a:xfrm>
              <a:off x="10044836" y="2986286"/>
              <a:ext cx="1905941" cy="297803"/>
            </a:xfrm>
            <a:custGeom>
              <a:avLst/>
              <a:gdLst>
                <a:gd name="connsiteX0" fmla="*/ 1923810 w 1905941"/>
                <a:gd name="connsiteY0" fmla="*/ 0 h 297803"/>
                <a:gd name="connsiteX1" fmla="*/ 1923810 w 1905941"/>
                <a:gd name="connsiteY1" fmla="*/ 2978 h 297803"/>
                <a:gd name="connsiteX2" fmla="*/ 0 w 1905941"/>
                <a:gd name="connsiteY2" fmla="*/ 297803 h 297803"/>
                <a:gd name="connsiteX3" fmla="*/ 0 w 1905941"/>
                <a:gd name="connsiteY3" fmla="*/ 291847 h 297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941" h="297803">
                  <a:moveTo>
                    <a:pt x="1923810" y="0"/>
                  </a:moveTo>
                  <a:lnTo>
                    <a:pt x="1923810" y="2978"/>
                  </a:lnTo>
                  <a:lnTo>
                    <a:pt x="0" y="297803"/>
                  </a:lnTo>
                  <a:lnTo>
                    <a:pt x="0" y="291847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77">
              <a:extLst>
                <a:ext uri="{FF2B5EF4-FFF2-40B4-BE49-F238E27FC236}">
                  <a16:creationId xmlns:a16="http://schemas.microsoft.com/office/drawing/2014/main" id="{82DF2BBD-5B96-4620-BAC9-169118B890E1}"/>
                </a:ext>
              </a:extLst>
            </p:cNvPr>
            <p:cNvSpPr/>
            <p:nvPr/>
          </p:nvSpPr>
          <p:spPr>
            <a:xfrm>
              <a:off x="11929931" y="4406808"/>
              <a:ext cx="1012531" cy="89341"/>
            </a:xfrm>
            <a:custGeom>
              <a:avLst/>
              <a:gdLst>
                <a:gd name="connsiteX0" fmla="*/ 0 w 1012531"/>
                <a:gd name="connsiteY0" fmla="*/ 95297 h 89341"/>
                <a:gd name="connsiteX1" fmla="*/ 1036356 w 1012531"/>
                <a:gd name="connsiteY1" fmla="*/ 0 h 89341"/>
                <a:gd name="connsiteX2" fmla="*/ 1039333 w 1012531"/>
                <a:gd name="connsiteY2" fmla="*/ 2978 h 89341"/>
                <a:gd name="connsiteX3" fmla="*/ 0 w 1012531"/>
                <a:gd name="connsiteY3" fmla="*/ 98275 h 89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2531" h="89341">
                  <a:moveTo>
                    <a:pt x="0" y="95297"/>
                  </a:moveTo>
                  <a:lnTo>
                    <a:pt x="1036356" y="0"/>
                  </a:lnTo>
                  <a:lnTo>
                    <a:pt x="1039333" y="2978"/>
                  </a:lnTo>
                  <a:lnTo>
                    <a:pt x="0" y="98275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78">
              <a:extLst>
                <a:ext uri="{FF2B5EF4-FFF2-40B4-BE49-F238E27FC236}">
                  <a16:creationId xmlns:a16="http://schemas.microsoft.com/office/drawing/2014/main" id="{6384D792-A1D2-41A2-A475-9757B60C9491}"/>
                </a:ext>
              </a:extLst>
            </p:cNvPr>
            <p:cNvSpPr/>
            <p:nvPr/>
          </p:nvSpPr>
          <p:spPr>
            <a:xfrm>
              <a:off x="11923975" y="4442545"/>
              <a:ext cx="536046" cy="833849"/>
            </a:xfrm>
            <a:custGeom>
              <a:avLst/>
              <a:gdLst>
                <a:gd name="connsiteX0" fmla="*/ 2978 w 536046"/>
                <a:gd name="connsiteY0" fmla="*/ 0 h 833849"/>
                <a:gd name="connsiteX1" fmla="*/ 550936 w 536046"/>
                <a:gd name="connsiteY1" fmla="*/ 845761 h 833849"/>
                <a:gd name="connsiteX2" fmla="*/ 547958 w 536046"/>
                <a:gd name="connsiteY2" fmla="*/ 848740 h 833849"/>
                <a:gd name="connsiteX3" fmla="*/ 0 w 536046"/>
                <a:gd name="connsiteY3" fmla="*/ 2978 h 833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046" h="833849">
                  <a:moveTo>
                    <a:pt x="2978" y="0"/>
                  </a:moveTo>
                  <a:lnTo>
                    <a:pt x="550936" y="845761"/>
                  </a:lnTo>
                  <a:lnTo>
                    <a:pt x="547958" y="848740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79">
              <a:extLst>
                <a:ext uri="{FF2B5EF4-FFF2-40B4-BE49-F238E27FC236}">
                  <a16:creationId xmlns:a16="http://schemas.microsoft.com/office/drawing/2014/main" id="{17894AFC-63EF-426C-A3A9-C6AD1FA8135D}"/>
                </a:ext>
              </a:extLst>
            </p:cNvPr>
            <p:cNvSpPr/>
            <p:nvPr/>
          </p:nvSpPr>
          <p:spPr>
            <a:xfrm>
              <a:off x="11116928" y="4254928"/>
              <a:ext cx="804069" cy="238243"/>
            </a:xfrm>
            <a:custGeom>
              <a:avLst/>
              <a:gdLst>
                <a:gd name="connsiteX0" fmla="*/ 0 w 804069"/>
                <a:gd name="connsiteY0" fmla="*/ 0 h 238242"/>
                <a:gd name="connsiteX1" fmla="*/ 813003 w 804069"/>
                <a:gd name="connsiteY1" fmla="*/ 247177 h 238242"/>
                <a:gd name="connsiteX2" fmla="*/ 813003 w 804069"/>
                <a:gd name="connsiteY2" fmla="*/ 250155 h 238242"/>
                <a:gd name="connsiteX3" fmla="*/ 0 w 804069"/>
                <a:gd name="connsiteY3" fmla="*/ 5956 h 238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069" h="238242">
                  <a:moveTo>
                    <a:pt x="0" y="0"/>
                  </a:moveTo>
                  <a:lnTo>
                    <a:pt x="813003" y="247177"/>
                  </a:lnTo>
                  <a:lnTo>
                    <a:pt x="813003" y="250155"/>
                  </a:lnTo>
                  <a:lnTo>
                    <a:pt x="0" y="5956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80">
              <a:extLst>
                <a:ext uri="{FF2B5EF4-FFF2-40B4-BE49-F238E27FC236}">
                  <a16:creationId xmlns:a16="http://schemas.microsoft.com/office/drawing/2014/main" id="{6D2A16EB-892C-49BD-B667-948C5B73B919}"/>
                </a:ext>
              </a:extLst>
            </p:cNvPr>
            <p:cNvSpPr/>
            <p:nvPr/>
          </p:nvSpPr>
          <p:spPr>
            <a:xfrm rot="1116532">
              <a:off x="8411361" y="4155936"/>
              <a:ext cx="148902" cy="2412208"/>
            </a:xfrm>
            <a:custGeom>
              <a:avLst/>
              <a:gdLst>
                <a:gd name="connsiteX0" fmla="*/ 0 w 148901"/>
                <a:gd name="connsiteY0" fmla="*/ 0 h 2412207"/>
                <a:gd name="connsiteX1" fmla="*/ 2978 w 148901"/>
                <a:gd name="connsiteY1" fmla="*/ 0 h 2412207"/>
                <a:gd name="connsiteX2" fmla="*/ 163792 w 148901"/>
                <a:gd name="connsiteY2" fmla="*/ 2415185 h 2412207"/>
                <a:gd name="connsiteX3" fmla="*/ 160814 w 148901"/>
                <a:gd name="connsiteY3" fmla="*/ 2415185 h 2412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901" h="2412207">
                  <a:moveTo>
                    <a:pt x="0" y="0"/>
                  </a:moveTo>
                  <a:lnTo>
                    <a:pt x="2978" y="0"/>
                  </a:lnTo>
                  <a:lnTo>
                    <a:pt x="163792" y="2415185"/>
                  </a:lnTo>
                  <a:lnTo>
                    <a:pt x="160814" y="2415185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81">
              <a:extLst>
                <a:ext uri="{FF2B5EF4-FFF2-40B4-BE49-F238E27FC236}">
                  <a16:creationId xmlns:a16="http://schemas.microsoft.com/office/drawing/2014/main" id="{CF7F8DC5-6DFC-4F86-AB70-4BDF2FEF0617}"/>
                </a:ext>
              </a:extLst>
            </p:cNvPr>
            <p:cNvSpPr/>
            <p:nvPr/>
          </p:nvSpPr>
          <p:spPr>
            <a:xfrm rot="20108175">
              <a:off x="9477791" y="4144715"/>
              <a:ext cx="236273" cy="3827621"/>
            </a:xfrm>
            <a:custGeom>
              <a:avLst/>
              <a:gdLst>
                <a:gd name="connsiteX0" fmla="*/ 0 w 148901"/>
                <a:gd name="connsiteY0" fmla="*/ 0 h 2412207"/>
                <a:gd name="connsiteX1" fmla="*/ 2978 w 148901"/>
                <a:gd name="connsiteY1" fmla="*/ 0 h 2412207"/>
                <a:gd name="connsiteX2" fmla="*/ 163792 w 148901"/>
                <a:gd name="connsiteY2" fmla="*/ 2415185 h 2412207"/>
                <a:gd name="connsiteX3" fmla="*/ 160814 w 148901"/>
                <a:gd name="connsiteY3" fmla="*/ 2415185 h 2412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901" h="2412207">
                  <a:moveTo>
                    <a:pt x="0" y="0"/>
                  </a:moveTo>
                  <a:lnTo>
                    <a:pt x="2978" y="0"/>
                  </a:lnTo>
                  <a:lnTo>
                    <a:pt x="163792" y="2415185"/>
                  </a:lnTo>
                  <a:lnTo>
                    <a:pt x="160814" y="2415185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82">
              <a:extLst>
                <a:ext uri="{FF2B5EF4-FFF2-40B4-BE49-F238E27FC236}">
                  <a16:creationId xmlns:a16="http://schemas.microsoft.com/office/drawing/2014/main" id="{FB419A08-E7C0-47A6-B131-EE4BF86322F6}"/>
                </a:ext>
              </a:extLst>
            </p:cNvPr>
            <p:cNvSpPr/>
            <p:nvPr/>
          </p:nvSpPr>
          <p:spPr>
            <a:xfrm rot="20874186">
              <a:off x="9546424" y="2519287"/>
              <a:ext cx="388066" cy="4057224"/>
            </a:xfrm>
            <a:custGeom>
              <a:avLst/>
              <a:gdLst>
                <a:gd name="connsiteX0" fmla="*/ 0 w 148901"/>
                <a:gd name="connsiteY0" fmla="*/ 0 h 2412207"/>
                <a:gd name="connsiteX1" fmla="*/ 2978 w 148901"/>
                <a:gd name="connsiteY1" fmla="*/ 0 h 2412207"/>
                <a:gd name="connsiteX2" fmla="*/ 163792 w 148901"/>
                <a:gd name="connsiteY2" fmla="*/ 2415185 h 2412207"/>
                <a:gd name="connsiteX3" fmla="*/ 160814 w 148901"/>
                <a:gd name="connsiteY3" fmla="*/ 2415185 h 2412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901" h="2412207">
                  <a:moveTo>
                    <a:pt x="0" y="0"/>
                  </a:moveTo>
                  <a:lnTo>
                    <a:pt x="2978" y="0"/>
                  </a:lnTo>
                  <a:lnTo>
                    <a:pt x="163792" y="2415185"/>
                  </a:lnTo>
                  <a:lnTo>
                    <a:pt x="160814" y="2415185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01" name="Graphic 14">
            <a:extLst>
              <a:ext uri="{FF2B5EF4-FFF2-40B4-BE49-F238E27FC236}">
                <a16:creationId xmlns:a16="http://schemas.microsoft.com/office/drawing/2014/main" id="{F0D80678-0925-4D82-A4F3-890F9E2559CC}"/>
              </a:ext>
            </a:extLst>
          </p:cNvPr>
          <p:cNvGrpSpPr/>
          <p:nvPr/>
        </p:nvGrpSpPr>
        <p:grpSpPr>
          <a:xfrm rot="5400000">
            <a:off x="-810151" y="-463441"/>
            <a:ext cx="4967125" cy="4979266"/>
            <a:chOff x="5786248" y="1256049"/>
            <a:chExt cx="7311072" cy="7328940"/>
          </a:xfrm>
          <a:solidFill>
            <a:schemeClr val="bg1">
              <a:lumMod val="95000"/>
            </a:schemeClr>
          </a:solidFill>
        </p:grpSpPr>
        <p:sp>
          <p:nvSpPr>
            <p:cNvPr id="102" name="Freeform 84">
              <a:extLst>
                <a:ext uri="{FF2B5EF4-FFF2-40B4-BE49-F238E27FC236}">
                  <a16:creationId xmlns:a16="http://schemas.microsoft.com/office/drawing/2014/main" id="{E49F14F3-6229-45B1-9BED-E7D7AF6D9EEF}"/>
                </a:ext>
              </a:extLst>
            </p:cNvPr>
            <p:cNvSpPr/>
            <p:nvPr/>
          </p:nvSpPr>
          <p:spPr>
            <a:xfrm>
              <a:off x="7769618" y="6381245"/>
              <a:ext cx="1101872" cy="446705"/>
            </a:xfrm>
            <a:custGeom>
              <a:avLst/>
              <a:gdLst>
                <a:gd name="connsiteX0" fmla="*/ 0 w 1101872"/>
                <a:gd name="connsiteY0" fmla="*/ 0 h 446705"/>
                <a:gd name="connsiteX1" fmla="*/ 1122719 w 1101872"/>
                <a:gd name="connsiteY1" fmla="*/ 446705 h 446705"/>
                <a:gd name="connsiteX2" fmla="*/ 1119741 w 1101872"/>
                <a:gd name="connsiteY2" fmla="*/ 449683 h 446705"/>
                <a:gd name="connsiteX3" fmla="*/ 0 w 1101872"/>
                <a:gd name="connsiteY3" fmla="*/ 2978 h 446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01872" h="446705">
                  <a:moveTo>
                    <a:pt x="0" y="0"/>
                  </a:moveTo>
                  <a:lnTo>
                    <a:pt x="1122719" y="446705"/>
                  </a:lnTo>
                  <a:lnTo>
                    <a:pt x="1119741" y="449683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85">
              <a:extLst>
                <a:ext uri="{FF2B5EF4-FFF2-40B4-BE49-F238E27FC236}">
                  <a16:creationId xmlns:a16="http://schemas.microsoft.com/office/drawing/2014/main" id="{8BB0C605-FABC-4B76-99B2-8E613CE4AFF0}"/>
                </a:ext>
              </a:extLst>
            </p:cNvPr>
            <p:cNvSpPr/>
            <p:nvPr/>
          </p:nvSpPr>
          <p:spPr>
            <a:xfrm>
              <a:off x="8728545" y="4415742"/>
              <a:ext cx="148902" cy="2412207"/>
            </a:xfrm>
            <a:custGeom>
              <a:avLst/>
              <a:gdLst>
                <a:gd name="connsiteX0" fmla="*/ 0 w 148901"/>
                <a:gd name="connsiteY0" fmla="*/ 0 h 2412207"/>
                <a:gd name="connsiteX1" fmla="*/ 2978 w 148901"/>
                <a:gd name="connsiteY1" fmla="*/ 0 h 2412207"/>
                <a:gd name="connsiteX2" fmla="*/ 163792 w 148901"/>
                <a:gd name="connsiteY2" fmla="*/ 2415185 h 2412207"/>
                <a:gd name="connsiteX3" fmla="*/ 160814 w 148901"/>
                <a:gd name="connsiteY3" fmla="*/ 2415185 h 2412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901" h="2412207">
                  <a:moveTo>
                    <a:pt x="0" y="0"/>
                  </a:moveTo>
                  <a:lnTo>
                    <a:pt x="2978" y="0"/>
                  </a:lnTo>
                  <a:lnTo>
                    <a:pt x="163792" y="2415185"/>
                  </a:lnTo>
                  <a:lnTo>
                    <a:pt x="160814" y="2415185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86">
              <a:extLst>
                <a:ext uri="{FF2B5EF4-FFF2-40B4-BE49-F238E27FC236}">
                  <a16:creationId xmlns:a16="http://schemas.microsoft.com/office/drawing/2014/main" id="{9B611F78-0ACF-4CA1-BC0E-6F806231E3A8}"/>
                </a:ext>
              </a:extLst>
            </p:cNvPr>
            <p:cNvSpPr/>
            <p:nvPr/>
          </p:nvSpPr>
          <p:spPr>
            <a:xfrm>
              <a:off x="7766640" y="4415742"/>
              <a:ext cx="952971" cy="1965502"/>
            </a:xfrm>
            <a:custGeom>
              <a:avLst/>
              <a:gdLst>
                <a:gd name="connsiteX0" fmla="*/ 961905 w 952970"/>
                <a:gd name="connsiteY0" fmla="*/ 0 h 1965502"/>
                <a:gd name="connsiteX1" fmla="*/ 964883 w 952970"/>
                <a:gd name="connsiteY1" fmla="*/ 2978 h 1965502"/>
                <a:gd name="connsiteX2" fmla="*/ 5956 w 952970"/>
                <a:gd name="connsiteY2" fmla="*/ 1968480 h 1965502"/>
                <a:gd name="connsiteX3" fmla="*/ 0 w 952970"/>
                <a:gd name="connsiteY3" fmla="*/ 1965502 h 1965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970" h="1965502">
                  <a:moveTo>
                    <a:pt x="961905" y="0"/>
                  </a:moveTo>
                  <a:lnTo>
                    <a:pt x="964883" y="2978"/>
                  </a:lnTo>
                  <a:lnTo>
                    <a:pt x="5956" y="1968480"/>
                  </a:lnTo>
                  <a:lnTo>
                    <a:pt x="0" y="1965502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87">
              <a:extLst>
                <a:ext uri="{FF2B5EF4-FFF2-40B4-BE49-F238E27FC236}">
                  <a16:creationId xmlns:a16="http://schemas.microsoft.com/office/drawing/2014/main" id="{C921C537-C5B9-4930-B902-0D1B2E0DA822}"/>
                </a:ext>
              </a:extLst>
            </p:cNvPr>
            <p:cNvSpPr/>
            <p:nvPr/>
          </p:nvSpPr>
          <p:spPr>
            <a:xfrm>
              <a:off x="8728545" y="4415742"/>
              <a:ext cx="1012531" cy="1101872"/>
            </a:xfrm>
            <a:custGeom>
              <a:avLst/>
              <a:gdLst>
                <a:gd name="connsiteX0" fmla="*/ 2978 w 1012531"/>
                <a:gd name="connsiteY0" fmla="*/ 0 h 1101872"/>
                <a:gd name="connsiteX1" fmla="*/ 1039333 w 1012531"/>
                <a:gd name="connsiteY1" fmla="*/ 1119741 h 1101872"/>
                <a:gd name="connsiteX2" fmla="*/ 1036356 w 1012531"/>
                <a:gd name="connsiteY2" fmla="*/ 1122719 h 1101872"/>
                <a:gd name="connsiteX3" fmla="*/ 0 w 1012531"/>
                <a:gd name="connsiteY3" fmla="*/ 2978 h 1101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2531" h="1101872">
                  <a:moveTo>
                    <a:pt x="2978" y="0"/>
                  </a:moveTo>
                  <a:lnTo>
                    <a:pt x="1039333" y="1119741"/>
                  </a:lnTo>
                  <a:lnTo>
                    <a:pt x="1036356" y="1122719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88">
              <a:extLst>
                <a:ext uri="{FF2B5EF4-FFF2-40B4-BE49-F238E27FC236}">
                  <a16:creationId xmlns:a16="http://schemas.microsoft.com/office/drawing/2014/main" id="{F909FA5D-0F5A-4D6B-A5C2-E3E90722895F}"/>
                </a:ext>
              </a:extLst>
            </p:cNvPr>
            <p:cNvSpPr/>
            <p:nvPr/>
          </p:nvSpPr>
          <p:spPr>
            <a:xfrm>
              <a:off x="8728545" y="2622966"/>
              <a:ext cx="416925" cy="1786820"/>
            </a:xfrm>
            <a:custGeom>
              <a:avLst/>
              <a:gdLst>
                <a:gd name="connsiteX0" fmla="*/ 416925 w 416924"/>
                <a:gd name="connsiteY0" fmla="*/ 0 h 1786820"/>
                <a:gd name="connsiteX1" fmla="*/ 422881 w 416924"/>
                <a:gd name="connsiteY1" fmla="*/ 0 h 1786820"/>
                <a:gd name="connsiteX2" fmla="*/ 2978 w 416924"/>
                <a:gd name="connsiteY2" fmla="*/ 1792776 h 1786820"/>
                <a:gd name="connsiteX3" fmla="*/ 0 w 416924"/>
                <a:gd name="connsiteY3" fmla="*/ 1792776 h 1786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924" h="1786820">
                  <a:moveTo>
                    <a:pt x="416925" y="0"/>
                  </a:moveTo>
                  <a:lnTo>
                    <a:pt x="422881" y="0"/>
                  </a:lnTo>
                  <a:lnTo>
                    <a:pt x="2978" y="1792776"/>
                  </a:lnTo>
                  <a:lnTo>
                    <a:pt x="0" y="1792776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89">
              <a:extLst>
                <a:ext uri="{FF2B5EF4-FFF2-40B4-BE49-F238E27FC236}">
                  <a16:creationId xmlns:a16="http://schemas.microsoft.com/office/drawing/2014/main" id="{C681B981-52BD-4780-A490-6CFDF58DE682}"/>
                </a:ext>
              </a:extLst>
            </p:cNvPr>
            <p:cNvSpPr/>
            <p:nvPr/>
          </p:nvSpPr>
          <p:spPr>
            <a:xfrm>
              <a:off x="8728545" y="3281112"/>
              <a:ext cx="1310335" cy="1131653"/>
            </a:xfrm>
            <a:custGeom>
              <a:avLst/>
              <a:gdLst>
                <a:gd name="connsiteX0" fmla="*/ 1316291 w 1310334"/>
                <a:gd name="connsiteY0" fmla="*/ 0 h 1131652"/>
                <a:gd name="connsiteX1" fmla="*/ 1319269 w 1310334"/>
                <a:gd name="connsiteY1" fmla="*/ 2978 h 1131652"/>
                <a:gd name="connsiteX2" fmla="*/ 2978 w 1310334"/>
                <a:gd name="connsiteY2" fmla="*/ 1137609 h 1131652"/>
                <a:gd name="connsiteX3" fmla="*/ 0 w 1310334"/>
                <a:gd name="connsiteY3" fmla="*/ 1134631 h 113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10334" h="1131652">
                  <a:moveTo>
                    <a:pt x="1316291" y="0"/>
                  </a:moveTo>
                  <a:lnTo>
                    <a:pt x="1319269" y="2978"/>
                  </a:lnTo>
                  <a:lnTo>
                    <a:pt x="2978" y="1137609"/>
                  </a:lnTo>
                  <a:lnTo>
                    <a:pt x="0" y="1134631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90">
              <a:extLst>
                <a:ext uri="{FF2B5EF4-FFF2-40B4-BE49-F238E27FC236}">
                  <a16:creationId xmlns:a16="http://schemas.microsoft.com/office/drawing/2014/main" id="{1F20F81D-5C06-4831-A617-47AC61130BAA}"/>
                </a:ext>
              </a:extLst>
            </p:cNvPr>
            <p:cNvSpPr/>
            <p:nvPr/>
          </p:nvSpPr>
          <p:spPr>
            <a:xfrm>
              <a:off x="5786248" y="1256049"/>
              <a:ext cx="29780" cy="29780"/>
            </a:xfrm>
            <a:custGeom>
              <a:avLst/>
              <a:gdLst/>
              <a:ahLst/>
              <a:cxnLst/>
              <a:rect l="l" t="t" r="r" b="b"/>
              <a:pathLst>
                <a:path/>
              </a:pathLst>
            </a:custGeom>
            <a:grpFill/>
            <a:ln w="7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91">
              <a:extLst>
                <a:ext uri="{FF2B5EF4-FFF2-40B4-BE49-F238E27FC236}">
                  <a16:creationId xmlns:a16="http://schemas.microsoft.com/office/drawing/2014/main" id="{8038E848-1F45-41F6-9F55-76F485D28BAF}"/>
                </a:ext>
              </a:extLst>
            </p:cNvPr>
            <p:cNvSpPr/>
            <p:nvPr/>
          </p:nvSpPr>
          <p:spPr>
            <a:xfrm>
              <a:off x="9148448" y="2619988"/>
              <a:ext cx="893410" cy="655167"/>
            </a:xfrm>
            <a:custGeom>
              <a:avLst/>
              <a:gdLst>
                <a:gd name="connsiteX0" fmla="*/ 2978 w 893410"/>
                <a:gd name="connsiteY0" fmla="*/ 0 h 655167"/>
                <a:gd name="connsiteX1" fmla="*/ 896388 w 893410"/>
                <a:gd name="connsiteY1" fmla="*/ 661123 h 655167"/>
                <a:gd name="connsiteX2" fmla="*/ 896388 w 893410"/>
                <a:gd name="connsiteY2" fmla="*/ 664101 h 655167"/>
                <a:gd name="connsiteX3" fmla="*/ 0 w 893410"/>
                <a:gd name="connsiteY3" fmla="*/ 2978 h 655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3410" h="655167">
                  <a:moveTo>
                    <a:pt x="2978" y="0"/>
                  </a:moveTo>
                  <a:lnTo>
                    <a:pt x="896388" y="661123"/>
                  </a:lnTo>
                  <a:lnTo>
                    <a:pt x="896388" y="664101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92">
              <a:extLst>
                <a:ext uri="{FF2B5EF4-FFF2-40B4-BE49-F238E27FC236}">
                  <a16:creationId xmlns:a16="http://schemas.microsoft.com/office/drawing/2014/main" id="{315B702F-EC34-4955-B480-BF9AA1ED6D40}"/>
                </a:ext>
              </a:extLst>
            </p:cNvPr>
            <p:cNvSpPr/>
            <p:nvPr/>
          </p:nvSpPr>
          <p:spPr>
            <a:xfrm>
              <a:off x="9148448" y="2542559"/>
              <a:ext cx="2114404" cy="59561"/>
            </a:xfrm>
            <a:custGeom>
              <a:avLst/>
              <a:gdLst>
                <a:gd name="connsiteX0" fmla="*/ 0 w 2114403"/>
                <a:gd name="connsiteY0" fmla="*/ 77429 h 59560"/>
                <a:gd name="connsiteX1" fmla="*/ 2135250 w 2114403"/>
                <a:gd name="connsiteY1" fmla="*/ 0 h 59560"/>
                <a:gd name="connsiteX2" fmla="*/ 2135250 w 2114403"/>
                <a:gd name="connsiteY2" fmla="*/ 5956 h 59560"/>
                <a:gd name="connsiteX3" fmla="*/ 0 w 2114403"/>
                <a:gd name="connsiteY3" fmla="*/ 83385 h 59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4403" h="59560">
                  <a:moveTo>
                    <a:pt x="0" y="77429"/>
                  </a:moveTo>
                  <a:lnTo>
                    <a:pt x="2135250" y="0"/>
                  </a:lnTo>
                  <a:lnTo>
                    <a:pt x="2135250" y="5956"/>
                  </a:lnTo>
                  <a:lnTo>
                    <a:pt x="0" y="83385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93">
              <a:extLst>
                <a:ext uri="{FF2B5EF4-FFF2-40B4-BE49-F238E27FC236}">
                  <a16:creationId xmlns:a16="http://schemas.microsoft.com/office/drawing/2014/main" id="{994B2ADE-9D41-483B-A010-BA2E2F75EF47}"/>
                </a:ext>
              </a:extLst>
            </p:cNvPr>
            <p:cNvSpPr/>
            <p:nvPr/>
          </p:nvSpPr>
          <p:spPr>
            <a:xfrm>
              <a:off x="10043807" y="2543664"/>
              <a:ext cx="1220994" cy="714728"/>
            </a:xfrm>
            <a:custGeom>
              <a:avLst/>
              <a:gdLst>
                <a:gd name="connsiteX0" fmla="*/ 0 w 1220993"/>
                <a:gd name="connsiteY0" fmla="*/ 736683 h 714728"/>
                <a:gd name="connsiteX1" fmla="*/ 1238856 w 1220993"/>
                <a:gd name="connsiteY1" fmla="*/ 0 h 714728"/>
                <a:gd name="connsiteX2" fmla="*/ 1240378 w 1220993"/>
                <a:gd name="connsiteY2" fmla="*/ 2560 h 714728"/>
                <a:gd name="connsiteX3" fmla="*/ 1522 w 1220993"/>
                <a:gd name="connsiteY3" fmla="*/ 739243 h 71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0993" h="714728">
                  <a:moveTo>
                    <a:pt x="0" y="736683"/>
                  </a:moveTo>
                  <a:lnTo>
                    <a:pt x="1238856" y="0"/>
                  </a:lnTo>
                  <a:lnTo>
                    <a:pt x="1240378" y="2560"/>
                  </a:lnTo>
                  <a:lnTo>
                    <a:pt x="1522" y="739243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94">
              <a:extLst>
                <a:ext uri="{FF2B5EF4-FFF2-40B4-BE49-F238E27FC236}">
                  <a16:creationId xmlns:a16="http://schemas.microsoft.com/office/drawing/2014/main" id="{81FE0D46-5404-4FED-AA70-454E068B21F7}"/>
                </a:ext>
              </a:extLst>
            </p:cNvPr>
            <p:cNvSpPr/>
            <p:nvPr/>
          </p:nvSpPr>
          <p:spPr>
            <a:xfrm>
              <a:off x="10044836" y="3281112"/>
              <a:ext cx="1072092" cy="952971"/>
            </a:xfrm>
            <a:custGeom>
              <a:avLst/>
              <a:gdLst>
                <a:gd name="connsiteX0" fmla="*/ 2978 w 1072092"/>
                <a:gd name="connsiteY0" fmla="*/ 0 h 952970"/>
                <a:gd name="connsiteX1" fmla="*/ 1075070 w 1072092"/>
                <a:gd name="connsiteY1" fmla="*/ 973817 h 952970"/>
                <a:gd name="connsiteX2" fmla="*/ 1072092 w 1072092"/>
                <a:gd name="connsiteY2" fmla="*/ 976795 h 952970"/>
                <a:gd name="connsiteX3" fmla="*/ 0 w 1072092"/>
                <a:gd name="connsiteY3" fmla="*/ 2978 h 952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2092" h="952970">
                  <a:moveTo>
                    <a:pt x="2978" y="0"/>
                  </a:moveTo>
                  <a:lnTo>
                    <a:pt x="1075070" y="973817"/>
                  </a:lnTo>
                  <a:lnTo>
                    <a:pt x="1072092" y="976795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95">
              <a:extLst>
                <a:ext uri="{FF2B5EF4-FFF2-40B4-BE49-F238E27FC236}">
                  <a16:creationId xmlns:a16="http://schemas.microsoft.com/office/drawing/2014/main" id="{1134DF07-F8B3-424F-B5E0-98C32107177B}"/>
                </a:ext>
              </a:extLst>
            </p:cNvPr>
            <p:cNvSpPr/>
            <p:nvPr/>
          </p:nvSpPr>
          <p:spPr>
            <a:xfrm>
              <a:off x="10041857" y="3281112"/>
              <a:ext cx="714728" cy="1786820"/>
            </a:xfrm>
            <a:custGeom>
              <a:avLst/>
              <a:gdLst>
                <a:gd name="connsiteX0" fmla="*/ 5956 w 714728"/>
                <a:gd name="connsiteY0" fmla="*/ 0 h 1786820"/>
                <a:gd name="connsiteX1" fmla="*/ 732596 w 714728"/>
                <a:gd name="connsiteY1" fmla="*/ 1807666 h 1786820"/>
                <a:gd name="connsiteX2" fmla="*/ 726640 w 714728"/>
                <a:gd name="connsiteY2" fmla="*/ 1810644 h 1786820"/>
                <a:gd name="connsiteX3" fmla="*/ 0 w 714728"/>
                <a:gd name="connsiteY3" fmla="*/ 0 h 1786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4728" h="1786820">
                  <a:moveTo>
                    <a:pt x="5956" y="0"/>
                  </a:moveTo>
                  <a:lnTo>
                    <a:pt x="732596" y="1807666"/>
                  </a:lnTo>
                  <a:lnTo>
                    <a:pt x="726640" y="181064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96">
              <a:extLst>
                <a:ext uri="{FF2B5EF4-FFF2-40B4-BE49-F238E27FC236}">
                  <a16:creationId xmlns:a16="http://schemas.microsoft.com/office/drawing/2014/main" id="{EB71EDD3-F185-4D82-B50C-359D3C9E3C99}"/>
                </a:ext>
              </a:extLst>
            </p:cNvPr>
            <p:cNvSpPr/>
            <p:nvPr/>
          </p:nvSpPr>
          <p:spPr>
            <a:xfrm>
              <a:off x="9764901" y="3281112"/>
              <a:ext cx="268023" cy="2233525"/>
            </a:xfrm>
            <a:custGeom>
              <a:avLst/>
              <a:gdLst>
                <a:gd name="connsiteX0" fmla="*/ 276957 w 268023"/>
                <a:gd name="connsiteY0" fmla="*/ 0 h 2233525"/>
                <a:gd name="connsiteX1" fmla="*/ 282913 w 268023"/>
                <a:gd name="connsiteY1" fmla="*/ 0 h 2233525"/>
                <a:gd name="connsiteX2" fmla="*/ 2978 w 268023"/>
                <a:gd name="connsiteY2" fmla="*/ 2257349 h 2233525"/>
                <a:gd name="connsiteX3" fmla="*/ 0 w 268023"/>
                <a:gd name="connsiteY3" fmla="*/ 2254371 h 2233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023" h="2233525">
                  <a:moveTo>
                    <a:pt x="276957" y="0"/>
                  </a:moveTo>
                  <a:lnTo>
                    <a:pt x="282913" y="0"/>
                  </a:lnTo>
                  <a:lnTo>
                    <a:pt x="2978" y="2257349"/>
                  </a:lnTo>
                  <a:lnTo>
                    <a:pt x="0" y="2254371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97">
              <a:extLst>
                <a:ext uri="{FF2B5EF4-FFF2-40B4-BE49-F238E27FC236}">
                  <a16:creationId xmlns:a16="http://schemas.microsoft.com/office/drawing/2014/main" id="{F6E837E7-D542-404C-BD36-0D9C084A3072}"/>
                </a:ext>
              </a:extLst>
            </p:cNvPr>
            <p:cNvSpPr/>
            <p:nvPr/>
          </p:nvSpPr>
          <p:spPr>
            <a:xfrm>
              <a:off x="8728545" y="4415742"/>
              <a:ext cx="2025063" cy="655167"/>
            </a:xfrm>
            <a:custGeom>
              <a:avLst/>
              <a:gdLst>
                <a:gd name="connsiteX0" fmla="*/ 2978 w 2025062"/>
                <a:gd name="connsiteY0" fmla="*/ 0 h 655167"/>
                <a:gd name="connsiteX1" fmla="*/ 2042931 w 2025062"/>
                <a:gd name="connsiteY1" fmla="*/ 673036 h 655167"/>
                <a:gd name="connsiteX2" fmla="*/ 2042931 w 2025062"/>
                <a:gd name="connsiteY2" fmla="*/ 676014 h 655167"/>
                <a:gd name="connsiteX3" fmla="*/ 0 w 2025062"/>
                <a:gd name="connsiteY3" fmla="*/ 2978 h 655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5062" h="655167">
                  <a:moveTo>
                    <a:pt x="2978" y="0"/>
                  </a:moveTo>
                  <a:lnTo>
                    <a:pt x="2042931" y="673036"/>
                  </a:lnTo>
                  <a:lnTo>
                    <a:pt x="2042931" y="676014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98">
              <a:extLst>
                <a:ext uri="{FF2B5EF4-FFF2-40B4-BE49-F238E27FC236}">
                  <a16:creationId xmlns:a16="http://schemas.microsoft.com/office/drawing/2014/main" id="{D912CD80-A1F1-4EAE-BD93-950A410BFF44}"/>
                </a:ext>
              </a:extLst>
            </p:cNvPr>
            <p:cNvSpPr/>
            <p:nvPr/>
          </p:nvSpPr>
          <p:spPr>
            <a:xfrm>
              <a:off x="8731523" y="4254928"/>
              <a:ext cx="2382427" cy="148902"/>
            </a:xfrm>
            <a:custGeom>
              <a:avLst/>
              <a:gdLst>
                <a:gd name="connsiteX0" fmla="*/ 0 w 2382426"/>
                <a:gd name="connsiteY0" fmla="*/ 160814 h 148901"/>
                <a:gd name="connsiteX1" fmla="*/ 2385405 w 2382426"/>
                <a:gd name="connsiteY1" fmla="*/ 0 h 148901"/>
                <a:gd name="connsiteX2" fmla="*/ 2385405 w 2382426"/>
                <a:gd name="connsiteY2" fmla="*/ 5956 h 148901"/>
                <a:gd name="connsiteX3" fmla="*/ 0 w 2382426"/>
                <a:gd name="connsiteY3" fmla="*/ 163792 h 148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2426" h="148901">
                  <a:moveTo>
                    <a:pt x="0" y="160814"/>
                  </a:moveTo>
                  <a:lnTo>
                    <a:pt x="2385405" y="0"/>
                  </a:lnTo>
                  <a:lnTo>
                    <a:pt x="2385405" y="5956"/>
                  </a:lnTo>
                  <a:lnTo>
                    <a:pt x="0" y="163792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99">
              <a:extLst>
                <a:ext uri="{FF2B5EF4-FFF2-40B4-BE49-F238E27FC236}">
                  <a16:creationId xmlns:a16="http://schemas.microsoft.com/office/drawing/2014/main" id="{CB8FA1D3-33F7-4D4B-9A74-DB24CB3E6096}"/>
                </a:ext>
              </a:extLst>
            </p:cNvPr>
            <p:cNvSpPr/>
            <p:nvPr/>
          </p:nvSpPr>
          <p:spPr>
            <a:xfrm>
              <a:off x="10771476" y="4257907"/>
              <a:ext cx="327584" cy="833849"/>
            </a:xfrm>
            <a:custGeom>
              <a:avLst/>
              <a:gdLst>
                <a:gd name="connsiteX0" fmla="*/ 345452 w 327583"/>
                <a:gd name="connsiteY0" fmla="*/ 0 h 833849"/>
                <a:gd name="connsiteX1" fmla="*/ 348430 w 327583"/>
                <a:gd name="connsiteY1" fmla="*/ 0 h 833849"/>
                <a:gd name="connsiteX2" fmla="*/ 2978 w 327583"/>
                <a:gd name="connsiteY2" fmla="*/ 851717 h 833849"/>
                <a:gd name="connsiteX3" fmla="*/ 0 w 327583"/>
                <a:gd name="connsiteY3" fmla="*/ 848740 h 833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7583" h="833849">
                  <a:moveTo>
                    <a:pt x="345452" y="0"/>
                  </a:moveTo>
                  <a:lnTo>
                    <a:pt x="348430" y="0"/>
                  </a:lnTo>
                  <a:lnTo>
                    <a:pt x="2978" y="851717"/>
                  </a:lnTo>
                  <a:lnTo>
                    <a:pt x="0" y="84874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00">
              <a:extLst>
                <a:ext uri="{FF2B5EF4-FFF2-40B4-BE49-F238E27FC236}">
                  <a16:creationId xmlns:a16="http://schemas.microsoft.com/office/drawing/2014/main" id="{C7AB052A-600B-4CD9-A428-31DFBEE47D93}"/>
                </a:ext>
              </a:extLst>
            </p:cNvPr>
            <p:cNvSpPr/>
            <p:nvPr/>
          </p:nvSpPr>
          <p:spPr>
            <a:xfrm>
              <a:off x="8890108" y="6828806"/>
              <a:ext cx="714728" cy="1489017"/>
            </a:xfrm>
            <a:custGeom>
              <a:avLst/>
              <a:gdLst>
                <a:gd name="connsiteX0" fmla="*/ 0 w 714728"/>
                <a:gd name="connsiteY0" fmla="*/ 1286 h 1489016"/>
                <a:gd name="connsiteX1" fmla="*/ 2686 w 714728"/>
                <a:gd name="connsiteY1" fmla="*/ 0 h 1489016"/>
                <a:gd name="connsiteX2" fmla="*/ 721845 w 714728"/>
                <a:gd name="connsiteY2" fmla="*/ 1501411 h 1489016"/>
                <a:gd name="connsiteX3" fmla="*/ 719159 w 714728"/>
                <a:gd name="connsiteY3" fmla="*/ 1502698 h 1489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4728" h="1489016">
                  <a:moveTo>
                    <a:pt x="0" y="1286"/>
                  </a:moveTo>
                  <a:lnTo>
                    <a:pt x="2686" y="0"/>
                  </a:lnTo>
                  <a:lnTo>
                    <a:pt x="721845" y="1501411"/>
                  </a:lnTo>
                  <a:lnTo>
                    <a:pt x="719159" y="150269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01">
              <a:extLst>
                <a:ext uri="{FF2B5EF4-FFF2-40B4-BE49-F238E27FC236}">
                  <a16:creationId xmlns:a16="http://schemas.microsoft.com/office/drawing/2014/main" id="{104A30CB-3D1F-4EBB-8844-65B978BB0E25}"/>
                </a:ext>
              </a:extLst>
            </p:cNvPr>
            <p:cNvSpPr/>
            <p:nvPr/>
          </p:nvSpPr>
          <p:spPr>
            <a:xfrm>
              <a:off x="8892337" y="6345508"/>
              <a:ext cx="1995282" cy="476485"/>
            </a:xfrm>
            <a:custGeom>
              <a:avLst/>
              <a:gdLst>
                <a:gd name="connsiteX0" fmla="*/ 1992304 w 1995282"/>
                <a:gd name="connsiteY0" fmla="*/ 0 h 476485"/>
                <a:gd name="connsiteX1" fmla="*/ 1995282 w 1995282"/>
                <a:gd name="connsiteY1" fmla="*/ 2978 h 476485"/>
                <a:gd name="connsiteX2" fmla="*/ 0 w 1995282"/>
                <a:gd name="connsiteY2" fmla="*/ 485420 h 476485"/>
                <a:gd name="connsiteX3" fmla="*/ 0 w 1995282"/>
                <a:gd name="connsiteY3" fmla="*/ 482442 h 476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95282" h="476485">
                  <a:moveTo>
                    <a:pt x="1992304" y="0"/>
                  </a:moveTo>
                  <a:lnTo>
                    <a:pt x="1995282" y="2978"/>
                  </a:lnTo>
                  <a:lnTo>
                    <a:pt x="0" y="485420"/>
                  </a:lnTo>
                  <a:lnTo>
                    <a:pt x="0" y="482442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02">
              <a:extLst>
                <a:ext uri="{FF2B5EF4-FFF2-40B4-BE49-F238E27FC236}">
                  <a16:creationId xmlns:a16="http://schemas.microsoft.com/office/drawing/2014/main" id="{48E917A4-8892-40B4-96BB-41712AB5F88C}"/>
                </a:ext>
              </a:extLst>
            </p:cNvPr>
            <p:cNvSpPr/>
            <p:nvPr/>
          </p:nvSpPr>
          <p:spPr>
            <a:xfrm>
              <a:off x="8889359" y="5535483"/>
              <a:ext cx="863630" cy="1280554"/>
            </a:xfrm>
            <a:custGeom>
              <a:avLst/>
              <a:gdLst>
                <a:gd name="connsiteX0" fmla="*/ 875542 w 863629"/>
                <a:gd name="connsiteY0" fmla="*/ 0 h 1280554"/>
                <a:gd name="connsiteX1" fmla="*/ 878520 w 863629"/>
                <a:gd name="connsiteY1" fmla="*/ 2978 h 1280554"/>
                <a:gd name="connsiteX2" fmla="*/ 2978 w 863629"/>
                <a:gd name="connsiteY2" fmla="*/ 1295445 h 1280554"/>
                <a:gd name="connsiteX3" fmla="*/ 0 w 863629"/>
                <a:gd name="connsiteY3" fmla="*/ 1292467 h 1280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3629" h="1280554">
                  <a:moveTo>
                    <a:pt x="875542" y="0"/>
                  </a:moveTo>
                  <a:lnTo>
                    <a:pt x="878520" y="2978"/>
                  </a:lnTo>
                  <a:lnTo>
                    <a:pt x="2978" y="1295445"/>
                  </a:lnTo>
                  <a:lnTo>
                    <a:pt x="0" y="1292467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03">
              <a:extLst>
                <a:ext uri="{FF2B5EF4-FFF2-40B4-BE49-F238E27FC236}">
                  <a16:creationId xmlns:a16="http://schemas.microsoft.com/office/drawing/2014/main" id="{EE567CB1-0FFA-4A17-87B0-ED91165E67C2}"/>
                </a:ext>
              </a:extLst>
            </p:cNvPr>
            <p:cNvSpPr/>
            <p:nvPr/>
          </p:nvSpPr>
          <p:spPr>
            <a:xfrm>
              <a:off x="9764901" y="5535483"/>
              <a:ext cx="1101872" cy="804069"/>
            </a:xfrm>
            <a:custGeom>
              <a:avLst/>
              <a:gdLst>
                <a:gd name="connsiteX0" fmla="*/ 2978 w 1101872"/>
                <a:gd name="connsiteY0" fmla="*/ 0 h 804069"/>
                <a:gd name="connsiteX1" fmla="*/ 1122719 w 1101872"/>
                <a:gd name="connsiteY1" fmla="*/ 810025 h 804069"/>
                <a:gd name="connsiteX2" fmla="*/ 1119740 w 1101872"/>
                <a:gd name="connsiteY2" fmla="*/ 813003 h 804069"/>
                <a:gd name="connsiteX3" fmla="*/ 0 w 1101872"/>
                <a:gd name="connsiteY3" fmla="*/ 2978 h 804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01872" h="804069">
                  <a:moveTo>
                    <a:pt x="2978" y="0"/>
                  </a:moveTo>
                  <a:lnTo>
                    <a:pt x="1122719" y="810025"/>
                  </a:lnTo>
                  <a:lnTo>
                    <a:pt x="1119740" y="813003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04">
              <a:extLst>
                <a:ext uri="{FF2B5EF4-FFF2-40B4-BE49-F238E27FC236}">
                  <a16:creationId xmlns:a16="http://schemas.microsoft.com/office/drawing/2014/main" id="{7F52867E-03CD-4829-853B-635930D4BBCC}"/>
                </a:ext>
              </a:extLst>
            </p:cNvPr>
            <p:cNvSpPr/>
            <p:nvPr/>
          </p:nvSpPr>
          <p:spPr>
            <a:xfrm>
              <a:off x="9764901" y="5088778"/>
              <a:ext cx="982751" cy="446705"/>
            </a:xfrm>
            <a:custGeom>
              <a:avLst/>
              <a:gdLst>
                <a:gd name="connsiteX0" fmla="*/ 1006575 w 982751"/>
                <a:gd name="connsiteY0" fmla="*/ 0 h 446705"/>
                <a:gd name="connsiteX1" fmla="*/ 1006575 w 982751"/>
                <a:gd name="connsiteY1" fmla="*/ 2978 h 446705"/>
                <a:gd name="connsiteX2" fmla="*/ 2978 w 982751"/>
                <a:gd name="connsiteY2" fmla="*/ 449683 h 446705"/>
                <a:gd name="connsiteX3" fmla="*/ 0 w 982751"/>
                <a:gd name="connsiteY3" fmla="*/ 446705 h 446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2751" h="446705">
                  <a:moveTo>
                    <a:pt x="1006575" y="0"/>
                  </a:moveTo>
                  <a:lnTo>
                    <a:pt x="1006575" y="2978"/>
                  </a:lnTo>
                  <a:lnTo>
                    <a:pt x="2978" y="449683"/>
                  </a:lnTo>
                  <a:lnTo>
                    <a:pt x="0" y="446705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05">
              <a:extLst>
                <a:ext uri="{FF2B5EF4-FFF2-40B4-BE49-F238E27FC236}">
                  <a16:creationId xmlns:a16="http://schemas.microsoft.com/office/drawing/2014/main" id="{BC15173E-EBE8-4975-A389-70C42D64B0C0}"/>
                </a:ext>
              </a:extLst>
            </p:cNvPr>
            <p:cNvSpPr/>
            <p:nvPr/>
          </p:nvSpPr>
          <p:spPr>
            <a:xfrm>
              <a:off x="9767878" y="5535483"/>
              <a:ext cx="1905941" cy="29780"/>
            </a:xfrm>
            <a:custGeom>
              <a:avLst/>
              <a:gdLst>
                <a:gd name="connsiteX0" fmla="*/ 0 w 1905941"/>
                <a:gd name="connsiteY0" fmla="*/ 0 h 29780"/>
                <a:gd name="connsiteX1" fmla="*/ 1911897 w 1905941"/>
                <a:gd name="connsiteY1" fmla="*/ 47649 h 29780"/>
                <a:gd name="connsiteX2" fmla="*/ 1911897 w 1905941"/>
                <a:gd name="connsiteY2" fmla="*/ 50626 h 29780"/>
                <a:gd name="connsiteX3" fmla="*/ 0 w 1905941"/>
                <a:gd name="connsiteY3" fmla="*/ 2978 h 2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941" h="29780">
                  <a:moveTo>
                    <a:pt x="0" y="0"/>
                  </a:moveTo>
                  <a:lnTo>
                    <a:pt x="1911897" y="47649"/>
                  </a:lnTo>
                  <a:lnTo>
                    <a:pt x="1911897" y="50626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06">
              <a:extLst>
                <a:ext uri="{FF2B5EF4-FFF2-40B4-BE49-F238E27FC236}">
                  <a16:creationId xmlns:a16="http://schemas.microsoft.com/office/drawing/2014/main" id="{ED408F36-F047-4E24-A057-36878F14DD24}"/>
                </a:ext>
              </a:extLst>
            </p:cNvPr>
            <p:cNvSpPr/>
            <p:nvPr/>
          </p:nvSpPr>
          <p:spPr>
            <a:xfrm>
              <a:off x="10771476" y="5088778"/>
              <a:ext cx="893410" cy="476485"/>
            </a:xfrm>
            <a:custGeom>
              <a:avLst/>
              <a:gdLst>
                <a:gd name="connsiteX0" fmla="*/ 0 w 893410"/>
                <a:gd name="connsiteY0" fmla="*/ 0 h 476485"/>
                <a:gd name="connsiteX1" fmla="*/ 908300 w 893410"/>
                <a:gd name="connsiteY1" fmla="*/ 494354 h 476485"/>
                <a:gd name="connsiteX2" fmla="*/ 905322 w 893410"/>
                <a:gd name="connsiteY2" fmla="*/ 497331 h 476485"/>
                <a:gd name="connsiteX3" fmla="*/ 0 w 893410"/>
                <a:gd name="connsiteY3" fmla="*/ 2978 h 476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3410" h="476485">
                  <a:moveTo>
                    <a:pt x="0" y="0"/>
                  </a:moveTo>
                  <a:lnTo>
                    <a:pt x="908300" y="494354"/>
                  </a:lnTo>
                  <a:lnTo>
                    <a:pt x="905322" y="497331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07">
              <a:extLst>
                <a:ext uri="{FF2B5EF4-FFF2-40B4-BE49-F238E27FC236}">
                  <a16:creationId xmlns:a16="http://schemas.microsoft.com/office/drawing/2014/main" id="{1CED5A8B-44E3-4203-B560-FBABACAFF2CB}"/>
                </a:ext>
              </a:extLst>
            </p:cNvPr>
            <p:cNvSpPr/>
            <p:nvPr/>
          </p:nvSpPr>
          <p:spPr>
            <a:xfrm>
              <a:off x="10768498" y="5088778"/>
              <a:ext cx="119121" cy="1250774"/>
            </a:xfrm>
            <a:custGeom>
              <a:avLst/>
              <a:gdLst>
                <a:gd name="connsiteX0" fmla="*/ 0 w 119121"/>
                <a:gd name="connsiteY0" fmla="*/ 0 h 1250774"/>
                <a:gd name="connsiteX1" fmla="*/ 5956 w 119121"/>
                <a:gd name="connsiteY1" fmla="*/ 0 h 1250774"/>
                <a:gd name="connsiteX2" fmla="*/ 119121 w 119121"/>
                <a:gd name="connsiteY2" fmla="*/ 1259708 h 1250774"/>
                <a:gd name="connsiteX3" fmla="*/ 116143 w 119121"/>
                <a:gd name="connsiteY3" fmla="*/ 1259708 h 1250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121" h="1250774">
                  <a:moveTo>
                    <a:pt x="0" y="0"/>
                  </a:moveTo>
                  <a:lnTo>
                    <a:pt x="5956" y="0"/>
                  </a:lnTo>
                  <a:lnTo>
                    <a:pt x="119121" y="1259708"/>
                  </a:lnTo>
                  <a:lnTo>
                    <a:pt x="116143" y="125970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08">
              <a:extLst>
                <a:ext uri="{FF2B5EF4-FFF2-40B4-BE49-F238E27FC236}">
                  <a16:creationId xmlns:a16="http://schemas.microsoft.com/office/drawing/2014/main" id="{D920AC0A-76E8-44A9-AB61-58DF6E27BB1D}"/>
                </a:ext>
              </a:extLst>
            </p:cNvPr>
            <p:cNvSpPr/>
            <p:nvPr/>
          </p:nvSpPr>
          <p:spPr>
            <a:xfrm>
              <a:off x="5786248" y="1256049"/>
              <a:ext cx="29780" cy="29780"/>
            </a:xfrm>
            <a:custGeom>
              <a:avLst/>
              <a:gdLst/>
              <a:ahLst/>
              <a:cxnLst/>
              <a:rect l="l" t="t" r="r" b="b"/>
              <a:pathLst>
                <a:path/>
              </a:pathLst>
            </a:custGeom>
            <a:grpFill/>
            <a:ln w="7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09">
              <a:extLst>
                <a:ext uri="{FF2B5EF4-FFF2-40B4-BE49-F238E27FC236}">
                  <a16:creationId xmlns:a16="http://schemas.microsoft.com/office/drawing/2014/main" id="{73C2BB94-8ED6-453E-B878-BA846CE8DC6D}"/>
                </a:ext>
              </a:extLst>
            </p:cNvPr>
            <p:cNvSpPr/>
            <p:nvPr/>
          </p:nvSpPr>
          <p:spPr>
            <a:xfrm>
              <a:off x="10884641" y="6348486"/>
              <a:ext cx="29780" cy="1042312"/>
            </a:xfrm>
            <a:custGeom>
              <a:avLst/>
              <a:gdLst>
                <a:gd name="connsiteX0" fmla="*/ 0 w 29780"/>
                <a:gd name="connsiteY0" fmla="*/ 0 h 1042311"/>
                <a:gd name="connsiteX1" fmla="*/ 2978 w 29780"/>
                <a:gd name="connsiteY1" fmla="*/ 0 h 1042311"/>
                <a:gd name="connsiteX2" fmla="*/ 38715 w 29780"/>
                <a:gd name="connsiteY2" fmla="*/ 1045290 h 1042311"/>
                <a:gd name="connsiteX3" fmla="*/ 35736 w 29780"/>
                <a:gd name="connsiteY3" fmla="*/ 1045290 h 1042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780" h="1042311">
                  <a:moveTo>
                    <a:pt x="0" y="0"/>
                  </a:moveTo>
                  <a:lnTo>
                    <a:pt x="2978" y="0"/>
                  </a:lnTo>
                  <a:lnTo>
                    <a:pt x="38715" y="1045290"/>
                  </a:lnTo>
                  <a:lnTo>
                    <a:pt x="35736" y="104529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110">
              <a:extLst>
                <a:ext uri="{FF2B5EF4-FFF2-40B4-BE49-F238E27FC236}">
                  <a16:creationId xmlns:a16="http://schemas.microsoft.com/office/drawing/2014/main" id="{DB1D69A4-6CF1-4368-A7DD-0531760A2D7D}"/>
                </a:ext>
              </a:extLst>
            </p:cNvPr>
            <p:cNvSpPr/>
            <p:nvPr/>
          </p:nvSpPr>
          <p:spPr>
            <a:xfrm>
              <a:off x="9607065" y="6345508"/>
              <a:ext cx="1280554" cy="1965502"/>
            </a:xfrm>
            <a:custGeom>
              <a:avLst/>
              <a:gdLst>
                <a:gd name="connsiteX0" fmla="*/ 1277576 w 1280554"/>
                <a:gd name="connsiteY0" fmla="*/ 0 h 1965502"/>
                <a:gd name="connsiteX1" fmla="*/ 1280554 w 1280554"/>
                <a:gd name="connsiteY1" fmla="*/ 2978 h 1965502"/>
                <a:gd name="connsiteX2" fmla="*/ 5956 w 1280554"/>
                <a:gd name="connsiteY2" fmla="*/ 1986349 h 1965502"/>
                <a:gd name="connsiteX3" fmla="*/ 0 w 1280554"/>
                <a:gd name="connsiteY3" fmla="*/ 1983370 h 1965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0554" h="1965502">
                  <a:moveTo>
                    <a:pt x="1277576" y="0"/>
                  </a:moveTo>
                  <a:lnTo>
                    <a:pt x="1280554" y="2978"/>
                  </a:lnTo>
                  <a:lnTo>
                    <a:pt x="5956" y="1986349"/>
                  </a:lnTo>
                  <a:lnTo>
                    <a:pt x="0" y="198337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111">
              <a:extLst>
                <a:ext uri="{FF2B5EF4-FFF2-40B4-BE49-F238E27FC236}">
                  <a16:creationId xmlns:a16="http://schemas.microsoft.com/office/drawing/2014/main" id="{E30C7C71-BE6E-4A69-A703-2F3442A1FCC7}"/>
                </a:ext>
              </a:extLst>
            </p:cNvPr>
            <p:cNvSpPr/>
            <p:nvPr/>
          </p:nvSpPr>
          <p:spPr>
            <a:xfrm>
              <a:off x="9610043" y="7390798"/>
              <a:ext cx="1310335" cy="923190"/>
            </a:xfrm>
            <a:custGeom>
              <a:avLst/>
              <a:gdLst>
                <a:gd name="connsiteX0" fmla="*/ 1310335 w 1310334"/>
                <a:gd name="connsiteY0" fmla="*/ 0 h 923190"/>
                <a:gd name="connsiteX1" fmla="*/ 1313313 w 1310334"/>
                <a:gd name="connsiteY1" fmla="*/ 2978 h 923190"/>
                <a:gd name="connsiteX2" fmla="*/ 0 w 1310334"/>
                <a:gd name="connsiteY2" fmla="*/ 941059 h 923190"/>
                <a:gd name="connsiteX3" fmla="*/ 0 w 1310334"/>
                <a:gd name="connsiteY3" fmla="*/ 938081 h 923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10334" h="923190">
                  <a:moveTo>
                    <a:pt x="1310335" y="0"/>
                  </a:moveTo>
                  <a:lnTo>
                    <a:pt x="1313313" y="2978"/>
                  </a:lnTo>
                  <a:lnTo>
                    <a:pt x="0" y="941059"/>
                  </a:lnTo>
                  <a:lnTo>
                    <a:pt x="0" y="938081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112">
              <a:extLst>
                <a:ext uri="{FF2B5EF4-FFF2-40B4-BE49-F238E27FC236}">
                  <a16:creationId xmlns:a16="http://schemas.microsoft.com/office/drawing/2014/main" id="{66EEF7FD-DD62-4F83-B2BD-662FD3A967EF}"/>
                </a:ext>
              </a:extLst>
            </p:cNvPr>
            <p:cNvSpPr/>
            <p:nvPr/>
          </p:nvSpPr>
          <p:spPr>
            <a:xfrm>
              <a:off x="10920377" y="6220430"/>
              <a:ext cx="684948" cy="1161433"/>
            </a:xfrm>
            <a:custGeom>
              <a:avLst/>
              <a:gdLst>
                <a:gd name="connsiteX0" fmla="*/ 696860 w 684947"/>
                <a:gd name="connsiteY0" fmla="*/ 0 h 1161433"/>
                <a:gd name="connsiteX1" fmla="*/ 699838 w 684947"/>
                <a:gd name="connsiteY1" fmla="*/ 2978 h 1161433"/>
                <a:gd name="connsiteX2" fmla="*/ 2978 w 684947"/>
                <a:gd name="connsiteY2" fmla="*/ 1173345 h 1161433"/>
                <a:gd name="connsiteX3" fmla="*/ 0 w 684947"/>
                <a:gd name="connsiteY3" fmla="*/ 1170367 h 1161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947" h="1161433">
                  <a:moveTo>
                    <a:pt x="696860" y="0"/>
                  </a:moveTo>
                  <a:lnTo>
                    <a:pt x="699838" y="2978"/>
                  </a:lnTo>
                  <a:lnTo>
                    <a:pt x="2978" y="1173345"/>
                  </a:lnTo>
                  <a:lnTo>
                    <a:pt x="0" y="1170367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113">
              <a:extLst>
                <a:ext uri="{FF2B5EF4-FFF2-40B4-BE49-F238E27FC236}">
                  <a16:creationId xmlns:a16="http://schemas.microsoft.com/office/drawing/2014/main" id="{1F938AF8-6FED-4D13-A050-85F1A3E6A7FD}"/>
                </a:ext>
              </a:extLst>
            </p:cNvPr>
            <p:cNvSpPr/>
            <p:nvPr/>
          </p:nvSpPr>
          <p:spPr>
            <a:xfrm>
              <a:off x="10920377" y="7390798"/>
              <a:ext cx="774289" cy="1101872"/>
            </a:xfrm>
            <a:custGeom>
              <a:avLst/>
              <a:gdLst>
                <a:gd name="connsiteX0" fmla="*/ 2978 w 774288"/>
                <a:gd name="connsiteY0" fmla="*/ 0 h 1101872"/>
                <a:gd name="connsiteX1" fmla="*/ 789179 w 774288"/>
                <a:gd name="connsiteY1" fmla="*/ 1107828 h 1101872"/>
                <a:gd name="connsiteX2" fmla="*/ 786201 w 774288"/>
                <a:gd name="connsiteY2" fmla="*/ 1110807 h 1101872"/>
                <a:gd name="connsiteX3" fmla="*/ 0 w 774288"/>
                <a:gd name="connsiteY3" fmla="*/ 2978 h 1101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4288" h="1101872">
                  <a:moveTo>
                    <a:pt x="2978" y="0"/>
                  </a:moveTo>
                  <a:lnTo>
                    <a:pt x="789179" y="1107828"/>
                  </a:lnTo>
                  <a:lnTo>
                    <a:pt x="786201" y="1110807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114">
              <a:extLst>
                <a:ext uri="{FF2B5EF4-FFF2-40B4-BE49-F238E27FC236}">
                  <a16:creationId xmlns:a16="http://schemas.microsoft.com/office/drawing/2014/main" id="{9C94E07E-AE36-4D1D-A339-C03AF624287D}"/>
                </a:ext>
              </a:extLst>
            </p:cNvPr>
            <p:cNvSpPr/>
            <p:nvPr/>
          </p:nvSpPr>
          <p:spPr>
            <a:xfrm>
              <a:off x="10884641" y="6220430"/>
              <a:ext cx="714728" cy="119121"/>
            </a:xfrm>
            <a:custGeom>
              <a:avLst/>
              <a:gdLst>
                <a:gd name="connsiteX0" fmla="*/ 732596 w 714728"/>
                <a:gd name="connsiteY0" fmla="*/ 0 h 119121"/>
                <a:gd name="connsiteX1" fmla="*/ 735574 w 714728"/>
                <a:gd name="connsiteY1" fmla="*/ 2978 h 119121"/>
                <a:gd name="connsiteX2" fmla="*/ 2978 w 714728"/>
                <a:gd name="connsiteY2" fmla="*/ 128056 h 119121"/>
                <a:gd name="connsiteX3" fmla="*/ 0 w 714728"/>
                <a:gd name="connsiteY3" fmla="*/ 125077 h 119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4728" h="119121">
                  <a:moveTo>
                    <a:pt x="732596" y="0"/>
                  </a:moveTo>
                  <a:lnTo>
                    <a:pt x="735574" y="2978"/>
                  </a:lnTo>
                  <a:lnTo>
                    <a:pt x="2978" y="128056"/>
                  </a:lnTo>
                  <a:lnTo>
                    <a:pt x="0" y="125077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115">
              <a:extLst>
                <a:ext uri="{FF2B5EF4-FFF2-40B4-BE49-F238E27FC236}">
                  <a16:creationId xmlns:a16="http://schemas.microsoft.com/office/drawing/2014/main" id="{4B5D22B5-B1E6-43B4-9BED-6CCD94A9AC96}"/>
                </a:ext>
              </a:extLst>
            </p:cNvPr>
            <p:cNvSpPr/>
            <p:nvPr/>
          </p:nvSpPr>
          <p:spPr>
            <a:xfrm>
              <a:off x="11616282" y="5584663"/>
              <a:ext cx="59561" cy="625387"/>
            </a:xfrm>
            <a:custGeom>
              <a:avLst/>
              <a:gdLst>
                <a:gd name="connsiteX0" fmla="*/ 0 w 59560"/>
                <a:gd name="connsiteY0" fmla="*/ 637332 h 625387"/>
                <a:gd name="connsiteX1" fmla="*/ 61585 w 59560"/>
                <a:gd name="connsiteY1" fmla="*/ 0 h 625387"/>
                <a:gd name="connsiteX2" fmla="*/ 64550 w 59560"/>
                <a:gd name="connsiteY2" fmla="*/ 286 h 625387"/>
                <a:gd name="connsiteX3" fmla="*/ 2965 w 59560"/>
                <a:gd name="connsiteY3" fmla="*/ 637618 h 625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560" h="625387">
                  <a:moveTo>
                    <a:pt x="0" y="637332"/>
                  </a:moveTo>
                  <a:lnTo>
                    <a:pt x="61585" y="0"/>
                  </a:lnTo>
                  <a:lnTo>
                    <a:pt x="64550" y="286"/>
                  </a:lnTo>
                  <a:lnTo>
                    <a:pt x="2965" y="63761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116">
              <a:extLst>
                <a:ext uri="{FF2B5EF4-FFF2-40B4-BE49-F238E27FC236}">
                  <a16:creationId xmlns:a16="http://schemas.microsoft.com/office/drawing/2014/main" id="{BC86583A-2CA9-43AF-9ECE-9D913A823392}"/>
                </a:ext>
              </a:extLst>
            </p:cNvPr>
            <p:cNvSpPr/>
            <p:nvPr/>
          </p:nvSpPr>
          <p:spPr>
            <a:xfrm>
              <a:off x="11676798" y="5288306"/>
              <a:ext cx="774289" cy="297803"/>
            </a:xfrm>
            <a:custGeom>
              <a:avLst/>
              <a:gdLst>
                <a:gd name="connsiteX0" fmla="*/ 798113 w 774288"/>
                <a:gd name="connsiteY0" fmla="*/ 0 h 297803"/>
                <a:gd name="connsiteX1" fmla="*/ 798113 w 774288"/>
                <a:gd name="connsiteY1" fmla="*/ 2978 h 297803"/>
                <a:gd name="connsiteX2" fmla="*/ 2978 w 774288"/>
                <a:gd name="connsiteY2" fmla="*/ 297803 h 297803"/>
                <a:gd name="connsiteX3" fmla="*/ 0 w 774288"/>
                <a:gd name="connsiteY3" fmla="*/ 294826 h 297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4288" h="297803">
                  <a:moveTo>
                    <a:pt x="798113" y="0"/>
                  </a:moveTo>
                  <a:lnTo>
                    <a:pt x="798113" y="2978"/>
                  </a:lnTo>
                  <a:lnTo>
                    <a:pt x="2978" y="297803"/>
                  </a:lnTo>
                  <a:lnTo>
                    <a:pt x="0" y="294826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117">
              <a:extLst>
                <a:ext uri="{FF2B5EF4-FFF2-40B4-BE49-F238E27FC236}">
                  <a16:creationId xmlns:a16="http://schemas.microsoft.com/office/drawing/2014/main" id="{518779F4-BFAD-4683-90F6-CDBDA7284A07}"/>
                </a:ext>
              </a:extLst>
            </p:cNvPr>
            <p:cNvSpPr/>
            <p:nvPr/>
          </p:nvSpPr>
          <p:spPr>
            <a:xfrm>
              <a:off x="11676798" y="5583132"/>
              <a:ext cx="446705" cy="1161433"/>
            </a:xfrm>
            <a:custGeom>
              <a:avLst/>
              <a:gdLst>
                <a:gd name="connsiteX0" fmla="*/ 2978 w 446705"/>
                <a:gd name="connsiteY0" fmla="*/ 0 h 1161433"/>
                <a:gd name="connsiteX1" fmla="*/ 461595 w 446705"/>
                <a:gd name="connsiteY1" fmla="*/ 1173345 h 1161433"/>
                <a:gd name="connsiteX2" fmla="*/ 455639 w 446705"/>
                <a:gd name="connsiteY2" fmla="*/ 1176323 h 1161433"/>
                <a:gd name="connsiteX3" fmla="*/ 0 w 446705"/>
                <a:gd name="connsiteY3" fmla="*/ 2978 h 1161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6705" h="1161433">
                  <a:moveTo>
                    <a:pt x="2978" y="0"/>
                  </a:moveTo>
                  <a:lnTo>
                    <a:pt x="461595" y="1173345"/>
                  </a:lnTo>
                  <a:lnTo>
                    <a:pt x="455639" y="1176323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 118">
              <a:extLst>
                <a:ext uri="{FF2B5EF4-FFF2-40B4-BE49-F238E27FC236}">
                  <a16:creationId xmlns:a16="http://schemas.microsoft.com/office/drawing/2014/main" id="{5DC815E3-FEF9-4E5A-B26F-C433B5D0E912}"/>
                </a:ext>
              </a:extLst>
            </p:cNvPr>
            <p:cNvSpPr/>
            <p:nvPr/>
          </p:nvSpPr>
          <p:spPr>
            <a:xfrm>
              <a:off x="11617237" y="6220430"/>
              <a:ext cx="387144" cy="1697479"/>
            </a:xfrm>
            <a:custGeom>
              <a:avLst/>
              <a:gdLst>
                <a:gd name="connsiteX0" fmla="*/ 2978 w 387144"/>
                <a:gd name="connsiteY0" fmla="*/ 0 h 1697479"/>
                <a:gd name="connsiteX1" fmla="*/ 393100 w 387144"/>
                <a:gd name="connsiteY1" fmla="*/ 1709391 h 1697479"/>
                <a:gd name="connsiteX2" fmla="*/ 390122 w 387144"/>
                <a:gd name="connsiteY2" fmla="*/ 1712369 h 1697479"/>
                <a:gd name="connsiteX3" fmla="*/ 0 w 387144"/>
                <a:gd name="connsiteY3" fmla="*/ 2978 h 1697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144" h="1697479">
                  <a:moveTo>
                    <a:pt x="2978" y="0"/>
                  </a:moveTo>
                  <a:lnTo>
                    <a:pt x="393100" y="1709391"/>
                  </a:lnTo>
                  <a:lnTo>
                    <a:pt x="390122" y="1712369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 119">
              <a:extLst>
                <a:ext uri="{FF2B5EF4-FFF2-40B4-BE49-F238E27FC236}">
                  <a16:creationId xmlns:a16="http://schemas.microsoft.com/office/drawing/2014/main" id="{3CB366C8-D27A-43E7-B862-0ACCF5535238}"/>
                </a:ext>
              </a:extLst>
            </p:cNvPr>
            <p:cNvSpPr/>
            <p:nvPr/>
          </p:nvSpPr>
          <p:spPr>
            <a:xfrm>
              <a:off x="11617237" y="6220430"/>
              <a:ext cx="506266" cy="536046"/>
            </a:xfrm>
            <a:custGeom>
              <a:avLst/>
              <a:gdLst>
                <a:gd name="connsiteX0" fmla="*/ 2978 w 506265"/>
                <a:gd name="connsiteY0" fmla="*/ 0 h 536046"/>
                <a:gd name="connsiteX1" fmla="*/ 518178 w 506265"/>
                <a:gd name="connsiteY1" fmla="*/ 536046 h 536046"/>
                <a:gd name="connsiteX2" fmla="*/ 515200 w 506265"/>
                <a:gd name="connsiteY2" fmla="*/ 539024 h 536046"/>
                <a:gd name="connsiteX3" fmla="*/ 0 w 506265"/>
                <a:gd name="connsiteY3" fmla="*/ 2978 h 536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6265" h="536046">
                  <a:moveTo>
                    <a:pt x="2978" y="0"/>
                  </a:moveTo>
                  <a:lnTo>
                    <a:pt x="518178" y="536046"/>
                  </a:lnTo>
                  <a:lnTo>
                    <a:pt x="515200" y="539024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 120">
              <a:extLst>
                <a:ext uri="{FF2B5EF4-FFF2-40B4-BE49-F238E27FC236}">
                  <a16:creationId xmlns:a16="http://schemas.microsoft.com/office/drawing/2014/main" id="{39786678-C682-4083-ACD4-F4D381604639}"/>
                </a:ext>
              </a:extLst>
            </p:cNvPr>
            <p:cNvSpPr/>
            <p:nvPr/>
          </p:nvSpPr>
          <p:spPr>
            <a:xfrm>
              <a:off x="11617237" y="6220430"/>
              <a:ext cx="1459236" cy="2352646"/>
            </a:xfrm>
            <a:custGeom>
              <a:avLst/>
              <a:gdLst>
                <a:gd name="connsiteX0" fmla="*/ 2978 w 1459236"/>
                <a:gd name="connsiteY0" fmla="*/ 0 h 2352646"/>
                <a:gd name="connsiteX1" fmla="*/ 1480083 w 1459236"/>
                <a:gd name="connsiteY1" fmla="*/ 2364559 h 2352646"/>
                <a:gd name="connsiteX2" fmla="*/ 1474127 w 1459236"/>
                <a:gd name="connsiteY2" fmla="*/ 2367537 h 2352646"/>
                <a:gd name="connsiteX3" fmla="*/ 0 w 1459236"/>
                <a:gd name="connsiteY3" fmla="*/ 2978 h 2352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9236" h="2352646">
                  <a:moveTo>
                    <a:pt x="2978" y="0"/>
                  </a:moveTo>
                  <a:lnTo>
                    <a:pt x="1480083" y="2364559"/>
                  </a:lnTo>
                  <a:lnTo>
                    <a:pt x="1474127" y="2367537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 121">
              <a:extLst>
                <a:ext uri="{FF2B5EF4-FFF2-40B4-BE49-F238E27FC236}">
                  <a16:creationId xmlns:a16="http://schemas.microsoft.com/office/drawing/2014/main" id="{B4A0688D-4611-4362-BA3F-EA40BC010B4B}"/>
                </a:ext>
              </a:extLst>
            </p:cNvPr>
            <p:cNvSpPr/>
            <p:nvPr/>
          </p:nvSpPr>
          <p:spPr>
            <a:xfrm>
              <a:off x="11706578" y="7929822"/>
              <a:ext cx="297803" cy="565826"/>
            </a:xfrm>
            <a:custGeom>
              <a:avLst/>
              <a:gdLst>
                <a:gd name="connsiteX0" fmla="*/ 300781 w 297803"/>
                <a:gd name="connsiteY0" fmla="*/ 0 h 565826"/>
                <a:gd name="connsiteX1" fmla="*/ 303759 w 297803"/>
                <a:gd name="connsiteY1" fmla="*/ 2978 h 565826"/>
                <a:gd name="connsiteX2" fmla="*/ 2978 w 297803"/>
                <a:gd name="connsiteY2" fmla="*/ 571782 h 565826"/>
                <a:gd name="connsiteX3" fmla="*/ 0 w 297803"/>
                <a:gd name="connsiteY3" fmla="*/ 568804 h 565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7803" h="565826">
                  <a:moveTo>
                    <a:pt x="300781" y="0"/>
                  </a:moveTo>
                  <a:lnTo>
                    <a:pt x="303759" y="2978"/>
                  </a:lnTo>
                  <a:lnTo>
                    <a:pt x="2978" y="571782"/>
                  </a:lnTo>
                  <a:lnTo>
                    <a:pt x="0" y="568804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 122">
              <a:extLst>
                <a:ext uri="{FF2B5EF4-FFF2-40B4-BE49-F238E27FC236}">
                  <a16:creationId xmlns:a16="http://schemas.microsoft.com/office/drawing/2014/main" id="{6576EBAF-B209-42A6-9549-59789B13B808}"/>
                </a:ext>
              </a:extLst>
            </p:cNvPr>
            <p:cNvSpPr/>
            <p:nvPr/>
          </p:nvSpPr>
          <p:spPr>
            <a:xfrm>
              <a:off x="12007359" y="7929822"/>
              <a:ext cx="1072092" cy="655167"/>
            </a:xfrm>
            <a:custGeom>
              <a:avLst/>
              <a:gdLst>
                <a:gd name="connsiteX0" fmla="*/ 2978 w 1072092"/>
                <a:gd name="connsiteY0" fmla="*/ 0 h 655167"/>
                <a:gd name="connsiteX1" fmla="*/ 1086982 w 1072092"/>
                <a:gd name="connsiteY1" fmla="*/ 655167 h 655167"/>
                <a:gd name="connsiteX2" fmla="*/ 1086982 w 1072092"/>
                <a:gd name="connsiteY2" fmla="*/ 658145 h 655167"/>
                <a:gd name="connsiteX3" fmla="*/ 0 w 1072092"/>
                <a:gd name="connsiteY3" fmla="*/ 2978 h 655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2092" h="655167">
                  <a:moveTo>
                    <a:pt x="2978" y="0"/>
                  </a:moveTo>
                  <a:lnTo>
                    <a:pt x="1086982" y="655167"/>
                  </a:lnTo>
                  <a:lnTo>
                    <a:pt x="1086982" y="658145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 123">
              <a:extLst>
                <a:ext uri="{FF2B5EF4-FFF2-40B4-BE49-F238E27FC236}">
                  <a16:creationId xmlns:a16="http://schemas.microsoft.com/office/drawing/2014/main" id="{C1463516-9F26-48BA-852A-16215D6C38B5}"/>
                </a:ext>
              </a:extLst>
            </p:cNvPr>
            <p:cNvSpPr/>
            <p:nvPr/>
          </p:nvSpPr>
          <p:spPr>
            <a:xfrm>
              <a:off x="12016418" y="6970177"/>
              <a:ext cx="238243" cy="952971"/>
            </a:xfrm>
            <a:custGeom>
              <a:avLst/>
              <a:gdLst>
                <a:gd name="connsiteX0" fmla="*/ 0 w 238242"/>
                <a:gd name="connsiteY0" fmla="*/ 960943 h 952970"/>
                <a:gd name="connsiteX1" fmla="*/ 245045 w 238242"/>
                <a:gd name="connsiteY1" fmla="*/ 0 h 952970"/>
                <a:gd name="connsiteX2" fmla="*/ 247931 w 238242"/>
                <a:gd name="connsiteY2" fmla="*/ 736 h 952970"/>
                <a:gd name="connsiteX3" fmla="*/ 2886 w 238242"/>
                <a:gd name="connsiteY3" fmla="*/ 961679 h 952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242" h="952970">
                  <a:moveTo>
                    <a:pt x="0" y="960943"/>
                  </a:moveTo>
                  <a:lnTo>
                    <a:pt x="245045" y="0"/>
                  </a:lnTo>
                  <a:lnTo>
                    <a:pt x="247931" y="736"/>
                  </a:lnTo>
                  <a:lnTo>
                    <a:pt x="2886" y="961679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 124">
              <a:extLst>
                <a:ext uri="{FF2B5EF4-FFF2-40B4-BE49-F238E27FC236}">
                  <a16:creationId xmlns:a16="http://schemas.microsoft.com/office/drawing/2014/main" id="{D97EA3FF-0AE2-448A-AF35-2A65668ADFF3}"/>
                </a:ext>
              </a:extLst>
            </p:cNvPr>
            <p:cNvSpPr/>
            <p:nvPr/>
          </p:nvSpPr>
          <p:spPr>
            <a:xfrm>
              <a:off x="12132437" y="6756476"/>
              <a:ext cx="119121" cy="208462"/>
            </a:xfrm>
            <a:custGeom>
              <a:avLst/>
              <a:gdLst>
                <a:gd name="connsiteX0" fmla="*/ 2978 w 119121"/>
                <a:gd name="connsiteY0" fmla="*/ 0 h 208462"/>
                <a:gd name="connsiteX1" fmla="*/ 142945 w 119121"/>
                <a:gd name="connsiteY1" fmla="*/ 217397 h 208462"/>
                <a:gd name="connsiteX2" fmla="*/ 136989 w 119121"/>
                <a:gd name="connsiteY2" fmla="*/ 220375 h 208462"/>
                <a:gd name="connsiteX3" fmla="*/ 0 w 119121"/>
                <a:gd name="connsiteY3" fmla="*/ 2978 h 208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121" h="208462">
                  <a:moveTo>
                    <a:pt x="2978" y="0"/>
                  </a:moveTo>
                  <a:lnTo>
                    <a:pt x="142945" y="217397"/>
                  </a:lnTo>
                  <a:lnTo>
                    <a:pt x="136989" y="220375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 125">
              <a:extLst>
                <a:ext uri="{FF2B5EF4-FFF2-40B4-BE49-F238E27FC236}">
                  <a16:creationId xmlns:a16="http://schemas.microsoft.com/office/drawing/2014/main" id="{9570B740-12AD-4295-9B91-D16FAA21B336}"/>
                </a:ext>
              </a:extLst>
            </p:cNvPr>
            <p:cNvSpPr/>
            <p:nvPr/>
          </p:nvSpPr>
          <p:spPr>
            <a:xfrm>
              <a:off x="12272405" y="6973873"/>
              <a:ext cx="595607" cy="29780"/>
            </a:xfrm>
            <a:custGeom>
              <a:avLst/>
              <a:gdLst>
                <a:gd name="connsiteX0" fmla="*/ 0 w 595606"/>
                <a:gd name="connsiteY0" fmla="*/ 0 h 29780"/>
                <a:gd name="connsiteX1" fmla="*/ 619431 w 595606"/>
                <a:gd name="connsiteY1" fmla="*/ 38715 h 29780"/>
                <a:gd name="connsiteX2" fmla="*/ 619431 w 595606"/>
                <a:gd name="connsiteY2" fmla="*/ 41692 h 29780"/>
                <a:gd name="connsiteX3" fmla="*/ 0 w 595606"/>
                <a:gd name="connsiteY3" fmla="*/ 2978 h 2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5606" h="29780">
                  <a:moveTo>
                    <a:pt x="0" y="0"/>
                  </a:moveTo>
                  <a:lnTo>
                    <a:pt x="619431" y="38715"/>
                  </a:lnTo>
                  <a:lnTo>
                    <a:pt x="619431" y="41692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 126">
              <a:extLst>
                <a:ext uri="{FF2B5EF4-FFF2-40B4-BE49-F238E27FC236}">
                  <a16:creationId xmlns:a16="http://schemas.microsoft.com/office/drawing/2014/main" id="{48DC1AD3-BFCA-42A4-87F6-6430AD238A32}"/>
                </a:ext>
              </a:extLst>
            </p:cNvPr>
            <p:cNvSpPr/>
            <p:nvPr/>
          </p:nvSpPr>
          <p:spPr>
            <a:xfrm>
              <a:off x="12269426" y="6973873"/>
              <a:ext cx="804069" cy="1608138"/>
            </a:xfrm>
            <a:custGeom>
              <a:avLst/>
              <a:gdLst>
                <a:gd name="connsiteX0" fmla="*/ 5956 w 804069"/>
                <a:gd name="connsiteY0" fmla="*/ 0 h 1608138"/>
                <a:gd name="connsiteX1" fmla="*/ 827893 w 804069"/>
                <a:gd name="connsiteY1" fmla="*/ 1611116 h 1608138"/>
                <a:gd name="connsiteX2" fmla="*/ 821937 w 804069"/>
                <a:gd name="connsiteY2" fmla="*/ 1614094 h 1608138"/>
                <a:gd name="connsiteX3" fmla="*/ 0 w 804069"/>
                <a:gd name="connsiteY3" fmla="*/ 2978 h 1608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069" h="1608138">
                  <a:moveTo>
                    <a:pt x="5956" y="0"/>
                  </a:moveTo>
                  <a:lnTo>
                    <a:pt x="827893" y="1611116"/>
                  </a:lnTo>
                  <a:lnTo>
                    <a:pt x="821937" y="1614094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 127">
              <a:extLst>
                <a:ext uri="{FF2B5EF4-FFF2-40B4-BE49-F238E27FC236}">
                  <a16:creationId xmlns:a16="http://schemas.microsoft.com/office/drawing/2014/main" id="{0C03A452-CDC8-4309-B3E8-538B9AE3C47E}"/>
                </a:ext>
              </a:extLst>
            </p:cNvPr>
            <p:cNvSpPr/>
            <p:nvPr/>
          </p:nvSpPr>
          <p:spPr>
            <a:xfrm>
              <a:off x="12888858" y="5702253"/>
              <a:ext cx="29780" cy="1310335"/>
            </a:xfrm>
            <a:custGeom>
              <a:avLst/>
              <a:gdLst>
                <a:gd name="connsiteX0" fmla="*/ 0 w 0"/>
                <a:gd name="connsiteY0" fmla="*/ 0 h 1310334"/>
                <a:gd name="connsiteX1" fmla="*/ 2978 w 0"/>
                <a:gd name="connsiteY1" fmla="*/ 0 h 1310334"/>
                <a:gd name="connsiteX2" fmla="*/ 5956 w 0"/>
                <a:gd name="connsiteY2" fmla="*/ 1313312 h 1310334"/>
                <a:gd name="connsiteX3" fmla="*/ 0 w 0"/>
                <a:gd name="connsiteY3" fmla="*/ 1313312 h 1310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h="1310334">
                  <a:moveTo>
                    <a:pt x="0" y="0"/>
                  </a:moveTo>
                  <a:lnTo>
                    <a:pt x="2978" y="0"/>
                  </a:lnTo>
                  <a:lnTo>
                    <a:pt x="5956" y="1313312"/>
                  </a:lnTo>
                  <a:lnTo>
                    <a:pt x="0" y="1313312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 128">
              <a:extLst>
                <a:ext uri="{FF2B5EF4-FFF2-40B4-BE49-F238E27FC236}">
                  <a16:creationId xmlns:a16="http://schemas.microsoft.com/office/drawing/2014/main" id="{07B61157-1B01-4DD1-8877-F0EB3DBAB857}"/>
                </a:ext>
              </a:extLst>
            </p:cNvPr>
            <p:cNvSpPr/>
            <p:nvPr/>
          </p:nvSpPr>
          <p:spPr>
            <a:xfrm>
              <a:off x="12888858" y="7015565"/>
              <a:ext cx="208462" cy="1548577"/>
            </a:xfrm>
            <a:custGeom>
              <a:avLst/>
              <a:gdLst>
                <a:gd name="connsiteX0" fmla="*/ 5956 w 208462"/>
                <a:gd name="connsiteY0" fmla="*/ 0 h 1548577"/>
                <a:gd name="connsiteX1" fmla="*/ 208462 w 208462"/>
                <a:gd name="connsiteY1" fmla="*/ 1569424 h 1548577"/>
                <a:gd name="connsiteX2" fmla="*/ 202506 w 208462"/>
                <a:gd name="connsiteY2" fmla="*/ 1572402 h 1548577"/>
                <a:gd name="connsiteX3" fmla="*/ 0 w 208462"/>
                <a:gd name="connsiteY3" fmla="*/ 0 h 1548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8462" h="1548577">
                  <a:moveTo>
                    <a:pt x="5956" y="0"/>
                  </a:moveTo>
                  <a:lnTo>
                    <a:pt x="208462" y="1569424"/>
                  </a:lnTo>
                  <a:lnTo>
                    <a:pt x="202506" y="157240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 129">
              <a:extLst>
                <a:ext uri="{FF2B5EF4-FFF2-40B4-BE49-F238E27FC236}">
                  <a16:creationId xmlns:a16="http://schemas.microsoft.com/office/drawing/2014/main" id="{9CC9DA38-A1C7-40D4-BD49-1FACC2E441E8}"/>
                </a:ext>
              </a:extLst>
            </p:cNvPr>
            <p:cNvSpPr/>
            <p:nvPr/>
          </p:nvSpPr>
          <p:spPr>
            <a:xfrm>
              <a:off x="12471933" y="5288306"/>
              <a:ext cx="416925" cy="1727259"/>
            </a:xfrm>
            <a:custGeom>
              <a:avLst/>
              <a:gdLst>
                <a:gd name="connsiteX0" fmla="*/ 2978 w 416924"/>
                <a:gd name="connsiteY0" fmla="*/ 0 h 1727259"/>
                <a:gd name="connsiteX1" fmla="*/ 422881 w 416924"/>
                <a:gd name="connsiteY1" fmla="*/ 1724282 h 1727259"/>
                <a:gd name="connsiteX2" fmla="*/ 416925 w 416924"/>
                <a:gd name="connsiteY2" fmla="*/ 1727259 h 1727259"/>
                <a:gd name="connsiteX3" fmla="*/ 0 w 416924"/>
                <a:gd name="connsiteY3" fmla="*/ 2978 h 1727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924" h="1727259">
                  <a:moveTo>
                    <a:pt x="2978" y="0"/>
                  </a:moveTo>
                  <a:lnTo>
                    <a:pt x="422881" y="1724282"/>
                  </a:lnTo>
                  <a:lnTo>
                    <a:pt x="416925" y="1727259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 130">
              <a:extLst>
                <a:ext uri="{FF2B5EF4-FFF2-40B4-BE49-F238E27FC236}">
                  <a16:creationId xmlns:a16="http://schemas.microsoft.com/office/drawing/2014/main" id="{02F47AEB-3412-470B-B878-C570BDD263F9}"/>
                </a:ext>
              </a:extLst>
            </p:cNvPr>
            <p:cNvSpPr/>
            <p:nvPr/>
          </p:nvSpPr>
          <p:spPr>
            <a:xfrm>
              <a:off x="12471933" y="5288306"/>
              <a:ext cx="416925" cy="416925"/>
            </a:xfrm>
            <a:custGeom>
              <a:avLst/>
              <a:gdLst>
                <a:gd name="connsiteX0" fmla="*/ 2978 w 416924"/>
                <a:gd name="connsiteY0" fmla="*/ 0 h 416924"/>
                <a:gd name="connsiteX1" fmla="*/ 419903 w 416924"/>
                <a:gd name="connsiteY1" fmla="*/ 413947 h 416924"/>
                <a:gd name="connsiteX2" fmla="*/ 416925 w 416924"/>
                <a:gd name="connsiteY2" fmla="*/ 416925 h 416924"/>
                <a:gd name="connsiteX3" fmla="*/ 0 w 416924"/>
                <a:gd name="connsiteY3" fmla="*/ 2978 h 416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924" h="416924">
                  <a:moveTo>
                    <a:pt x="2978" y="0"/>
                  </a:moveTo>
                  <a:lnTo>
                    <a:pt x="419903" y="413947"/>
                  </a:lnTo>
                  <a:lnTo>
                    <a:pt x="416925" y="416925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 131">
              <a:extLst>
                <a:ext uri="{FF2B5EF4-FFF2-40B4-BE49-F238E27FC236}">
                  <a16:creationId xmlns:a16="http://schemas.microsoft.com/office/drawing/2014/main" id="{4A6F9438-323D-4102-8B0D-58F36AE8BC47}"/>
                </a:ext>
              </a:extLst>
            </p:cNvPr>
            <p:cNvSpPr/>
            <p:nvPr/>
          </p:nvSpPr>
          <p:spPr>
            <a:xfrm>
              <a:off x="12888858" y="4409786"/>
              <a:ext cx="59561" cy="1280554"/>
            </a:xfrm>
            <a:custGeom>
              <a:avLst/>
              <a:gdLst>
                <a:gd name="connsiteX0" fmla="*/ 77429 w 59560"/>
                <a:gd name="connsiteY0" fmla="*/ 0 h 1280554"/>
                <a:gd name="connsiteX1" fmla="*/ 80407 w 59560"/>
                <a:gd name="connsiteY1" fmla="*/ 0 h 1280554"/>
                <a:gd name="connsiteX2" fmla="*/ 2978 w 59560"/>
                <a:gd name="connsiteY2" fmla="*/ 1292467 h 1280554"/>
                <a:gd name="connsiteX3" fmla="*/ 0 w 59560"/>
                <a:gd name="connsiteY3" fmla="*/ 1292467 h 1280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560" h="1280554">
                  <a:moveTo>
                    <a:pt x="77429" y="0"/>
                  </a:moveTo>
                  <a:lnTo>
                    <a:pt x="80407" y="0"/>
                  </a:lnTo>
                  <a:lnTo>
                    <a:pt x="2978" y="1292467"/>
                  </a:lnTo>
                  <a:lnTo>
                    <a:pt x="0" y="1292467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 132">
              <a:extLst>
                <a:ext uri="{FF2B5EF4-FFF2-40B4-BE49-F238E27FC236}">
                  <a16:creationId xmlns:a16="http://schemas.microsoft.com/office/drawing/2014/main" id="{E53C5493-2472-482F-AED8-927260C64D58}"/>
                </a:ext>
              </a:extLst>
            </p:cNvPr>
            <p:cNvSpPr/>
            <p:nvPr/>
          </p:nvSpPr>
          <p:spPr>
            <a:xfrm>
              <a:off x="12495757" y="2697417"/>
              <a:ext cx="387144" cy="2978033"/>
            </a:xfrm>
            <a:custGeom>
              <a:avLst/>
              <a:gdLst>
                <a:gd name="connsiteX0" fmla="*/ 5956 w 387144"/>
                <a:gd name="connsiteY0" fmla="*/ 0 h 2978033"/>
                <a:gd name="connsiteX1" fmla="*/ 396079 w 387144"/>
                <a:gd name="connsiteY1" fmla="*/ 3004836 h 2978033"/>
                <a:gd name="connsiteX2" fmla="*/ 393100 w 387144"/>
                <a:gd name="connsiteY2" fmla="*/ 3004836 h 2978033"/>
                <a:gd name="connsiteX3" fmla="*/ 0 w 387144"/>
                <a:gd name="connsiteY3" fmla="*/ 0 h 2978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144" h="2978033">
                  <a:moveTo>
                    <a:pt x="5956" y="0"/>
                  </a:moveTo>
                  <a:lnTo>
                    <a:pt x="396079" y="3004836"/>
                  </a:lnTo>
                  <a:lnTo>
                    <a:pt x="393100" y="300483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 133">
              <a:extLst>
                <a:ext uri="{FF2B5EF4-FFF2-40B4-BE49-F238E27FC236}">
                  <a16:creationId xmlns:a16="http://schemas.microsoft.com/office/drawing/2014/main" id="{625879CD-0658-4E53-A2CB-99A027E454A4}"/>
                </a:ext>
              </a:extLst>
            </p:cNvPr>
            <p:cNvSpPr/>
            <p:nvPr/>
          </p:nvSpPr>
          <p:spPr>
            <a:xfrm>
              <a:off x="12739956" y="1920150"/>
              <a:ext cx="208462" cy="2471768"/>
            </a:xfrm>
            <a:custGeom>
              <a:avLst/>
              <a:gdLst>
                <a:gd name="connsiteX0" fmla="*/ 0 w 208462"/>
                <a:gd name="connsiteY0" fmla="*/ 0 h 2471767"/>
                <a:gd name="connsiteX1" fmla="*/ 2978 w 208462"/>
                <a:gd name="connsiteY1" fmla="*/ 0 h 2471767"/>
                <a:gd name="connsiteX2" fmla="*/ 229308 w 208462"/>
                <a:gd name="connsiteY2" fmla="*/ 2489636 h 2471767"/>
                <a:gd name="connsiteX3" fmla="*/ 226331 w 208462"/>
                <a:gd name="connsiteY3" fmla="*/ 2489636 h 2471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8462" h="2471767">
                  <a:moveTo>
                    <a:pt x="0" y="0"/>
                  </a:moveTo>
                  <a:lnTo>
                    <a:pt x="2978" y="0"/>
                  </a:lnTo>
                  <a:lnTo>
                    <a:pt x="229308" y="2489636"/>
                  </a:lnTo>
                  <a:lnTo>
                    <a:pt x="226331" y="2489636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 134">
              <a:extLst>
                <a:ext uri="{FF2B5EF4-FFF2-40B4-BE49-F238E27FC236}">
                  <a16:creationId xmlns:a16="http://schemas.microsoft.com/office/drawing/2014/main" id="{56F04999-252F-421C-8042-21085ECA85E9}"/>
                </a:ext>
              </a:extLst>
            </p:cNvPr>
            <p:cNvSpPr/>
            <p:nvPr/>
          </p:nvSpPr>
          <p:spPr>
            <a:xfrm>
              <a:off x="12174130" y="3715904"/>
              <a:ext cx="774289" cy="684948"/>
            </a:xfrm>
            <a:custGeom>
              <a:avLst/>
              <a:gdLst>
                <a:gd name="connsiteX0" fmla="*/ 2978 w 774288"/>
                <a:gd name="connsiteY0" fmla="*/ 0 h 684947"/>
                <a:gd name="connsiteX1" fmla="*/ 795135 w 774288"/>
                <a:gd name="connsiteY1" fmla="*/ 690904 h 684947"/>
                <a:gd name="connsiteX2" fmla="*/ 792157 w 774288"/>
                <a:gd name="connsiteY2" fmla="*/ 693882 h 684947"/>
                <a:gd name="connsiteX3" fmla="*/ 0 w 774288"/>
                <a:gd name="connsiteY3" fmla="*/ 2978 h 684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4288" h="684947">
                  <a:moveTo>
                    <a:pt x="2978" y="0"/>
                  </a:moveTo>
                  <a:lnTo>
                    <a:pt x="795135" y="690904"/>
                  </a:lnTo>
                  <a:lnTo>
                    <a:pt x="792157" y="693882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 135">
              <a:extLst>
                <a:ext uri="{FF2B5EF4-FFF2-40B4-BE49-F238E27FC236}">
                  <a16:creationId xmlns:a16="http://schemas.microsoft.com/office/drawing/2014/main" id="{2C38E174-51E0-4496-A0D8-1426CEE97061}"/>
                </a:ext>
              </a:extLst>
            </p:cNvPr>
            <p:cNvSpPr/>
            <p:nvPr/>
          </p:nvSpPr>
          <p:spPr>
            <a:xfrm>
              <a:off x="11920997" y="2241778"/>
              <a:ext cx="1042312" cy="2144184"/>
            </a:xfrm>
            <a:custGeom>
              <a:avLst/>
              <a:gdLst>
                <a:gd name="connsiteX0" fmla="*/ 2978 w 1042311"/>
                <a:gd name="connsiteY0" fmla="*/ 0 h 2144184"/>
                <a:gd name="connsiteX1" fmla="*/ 1048268 w 1042311"/>
                <a:gd name="connsiteY1" fmla="*/ 2165030 h 2144184"/>
                <a:gd name="connsiteX2" fmla="*/ 1045290 w 1042311"/>
                <a:gd name="connsiteY2" fmla="*/ 2168008 h 2144184"/>
                <a:gd name="connsiteX3" fmla="*/ 0 w 1042311"/>
                <a:gd name="connsiteY3" fmla="*/ 0 h 214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2311" h="2144184">
                  <a:moveTo>
                    <a:pt x="2978" y="0"/>
                  </a:moveTo>
                  <a:lnTo>
                    <a:pt x="1048268" y="2165030"/>
                  </a:lnTo>
                  <a:lnTo>
                    <a:pt x="1045290" y="216800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 136">
              <a:extLst>
                <a:ext uri="{FF2B5EF4-FFF2-40B4-BE49-F238E27FC236}">
                  <a16:creationId xmlns:a16="http://schemas.microsoft.com/office/drawing/2014/main" id="{54417F5A-596D-4153-9DE1-2F0DB47564EA}"/>
                </a:ext>
              </a:extLst>
            </p:cNvPr>
            <p:cNvSpPr/>
            <p:nvPr/>
          </p:nvSpPr>
          <p:spPr>
            <a:xfrm>
              <a:off x="12495757" y="1920150"/>
              <a:ext cx="238243" cy="774289"/>
            </a:xfrm>
            <a:custGeom>
              <a:avLst/>
              <a:gdLst>
                <a:gd name="connsiteX0" fmla="*/ 244199 w 238242"/>
                <a:gd name="connsiteY0" fmla="*/ 0 h 774288"/>
                <a:gd name="connsiteX1" fmla="*/ 247177 w 238242"/>
                <a:gd name="connsiteY1" fmla="*/ 0 h 774288"/>
                <a:gd name="connsiteX2" fmla="*/ 5956 w 238242"/>
                <a:gd name="connsiteY2" fmla="*/ 777267 h 774288"/>
                <a:gd name="connsiteX3" fmla="*/ 0 w 238242"/>
                <a:gd name="connsiteY3" fmla="*/ 777267 h 774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242" h="774288">
                  <a:moveTo>
                    <a:pt x="244199" y="0"/>
                  </a:moveTo>
                  <a:lnTo>
                    <a:pt x="247177" y="0"/>
                  </a:lnTo>
                  <a:lnTo>
                    <a:pt x="5956" y="777267"/>
                  </a:lnTo>
                  <a:lnTo>
                    <a:pt x="0" y="777267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 137">
              <a:extLst>
                <a:ext uri="{FF2B5EF4-FFF2-40B4-BE49-F238E27FC236}">
                  <a16:creationId xmlns:a16="http://schemas.microsoft.com/office/drawing/2014/main" id="{DBD839CA-3F99-4017-B171-C18D78CFB0F2}"/>
                </a:ext>
              </a:extLst>
            </p:cNvPr>
            <p:cNvSpPr/>
            <p:nvPr/>
          </p:nvSpPr>
          <p:spPr>
            <a:xfrm>
              <a:off x="11920997" y="2238800"/>
              <a:ext cx="565826" cy="446705"/>
            </a:xfrm>
            <a:custGeom>
              <a:avLst/>
              <a:gdLst>
                <a:gd name="connsiteX0" fmla="*/ 2978 w 565826"/>
                <a:gd name="connsiteY0" fmla="*/ 0 h 446705"/>
                <a:gd name="connsiteX1" fmla="*/ 577738 w 565826"/>
                <a:gd name="connsiteY1" fmla="*/ 455639 h 446705"/>
                <a:gd name="connsiteX2" fmla="*/ 577738 w 565826"/>
                <a:gd name="connsiteY2" fmla="*/ 458617 h 446705"/>
                <a:gd name="connsiteX3" fmla="*/ 0 w 565826"/>
                <a:gd name="connsiteY3" fmla="*/ 2978 h 446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5826" h="446705">
                  <a:moveTo>
                    <a:pt x="2978" y="0"/>
                  </a:moveTo>
                  <a:lnTo>
                    <a:pt x="577738" y="455639"/>
                  </a:lnTo>
                  <a:lnTo>
                    <a:pt x="577738" y="458617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 138">
              <a:extLst>
                <a:ext uri="{FF2B5EF4-FFF2-40B4-BE49-F238E27FC236}">
                  <a16:creationId xmlns:a16="http://schemas.microsoft.com/office/drawing/2014/main" id="{356C0A88-7060-4371-B844-0F799705F0B4}"/>
                </a:ext>
              </a:extLst>
            </p:cNvPr>
            <p:cNvSpPr/>
            <p:nvPr/>
          </p:nvSpPr>
          <p:spPr>
            <a:xfrm>
              <a:off x="12174130" y="2697417"/>
              <a:ext cx="327584" cy="1012531"/>
            </a:xfrm>
            <a:custGeom>
              <a:avLst/>
              <a:gdLst>
                <a:gd name="connsiteX0" fmla="*/ 321628 w 327583"/>
                <a:gd name="connsiteY0" fmla="*/ 0 h 1012531"/>
                <a:gd name="connsiteX1" fmla="*/ 327584 w 327583"/>
                <a:gd name="connsiteY1" fmla="*/ 0 h 1012531"/>
                <a:gd name="connsiteX2" fmla="*/ 2978 w 327583"/>
                <a:gd name="connsiteY2" fmla="*/ 1021465 h 1012531"/>
                <a:gd name="connsiteX3" fmla="*/ 0 w 327583"/>
                <a:gd name="connsiteY3" fmla="*/ 1021465 h 1012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7583" h="1012531">
                  <a:moveTo>
                    <a:pt x="321628" y="0"/>
                  </a:moveTo>
                  <a:lnTo>
                    <a:pt x="327584" y="0"/>
                  </a:lnTo>
                  <a:lnTo>
                    <a:pt x="2978" y="1021465"/>
                  </a:lnTo>
                  <a:lnTo>
                    <a:pt x="0" y="1021465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 139">
              <a:extLst>
                <a:ext uri="{FF2B5EF4-FFF2-40B4-BE49-F238E27FC236}">
                  <a16:creationId xmlns:a16="http://schemas.microsoft.com/office/drawing/2014/main" id="{45A7EC4A-C147-4FA4-A694-D5C8EA7491AF}"/>
                </a:ext>
              </a:extLst>
            </p:cNvPr>
            <p:cNvSpPr/>
            <p:nvPr/>
          </p:nvSpPr>
          <p:spPr>
            <a:xfrm>
              <a:off x="11965667" y="2989264"/>
              <a:ext cx="208462" cy="714728"/>
            </a:xfrm>
            <a:custGeom>
              <a:avLst/>
              <a:gdLst>
                <a:gd name="connsiteX0" fmla="*/ 2978 w 208462"/>
                <a:gd name="connsiteY0" fmla="*/ 0 h 714728"/>
                <a:gd name="connsiteX1" fmla="*/ 211441 w 208462"/>
                <a:gd name="connsiteY1" fmla="*/ 729618 h 714728"/>
                <a:gd name="connsiteX2" fmla="*/ 208462 w 208462"/>
                <a:gd name="connsiteY2" fmla="*/ 729618 h 714728"/>
                <a:gd name="connsiteX3" fmla="*/ 0 w 208462"/>
                <a:gd name="connsiteY3" fmla="*/ 0 h 71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8462" h="714728">
                  <a:moveTo>
                    <a:pt x="2978" y="0"/>
                  </a:moveTo>
                  <a:lnTo>
                    <a:pt x="211441" y="729618"/>
                  </a:lnTo>
                  <a:lnTo>
                    <a:pt x="208462" y="72961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 140">
              <a:extLst>
                <a:ext uri="{FF2B5EF4-FFF2-40B4-BE49-F238E27FC236}">
                  <a16:creationId xmlns:a16="http://schemas.microsoft.com/office/drawing/2014/main" id="{E654C0B0-27E0-45DF-B4B4-19FEBA7AD1F2}"/>
                </a:ext>
              </a:extLst>
            </p:cNvPr>
            <p:cNvSpPr/>
            <p:nvPr/>
          </p:nvSpPr>
          <p:spPr>
            <a:xfrm>
              <a:off x="11926953" y="3718882"/>
              <a:ext cx="238243" cy="774289"/>
            </a:xfrm>
            <a:custGeom>
              <a:avLst/>
              <a:gdLst>
                <a:gd name="connsiteX0" fmla="*/ 247177 w 238242"/>
                <a:gd name="connsiteY0" fmla="*/ 0 h 774288"/>
                <a:gd name="connsiteX1" fmla="*/ 250155 w 238242"/>
                <a:gd name="connsiteY1" fmla="*/ 0 h 774288"/>
                <a:gd name="connsiteX2" fmla="*/ 5956 w 238242"/>
                <a:gd name="connsiteY2" fmla="*/ 786201 h 774288"/>
                <a:gd name="connsiteX3" fmla="*/ 0 w 238242"/>
                <a:gd name="connsiteY3" fmla="*/ 783223 h 774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242" h="774288">
                  <a:moveTo>
                    <a:pt x="247177" y="0"/>
                  </a:moveTo>
                  <a:lnTo>
                    <a:pt x="250155" y="0"/>
                  </a:lnTo>
                  <a:lnTo>
                    <a:pt x="5956" y="786201"/>
                  </a:lnTo>
                  <a:lnTo>
                    <a:pt x="0" y="783223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 141">
              <a:extLst>
                <a:ext uri="{FF2B5EF4-FFF2-40B4-BE49-F238E27FC236}">
                  <a16:creationId xmlns:a16="http://schemas.microsoft.com/office/drawing/2014/main" id="{F0E25982-3CCD-4B52-851A-55F143E06637}"/>
                </a:ext>
              </a:extLst>
            </p:cNvPr>
            <p:cNvSpPr/>
            <p:nvPr/>
          </p:nvSpPr>
          <p:spPr>
            <a:xfrm>
              <a:off x="10044836" y="3278134"/>
              <a:ext cx="2114404" cy="416925"/>
            </a:xfrm>
            <a:custGeom>
              <a:avLst/>
              <a:gdLst>
                <a:gd name="connsiteX0" fmla="*/ 0 w 2114403"/>
                <a:gd name="connsiteY0" fmla="*/ 0 h 416924"/>
                <a:gd name="connsiteX1" fmla="*/ 2132272 w 2114403"/>
                <a:gd name="connsiteY1" fmla="*/ 437771 h 416924"/>
                <a:gd name="connsiteX2" fmla="*/ 2129294 w 2114403"/>
                <a:gd name="connsiteY2" fmla="*/ 443727 h 416924"/>
                <a:gd name="connsiteX3" fmla="*/ 0 w 2114403"/>
                <a:gd name="connsiteY3" fmla="*/ 5956 h 416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4403" h="416924">
                  <a:moveTo>
                    <a:pt x="0" y="0"/>
                  </a:moveTo>
                  <a:lnTo>
                    <a:pt x="2132272" y="437771"/>
                  </a:lnTo>
                  <a:lnTo>
                    <a:pt x="2129294" y="443727"/>
                  </a:lnTo>
                  <a:lnTo>
                    <a:pt x="0" y="5956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 142">
              <a:extLst>
                <a:ext uri="{FF2B5EF4-FFF2-40B4-BE49-F238E27FC236}">
                  <a16:creationId xmlns:a16="http://schemas.microsoft.com/office/drawing/2014/main" id="{3396F133-13EC-450E-8068-ADE9B62C9D97}"/>
                </a:ext>
              </a:extLst>
            </p:cNvPr>
            <p:cNvSpPr/>
            <p:nvPr/>
          </p:nvSpPr>
          <p:spPr>
            <a:xfrm>
              <a:off x="11280180" y="2249072"/>
              <a:ext cx="595607" cy="268023"/>
            </a:xfrm>
            <a:custGeom>
              <a:avLst/>
              <a:gdLst>
                <a:gd name="connsiteX0" fmla="*/ 0 w 595606"/>
                <a:gd name="connsiteY0" fmla="*/ 290555 h 268023"/>
                <a:gd name="connsiteX1" fmla="*/ 620288 w 595606"/>
                <a:gd name="connsiteY1" fmla="*/ 0 h 268023"/>
                <a:gd name="connsiteX2" fmla="*/ 621552 w 595606"/>
                <a:gd name="connsiteY2" fmla="*/ 2697 h 268023"/>
                <a:gd name="connsiteX3" fmla="*/ 1263 w 595606"/>
                <a:gd name="connsiteY3" fmla="*/ 293252 h 26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5606" h="268023">
                  <a:moveTo>
                    <a:pt x="0" y="290555"/>
                  </a:moveTo>
                  <a:lnTo>
                    <a:pt x="620288" y="0"/>
                  </a:lnTo>
                  <a:lnTo>
                    <a:pt x="621552" y="2697"/>
                  </a:lnTo>
                  <a:lnTo>
                    <a:pt x="1263" y="293252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 143">
              <a:extLst>
                <a:ext uri="{FF2B5EF4-FFF2-40B4-BE49-F238E27FC236}">
                  <a16:creationId xmlns:a16="http://schemas.microsoft.com/office/drawing/2014/main" id="{670986F7-363B-4E5A-ACF4-CEDB20A38716}"/>
                </a:ext>
              </a:extLst>
            </p:cNvPr>
            <p:cNvSpPr/>
            <p:nvPr/>
          </p:nvSpPr>
          <p:spPr>
            <a:xfrm>
              <a:off x="11283698" y="2542559"/>
              <a:ext cx="684948" cy="446705"/>
            </a:xfrm>
            <a:custGeom>
              <a:avLst/>
              <a:gdLst>
                <a:gd name="connsiteX0" fmla="*/ 0 w 684947"/>
                <a:gd name="connsiteY0" fmla="*/ 0 h 446705"/>
                <a:gd name="connsiteX1" fmla="*/ 684948 w 684947"/>
                <a:gd name="connsiteY1" fmla="*/ 443727 h 446705"/>
                <a:gd name="connsiteX2" fmla="*/ 681969 w 684947"/>
                <a:gd name="connsiteY2" fmla="*/ 446705 h 446705"/>
                <a:gd name="connsiteX3" fmla="*/ 0 w 684947"/>
                <a:gd name="connsiteY3" fmla="*/ 5956 h 446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947" h="446705">
                  <a:moveTo>
                    <a:pt x="0" y="0"/>
                  </a:moveTo>
                  <a:lnTo>
                    <a:pt x="684948" y="443727"/>
                  </a:lnTo>
                  <a:lnTo>
                    <a:pt x="681969" y="446705"/>
                  </a:lnTo>
                  <a:lnTo>
                    <a:pt x="0" y="5956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 144">
              <a:extLst>
                <a:ext uri="{FF2B5EF4-FFF2-40B4-BE49-F238E27FC236}">
                  <a16:creationId xmlns:a16="http://schemas.microsoft.com/office/drawing/2014/main" id="{0B928DF1-1271-4140-9617-BB5D82AA7BBC}"/>
                </a:ext>
              </a:extLst>
            </p:cNvPr>
            <p:cNvSpPr/>
            <p:nvPr/>
          </p:nvSpPr>
          <p:spPr>
            <a:xfrm>
              <a:off x="11280720" y="2545537"/>
              <a:ext cx="625387" cy="1935722"/>
            </a:xfrm>
            <a:custGeom>
              <a:avLst/>
              <a:gdLst>
                <a:gd name="connsiteX0" fmla="*/ 5956 w 625387"/>
                <a:gd name="connsiteY0" fmla="*/ 0 h 1935721"/>
                <a:gd name="connsiteX1" fmla="*/ 652189 w 625387"/>
                <a:gd name="connsiteY1" fmla="*/ 1956568 h 1935721"/>
                <a:gd name="connsiteX2" fmla="*/ 646233 w 625387"/>
                <a:gd name="connsiteY2" fmla="*/ 1959546 h 1935721"/>
                <a:gd name="connsiteX3" fmla="*/ 0 w 625387"/>
                <a:gd name="connsiteY3" fmla="*/ 0 h 1935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5387" h="1935721">
                  <a:moveTo>
                    <a:pt x="5956" y="0"/>
                  </a:moveTo>
                  <a:lnTo>
                    <a:pt x="652189" y="1956568"/>
                  </a:lnTo>
                  <a:lnTo>
                    <a:pt x="646233" y="195954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 145">
              <a:extLst>
                <a:ext uri="{FF2B5EF4-FFF2-40B4-BE49-F238E27FC236}">
                  <a16:creationId xmlns:a16="http://schemas.microsoft.com/office/drawing/2014/main" id="{CC8E6892-5027-428C-AEFE-7D520CB6A733}"/>
                </a:ext>
              </a:extLst>
            </p:cNvPr>
            <p:cNvSpPr/>
            <p:nvPr/>
          </p:nvSpPr>
          <p:spPr>
            <a:xfrm>
              <a:off x="11965667" y="2694439"/>
              <a:ext cx="506266" cy="268023"/>
            </a:xfrm>
            <a:custGeom>
              <a:avLst/>
              <a:gdLst>
                <a:gd name="connsiteX0" fmla="*/ 533068 w 506265"/>
                <a:gd name="connsiteY0" fmla="*/ 0 h 268023"/>
                <a:gd name="connsiteX1" fmla="*/ 533068 w 506265"/>
                <a:gd name="connsiteY1" fmla="*/ 5956 h 268023"/>
                <a:gd name="connsiteX2" fmla="*/ 2978 w 506265"/>
                <a:gd name="connsiteY2" fmla="*/ 294825 h 268023"/>
                <a:gd name="connsiteX3" fmla="*/ 0 w 506265"/>
                <a:gd name="connsiteY3" fmla="*/ 291847 h 26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6265" h="268023">
                  <a:moveTo>
                    <a:pt x="533068" y="0"/>
                  </a:moveTo>
                  <a:lnTo>
                    <a:pt x="533068" y="5956"/>
                  </a:lnTo>
                  <a:lnTo>
                    <a:pt x="2978" y="294825"/>
                  </a:lnTo>
                  <a:lnTo>
                    <a:pt x="0" y="291847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 146">
              <a:extLst>
                <a:ext uri="{FF2B5EF4-FFF2-40B4-BE49-F238E27FC236}">
                  <a16:creationId xmlns:a16="http://schemas.microsoft.com/office/drawing/2014/main" id="{70E1580B-062B-4D20-AD0D-E5D0A529F44B}"/>
                </a:ext>
              </a:extLst>
            </p:cNvPr>
            <p:cNvSpPr/>
            <p:nvPr/>
          </p:nvSpPr>
          <p:spPr>
            <a:xfrm>
              <a:off x="11965667" y="1896326"/>
              <a:ext cx="774289" cy="1072092"/>
            </a:xfrm>
            <a:custGeom>
              <a:avLst/>
              <a:gdLst>
                <a:gd name="connsiteX0" fmla="*/ 771310 w 774288"/>
                <a:gd name="connsiteY0" fmla="*/ 0 h 1072092"/>
                <a:gd name="connsiteX1" fmla="*/ 774289 w 774288"/>
                <a:gd name="connsiteY1" fmla="*/ 2978 h 1072092"/>
                <a:gd name="connsiteX2" fmla="*/ 2978 w 774288"/>
                <a:gd name="connsiteY2" fmla="*/ 1092938 h 1072092"/>
                <a:gd name="connsiteX3" fmla="*/ 0 w 774288"/>
                <a:gd name="connsiteY3" fmla="*/ 1089960 h 1072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4288" h="1072092">
                  <a:moveTo>
                    <a:pt x="771310" y="0"/>
                  </a:moveTo>
                  <a:lnTo>
                    <a:pt x="774289" y="2978"/>
                  </a:lnTo>
                  <a:lnTo>
                    <a:pt x="2978" y="1092938"/>
                  </a:lnTo>
                  <a:lnTo>
                    <a:pt x="0" y="108996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 147">
              <a:extLst>
                <a:ext uri="{FF2B5EF4-FFF2-40B4-BE49-F238E27FC236}">
                  <a16:creationId xmlns:a16="http://schemas.microsoft.com/office/drawing/2014/main" id="{4B76AEEB-CF47-4FED-B8DA-7248667A187E}"/>
                </a:ext>
              </a:extLst>
            </p:cNvPr>
            <p:cNvSpPr/>
            <p:nvPr/>
          </p:nvSpPr>
          <p:spPr>
            <a:xfrm>
              <a:off x="10044836" y="2986286"/>
              <a:ext cx="1905941" cy="297803"/>
            </a:xfrm>
            <a:custGeom>
              <a:avLst/>
              <a:gdLst>
                <a:gd name="connsiteX0" fmla="*/ 1923810 w 1905941"/>
                <a:gd name="connsiteY0" fmla="*/ 0 h 297803"/>
                <a:gd name="connsiteX1" fmla="*/ 1923810 w 1905941"/>
                <a:gd name="connsiteY1" fmla="*/ 2978 h 297803"/>
                <a:gd name="connsiteX2" fmla="*/ 0 w 1905941"/>
                <a:gd name="connsiteY2" fmla="*/ 297803 h 297803"/>
                <a:gd name="connsiteX3" fmla="*/ 0 w 1905941"/>
                <a:gd name="connsiteY3" fmla="*/ 291847 h 297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941" h="297803">
                  <a:moveTo>
                    <a:pt x="1923810" y="0"/>
                  </a:moveTo>
                  <a:lnTo>
                    <a:pt x="1923810" y="2978"/>
                  </a:lnTo>
                  <a:lnTo>
                    <a:pt x="0" y="297803"/>
                  </a:lnTo>
                  <a:lnTo>
                    <a:pt x="0" y="291847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 148">
              <a:extLst>
                <a:ext uri="{FF2B5EF4-FFF2-40B4-BE49-F238E27FC236}">
                  <a16:creationId xmlns:a16="http://schemas.microsoft.com/office/drawing/2014/main" id="{F0EC27F2-6014-4EAA-91B0-E138906EA527}"/>
                </a:ext>
              </a:extLst>
            </p:cNvPr>
            <p:cNvSpPr/>
            <p:nvPr/>
          </p:nvSpPr>
          <p:spPr>
            <a:xfrm>
              <a:off x="11929931" y="4406808"/>
              <a:ext cx="1012531" cy="89341"/>
            </a:xfrm>
            <a:custGeom>
              <a:avLst/>
              <a:gdLst>
                <a:gd name="connsiteX0" fmla="*/ 0 w 1012531"/>
                <a:gd name="connsiteY0" fmla="*/ 95297 h 89341"/>
                <a:gd name="connsiteX1" fmla="*/ 1036356 w 1012531"/>
                <a:gd name="connsiteY1" fmla="*/ 0 h 89341"/>
                <a:gd name="connsiteX2" fmla="*/ 1039333 w 1012531"/>
                <a:gd name="connsiteY2" fmla="*/ 2978 h 89341"/>
                <a:gd name="connsiteX3" fmla="*/ 0 w 1012531"/>
                <a:gd name="connsiteY3" fmla="*/ 98275 h 89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2531" h="89341">
                  <a:moveTo>
                    <a:pt x="0" y="95297"/>
                  </a:moveTo>
                  <a:lnTo>
                    <a:pt x="1036356" y="0"/>
                  </a:lnTo>
                  <a:lnTo>
                    <a:pt x="1039333" y="2978"/>
                  </a:lnTo>
                  <a:lnTo>
                    <a:pt x="0" y="98275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 149">
              <a:extLst>
                <a:ext uri="{FF2B5EF4-FFF2-40B4-BE49-F238E27FC236}">
                  <a16:creationId xmlns:a16="http://schemas.microsoft.com/office/drawing/2014/main" id="{4FC3A632-3086-4DE7-A8F8-D7362E9095C8}"/>
                </a:ext>
              </a:extLst>
            </p:cNvPr>
            <p:cNvSpPr/>
            <p:nvPr/>
          </p:nvSpPr>
          <p:spPr>
            <a:xfrm>
              <a:off x="11923975" y="4442545"/>
              <a:ext cx="536046" cy="833849"/>
            </a:xfrm>
            <a:custGeom>
              <a:avLst/>
              <a:gdLst>
                <a:gd name="connsiteX0" fmla="*/ 2978 w 536046"/>
                <a:gd name="connsiteY0" fmla="*/ 0 h 833849"/>
                <a:gd name="connsiteX1" fmla="*/ 550936 w 536046"/>
                <a:gd name="connsiteY1" fmla="*/ 845761 h 833849"/>
                <a:gd name="connsiteX2" fmla="*/ 547958 w 536046"/>
                <a:gd name="connsiteY2" fmla="*/ 848740 h 833849"/>
                <a:gd name="connsiteX3" fmla="*/ 0 w 536046"/>
                <a:gd name="connsiteY3" fmla="*/ 2978 h 833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046" h="833849">
                  <a:moveTo>
                    <a:pt x="2978" y="0"/>
                  </a:moveTo>
                  <a:lnTo>
                    <a:pt x="550936" y="845761"/>
                  </a:lnTo>
                  <a:lnTo>
                    <a:pt x="547958" y="848740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 150">
              <a:extLst>
                <a:ext uri="{FF2B5EF4-FFF2-40B4-BE49-F238E27FC236}">
                  <a16:creationId xmlns:a16="http://schemas.microsoft.com/office/drawing/2014/main" id="{9C0B18EE-BEBE-4D4B-AC6F-18E9098FFE48}"/>
                </a:ext>
              </a:extLst>
            </p:cNvPr>
            <p:cNvSpPr/>
            <p:nvPr/>
          </p:nvSpPr>
          <p:spPr>
            <a:xfrm>
              <a:off x="11116928" y="4254928"/>
              <a:ext cx="804069" cy="238243"/>
            </a:xfrm>
            <a:custGeom>
              <a:avLst/>
              <a:gdLst>
                <a:gd name="connsiteX0" fmla="*/ 0 w 804069"/>
                <a:gd name="connsiteY0" fmla="*/ 0 h 238242"/>
                <a:gd name="connsiteX1" fmla="*/ 813003 w 804069"/>
                <a:gd name="connsiteY1" fmla="*/ 247177 h 238242"/>
                <a:gd name="connsiteX2" fmla="*/ 813003 w 804069"/>
                <a:gd name="connsiteY2" fmla="*/ 250155 h 238242"/>
                <a:gd name="connsiteX3" fmla="*/ 0 w 804069"/>
                <a:gd name="connsiteY3" fmla="*/ 5956 h 238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069" h="238242">
                  <a:moveTo>
                    <a:pt x="0" y="0"/>
                  </a:moveTo>
                  <a:lnTo>
                    <a:pt x="813003" y="247177"/>
                  </a:lnTo>
                  <a:lnTo>
                    <a:pt x="813003" y="250155"/>
                  </a:lnTo>
                  <a:lnTo>
                    <a:pt x="0" y="5956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0" name="Rectangle: Rounded Corners 100">
            <a:extLst>
              <a:ext uri="{FF2B5EF4-FFF2-40B4-BE49-F238E27FC236}">
                <a16:creationId xmlns:a16="http://schemas.microsoft.com/office/drawing/2014/main" id="{7D34658D-2256-7647-A820-64056B14665B}"/>
              </a:ext>
            </a:extLst>
          </p:cNvPr>
          <p:cNvSpPr/>
          <p:nvPr/>
        </p:nvSpPr>
        <p:spPr>
          <a:xfrm>
            <a:off x="1553945" y="1146523"/>
            <a:ext cx="8474959" cy="1859534"/>
          </a:xfrm>
          <a:prstGeom prst="roundRect">
            <a:avLst>
              <a:gd name="adj" fmla="val 11344"/>
            </a:avLst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tx2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44494665-02F1-0147-BFF2-544F67FA5B00}"/>
              </a:ext>
            </a:extLst>
          </p:cNvPr>
          <p:cNvSpPr/>
          <p:nvPr/>
        </p:nvSpPr>
        <p:spPr>
          <a:xfrm>
            <a:off x="0" y="5649645"/>
            <a:ext cx="12192000" cy="1211283"/>
          </a:xfrm>
          <a:prstGeom prst="rect">
            <a:avLst/>
          </a:prstGeom>
          <a:solidFill>
            <a:schemeClr val="bg1">
              <a:alpha val="79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2" name="Bild 10">
            <a:extLst>
              <a:ext uri="{FF2B5EF4-FFF2-40B4-BE49-F238E27FC236}">
                <a16:creationId xmlns:a16="http://schemas.microsoft.com/office/drawing/2014/main" id="{F57A0D8B-C7C2-8245-A1EE-D5D114DC41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98767" y="6016237"/>
            <a:ext cx="2158722" cy="420741"/>
          </a:xfrm>
          <a:prstGeom prst="rect">
            <a:avLst/>
          </a:prstGeom>
        </p:spPr>
      </p:pic>
      <p:sp>
        <p:nvSpPr>
          <p:cNvPr id="173" name="Title 87">
            <a:extLst>
              <a:ext uri="{FF2B5EF4-FFF2-40B4-BE49-F238E27FC236}">
                <a16:creationId xmlns:a16="http://schemas.microsoft.com/office/drawing/2014/main" id="{504511DC-61F9-DF47-99ED-68C93BE50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545" y="5854267"/>
            <a:ext cx="8901598" cy="712554"/>
          </a:xfrm>
        </p:spPr>
        <p:txBody>
          <a:bodyPr>
            <a:normAutofit/>
          </a:bodyPr>
          <a:lstStyle/>
          <a:p>
            <a:r>
              <a:rPr lang="de-DE"/>
              <a:t>KONTAKT</a:t>
            </a:r>
            <a:endParaRPr lang="en-US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4F589AC7-1BBD-F54E-9F06-A0A2F8C68BE6}"/>
              </a:ext>
            </a:extLst>
          </p:cNvPr>
          <p:cNvSpPr/>
          <p:nvPr/>
        </p:nvSpPr>
        <p:spPr>
          <a:xfrm>
            <a:off x="3211561" y="1471063"/>
            <a:ext cx="31833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de-DE" altLang="de-DE"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DOMINIC SPINDLER</a:t>
            </a:r>
          </a:p>
        </p:txBody>
      </p:sp>
      <p:sp>
        <p:nvSpPr>
          <p:cNvPr id="175" name="Rectangle: Rounded Corners 178">
            <a:extLst>
              <a:ext uri="{FF2B5EF4-FFF2-40B4-BE49-F238E27FC236}">
                <a16:creationId xmlns:a16="http://schemas.microsoft.com/office/drawing/2014/main" id="{3A1785E0-41BC-D444-9BD9-A01F7A0C2005}"/>
              </a:ext>
            </a:extLst>
          </p:cNvPr>
          <p:cNvSpPr/>
          <p:nvPr/>
        </p:nvSpPr>
        <p:spPr>
          <a:xfrm>
            <a:off x="3174372" y="1865479"/>
            <a:ext cx="2446602" cy="469061"/>
          </a:xfrm>
          <a:prstGeom prst="roundRect">
            <a:avLst>
              <a:gd name="adj" fmla="val 50000"/>
            </a:avLst>
          </a:prstGeom>
          <a:noFill/>
          <a:ln w="6350">
            <a:noFill/>
          </a:ln>
          <a:effectLst>
            <a:outerShdw blurRad="63500" sx="102000" sy="102000" algn="ctr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altLang="de-DE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Co-Founder, CEO</a:t>
            </a:r>
          </a:p>
        </p:txBody>
      </p:sp>
      <p:sp>
        <p:nvSpPr>
          <p:cNvPr id="176" name="Rounded Rectangle 175">
            <a:extLst>
              <a:ext uri="{FF2B5EF4-FFF2-40B4-BE49-F238E27FC236}">
                <a16:creationId xmlns:a16="http://schemas.microsoft.com/office/drawing/2014/main" id="{F4909CCF-6D78-E948-B040-71F414D1B0CF}"/>
              </a:ext>
            </a:extLst>
          </p:cNvPr>
          <p:cNvSpPr/>
          <p:nvPr/>
        </p:nvSpPr>
        <p:spPr>
          <a:xfrm>
            <a:off x="3243347" y="2513001"/>
            <a:ext cx="2644775" cy="1990122"/>
          </a:xfrm>
          <a:prstGeom prst="roundRect">
            <a:avLst/>
          </a:prstGeom>
          <a:solidFill>
            <a:schemeClr val="bg1">
              <a:alpha val="80000"/>
            </a:schemeClr>
          </a:solidFill>
          <a:ln w="6350">
            <a:noFill/>
          </a:ln>
          <a:effectLst>
            <a:outerShdw blurRad="63500" sx="102000" sy="102000" algn="ctr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7" name="Rounded Rectangle 176">
            <a:extLst>
              <a:ext uri="{FF2B5EF4-FFF2-40B4-BE49-F238E27FC236}">
                <a16:creationId xmlns:a16="http://schemas.microsoft.com/office/drawing/2014/main" id="{D74CA0B9-2481-584D-A143-F16E73A83CCA}"/>
              </a:ext>
            </a:extLst>
          </p:cNvPr>
          <p:cNvSpPr/>
          <p:nvPr/>
        </p:nvSpPr>
        <p:spPr>
          <a:xfrm>
            <a:off x="5992573" y="2513001"/>
            <a:ext cx="2644775" cy="1990122"/>
          </a:xfrm>
          <a:prstGeom prst="roundRect">
            <a:avLst/>
          </a:prstGeom>
          <a:solidFill>
            <a:schemeClr val="bg1">
              <a:alpha val="80000"/>
            </a:schemeClr>
          </a:solidFill>
          <a:ln w="6350">
            <a:noFill/>
          </a:ln>
          <a:effectLst>
            <a:outerShdw blurRad="63500" sx="102000" sy="102000" algn="ctr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6" name="Rounded Rectangle 185">
            <a:extLst>
              <a:ext uri="{FF2B5EF4-FFF2-40B4-BE49-F238E27FC236}">
                <a16:creationId xmlns:a16="http://schemas.microsoft.com/office/drawing/2014/main" id="{0DBD2C23-F39D-1645-B167-ABD094EB81E8}"/>
              </a:ext>
            </a:extLst>
          </p:cNvPr>
          <p:cNvSpPr/>
          <p:nvPr/>
        </p:nvSpPr>
        <p:spPr>
          <a:xfrm>
            <a:off x="8741800" y="2513001"/>
            <a:ext cx="2644775" cy="1990122"/>
          </a:xfrm>
          <a:prstGeom prst="roundRect">
            <a:avLst/>
          </a:prstGeom>
          <a:solidFill>
            <a:schemeClr val="bg1">
              <a:alpha val="80000"/>
            </a:schemeClr>
          </a:solidFill>
          <a:ln w="6350">
            <a:noFill/>
          </a:ln>
          <a:effectLst>
            <a:outerShdw blurRad="63500" sx="102000" sy="102000" algn="ctr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7" name="Text Placeholder 3">
            <a:extLst>
              <a:ext uri="{FF2B5EF4-FFF2-40B4-BE49-F238E27FC236}">
                <a16:creationId xmlns:a16="http://schemas.microsoft.com/office/drawing/2014/main" id="{409DF408-FE9E-B641-A558-244109488F2B}"/>
              </a:ext>
            </a:extLst>
          </p:cNvPr>
          <p:cNvSpPr txBox="1">
            <a:spLocks/>
          </p:cNvSpPr>
          <p:nvPr/>
        </p:nvSpPr>
        <p:spPr>
          <a:xfrm>
            <a:off x="6387201" y="2684278"/>
            <a:ext cx="635870" cy="646327"/>
          </a:xfrm>
          <a:prstGeom prst="round2DiagRect">
            <a:avLst>
              <a:gd name="adj1" fmla="val 26492"/>
              <a:gd name="adj2" fmla="val 0"/>
            </a:avLst>
          </a:prstGeom>
          <a:solidFill>
            <a:schemeClr val="accent2"/>
          </a:solidFill>
          <a:effectLst>
            <a:outerShdw blurRad="50800" dist="38100" algn="l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ü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v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8" name="Text Placeholder 3">
            <a:extLst>
              <a:ext uri="{FF2B5EF4-FFF2-40B4-BE49-F238E27FC236}">
                <a16:creationId xmlns:a16="http://schemas.microsoft.com/office/drawing/2014/main" id="{880D6908-A796-CC4D-AD24-004A8ECF1F0B}"/>
              </a:ext>
            </a:extLst>
          </p:cNvPr>
          <p:cNvSpPr txBox="1">
            <a:spLocks/>
          </p:cNvSpPr>
          <p:nvPr/>
        </p:nvSpPr>
        <p:spPr>
          <a:xfrm>
            <a:off x="3660855" y="2678306"/>
            <a:ext cx="635870" cy="646327"/>
          </a:xfrm>
          <a:prstGeom prst="round2DiagRect">
            <a:avLst>
              <a:gd name="adj1" fmla="val 26492"/>
              <a:gd name="adj2" fmla="val 0"/>
            </a:avLst>
          </a:prstGeom>
          <a:solidFill>
            <a:srgbClr val="EF8F73"/>
          </a:solidFill>
          <a:effectLst>
            <a:outerShdw blurRad="50800" dist="38100" algn="l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ü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v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9" name="Text Placeholder 3">
            <a:extLst>
              <a:ext uri="{FF2B5EF4-FFF2-40B4-BE49-F238E27FC236}">
                <a16:creationId xmlns:a16="http://schemas.microsoft.com/office/drawing/2014/main" id="{90277F10-83D1-7F47-8731-2753FACDBFB9}"/>
              </a:ext>
            </a:extLst>
          </p:cNvPr>
          <p:cNvSpPr txBox="1">
            <a:spLocks/>
          </p:cNvSpPr>
          <p:nvPr/>
        </p:nvSpPr>
        <p:spPr>
          <a:xfrm>
            <a:off x="9102070" y="2678306"/>
            <a:ext cx="635870" cy="646327"/>
          </a:xfrm>
          <a:prstGeom prst="round2DiagRect">
            <a:avLst>
              <a:gd name="adj1" fmla="val 26492"/>
              <a:gd name="adj2" fmla="val 0"/>
            </a:avLst>
          </a:prstGeom>
          <a:solidFill>
            <a:schemeClr val="accent2"/>
          </a:solidFill>
          <a:effectLst>
            <a:outerShdw blurRad="50800" dist="38100" algn="l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ü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v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0" name="Picture Placeholder 71">
            <a:extLst>
              <a:ext uri="{FF2B5EF4-FFF2-40B4-BE49-F238E27FC236}">
                <a16:creationId xmlns:a16="http://schemas.microsoft.com/office/drawing/2014/main" id="{0971E0CF-B00C-084A-9BD6-089ACD8CE4B7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3788777" y="2795615"/>
            <a:ext cx="398586" cy="398586"/>
          </a:xfrm>
          <a:prstGeom prst="rect">
            <a:avLst/>
          </a:prstGeom>
        </p:spPr>
      </p:pic>
      <p:sp>
        <p:nvSpPr>
          <p:cNvPr id="191" name="Rectangle 190">
            <a:extLst>
              <a:ext uri="{FF2B5EF4-FFF2-40B4-BE49-F238E27FC236}">
                <a16:creationId xmlns:a16="http://schemas.microsoft.com/office/drawing/2014/main" id="{5B38081A-E0B5-9B40-8F6B-260981DC0A45}"/>
              </a:ext>
            </a:extLst>
          </p:cNvPr>
          <p:cNvSpPr/>
          <p:nvPr/>
        </p:nvSpPr>
        <p:spPr>
          <a:xfrm>
            <a:off x="3547162" y="3498593"/>
            <a:ext cx="2673987" cy="549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de-DE" altLang="de-DE" sz="1050" err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Balanstr</a:t>
            </a:r>
            <a:r>
              <a:rPr lang="de-DE" altLang="de-DE" sz="105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73, Haus 8</a:t>
            </a:r>
          </a:p>
          <a:p>
            <a:pPr>
              <a:lnSpc>
                <a:spcPct val="90000"/>
              </a:lnSpc>
              <a:defRPr/>
            </a:pPr>
            <a:r>
              <a:rPr lang="de-DE" altLang="de-DE" sz="105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81541 München</a:t>
            </a:r>
          </a:p>
          <a:p>
            <a:pPr>
              <a:lnSpc>
                <a:spcPct val="90000"/>
              </a:lnSpc>
              <a:defRPr/>
            </a:pPr>
            <a:endParaRPr lang="de-DE" altLang="de-DE" sz="120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2" name="Picture Placeholder 73">
            <a:extLst>
              <a:ext uri="{FF2B5EF4-FFF2-40B4-BE49-F238E27FC236}">
                <a16:creationId xmlns:a16="http://schemas.microsoft.com/office/drawing/2014/main" id="{EA2C1FA0-013F-184B-A8BC-E5546C61259A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6518731" y="2795615"/>
            <a:ext cx="398586" cy="398586"/>
          </a:xfrm>
          <a:prstGeom prst="rect">
            <a:avLst/>
          </a:prstGeom>
        </p:spPr>
      </p:pic>
      <p:sp>
        <p:nvSpPr>
          <p:cNvPr id="193" name="Rectangle 192">
            <a:extLst>
              <a:ext uri="{FF2B5EF4-FFF2-40B4-BE49-F238E27FC236}">
                <a16:creationId xmlns:a16="http://schemas.microsoft.com/office/drawing/2014/main" id="{3CE16BB5-A6DA-084F-9B69-FE9B00C920F2}"/>
              </a:ext>
            </a:extLst>
          </p:cNvPr>
          <p:cNvSpPr/>
          <p:nvPr/>
        </p:nvSpPr>
        <p:spPr>
          <a:xfrm>
            <a:off x="6306042" y="3506570"/>
            <a:ext cx="2292579" cy="244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fr-FR" altLang="de-DE" sz="105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dominic.spindler@convercus.com</a:t>
            </a:r>
          </a:p>
        </p:txBody>
      </p:sp>
      <p:pic>
        <p:nvPicPr>
          <p:cNvPr id="194" name="Picture Placeholder 75">
            <a:extLst>
              <a:ext uri="{FF2B5EF4-FFF2-40B4-BE49-F238E27FC236}">
                <a16:creationId xmlns:a16="http://schemas.microsoft.com/office/drawing/2014/main" id="{4163B431-CDD5-734B-8153-67AD8818B9E7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31" r="431"/>
          <a:stretch>
            <a:fillRect/>
          </a:stretch>
        </p:blipFill>
        <p:spPr>
          <a:xfrm>
            <a:off x="9220712" y="2795615"/>
            <a:ext cx="398586" cy="398586"/>
          </a:xfrm>
          <a:prstGeom prst="rect">
            <a:avLst/>
          </a:prstGeom>
        </p:spPr>
      </p:pic>
      <p:sp>
        <p:nvSpPr>
          <p:cNvPr id="195" name="Rectangle 194">
            <a:extLst>
              <a:ext uri="{FF2B5EF4-FFF2-40B4-BE49-F238E27FC236}">
                <a16:creationId xmlns:a16="http://schemas.microsoft.com/office/drawing/2014/main" id="{3ABF018E-4E1F-0B41-9D89-1C7134855F1E}"/>
              </a:ext>
            </a:extLst>
          </p:cNvPr>
          <p:cNvSpPr/>
          <p:nvPr/>
        </p:nvSpPr>
        <p:spPr>
          <a:xfrm>
            <a:off x="9007310" y="3469692"/>
            <a:ext cx="2901327" cy="244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nb-NO" altLang="de-DE" sz="105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+49 176 6246 1005</a:t>
            </a:r>
          </a:p>
        </p:txBody>
      </p:sp>
      <p:pic>
        <p:nvPicPr>
          <p:cNvPr id="3" name="Grafik 2" descr="Ein Bild, das Person, drinnen, Mann, lächelnd enthält.&#10;&#10;Automatisch generierte Beschreibung">
            <a:extLst>
              <a:ext uri="{FF2B5EF4-FFF2-40B4-BE49-F238E27FC236}">
                <a16:creationId xmlns:a16="http://schemas.microsoft.com/office/drawing/2014/main" id="{C6F2E28E-AAFE-4815-9C7C-8D6B86F63C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240" y="1497788"/>
            <a:ext cx="1142379" cy="11423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8868342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Placeholder 23" descr="A group of people sitting on a couch&#10;&#10;Description automatically generated">
            <a:extLst>
              <a:ext uri="{FF2B5EF4-FFF2-40B4-BE49-F238E27FC236}">
                <a16:creationId xmlns:a16="http://schemas.microsoft.com/office/drawing/2014/main" id="{53494D3B-5E69-4BBE-AB2F-0118C228200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7999"/>
          </a:xfrm>
        </p:spPr>
      </p:pic>
      <p:sp>
        <p:nvSpPr>
          <p:cNvPr id="169" name="Rectangle 168">
            <a:extLst>
              <a:ext uri="{FF2B5EF4-FFF2-40B4-BE49-F238E27FC236}">
                <a16:creationId xmlns:a16="http://schemas.microsoft.com/office/drawing/2014/main" id="{8E1A246C-5778-D446-87C6-BDF72C3CE55D}"/>
              </a:ext>
            </a:extLst>
          </p:cNvPr>
          <p:cNvSpPr/>
          <p:nvPr/>
        </p:nvSpPr>
        <p:spPr>
          <a:xfrm>
            <a:off x="20535" y="0"/>
            <a:ext cx="12192000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2">
                  <a:alpha val="300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Montserrat" panose="02000505000000020004" pitchFamily="2" charset="77"/>
            </a:endParaRPr>
          </a:p>
        </p:txBody>
      </p:sp>
      <p:grpSp>
        <p:nvGrpSpPr>
          <p:cNvPr id="30" name="Graphic 14">
            <a:extLst>
              <a:ext uri="{FF2B5EF4-FFF2-40B4-BE49-F238E27FC236}">
                <a16:creationId xmlns:a16="http://schemas.microsoft.com/office/drawing/2014/main" id="{D9E639C7-7121-45D3-A20F-8BABD457B7CE}"/>
              </a:ext>
            </a:extLst>
          </p:cNvPr>
          <p:cNvGrpSpPr/>
          <p:nvPr/>
        </p:nvGrpSpPr>
        <p:grpSpPr>
          <a:xfrm rot="1204646">
            <a:off x="7778901" y="-1662954"/>
            <a:ext cx="6282133" cy="6297488"/>
            <a:chOff x="5786248" y="1256049"/>
            <a:chExt cx="7311072" cy="7328940"/>
          </a:xfrm>
          <a:solidFill>
            <a:schemeClr val="bg1">
              <a:lumMod val="95000"/>
            </a:schemeClr>
          </a:solidFill>
        </p:grpSpPr>
        <p:sp>
          <p:nvSpPr>
            <p:cNvPr id="31" name="Freeform 13">
              <a:extLst>
                <a:ext uri="{FF2B5EF4-FFF2-40B4-BE49-F238E27FC236}">
                  <a16:creationId xmlns:a16="http://schemas.microsoft.com/office/drawing/2014/main" id="{93C0D161-0F39-422E-AE84-0570B0354488}"/>
                </a:ext>
              </a:extLst>
            </p:cNvPr>
            <p:cNvSpPr/>
            <p:nvPr/>
          </p:nvSpPr>
          <p:spPr>
            <a:xfrm>
              <a:off x="7769618" y="6381245"/>
              <a:ext cx="1101872" cy="446705"/>
            </a:xfrm>
            <a:custGeom>
              <a:avLst/>
              <a:gdLst>
                <a:gd name="connsiteX0" fmla="*/ 0 w 1101872"/>
                <a:gd name="connsiteY0" fmla="*/ 0 h 446705"/>
                <a:gd name="connsiteX1" fmla="*/ 1122719 w 1101872"/>
                <a:gd name="connsiteY1" fmla="*/ 446705 h 446705"/>
                <a:gd name="connsiteX2" fmla="*/ 1119741 w 1101872"/>
                <a:gd name="connsiteY2" fmla="*/ 449683 h 446705"/>
                <a:gd name="connsiteX3" fmla="*/ 0 w 1101872"/>
                <a:gd name="connsiteY3" fmla="*/ 2978 h 446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01872" h="446705">
                  <a:moveTo>
                    <a:pt x="0" y="0"/>
                  </a:moveTo>
                  <a:lnTo>
                    <a:pt x="1122719" y="446705"/>
                  </a:lnTo>
                  <a:lnTo>
                    <a:pt x="1119741" y="449683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14">
              <a:extLst>
                <a:ext uri="{FF2B5EF4-FFF2-40B4-BE49-F238E27FC236}">
                  <a16:creationId xmlns:a16="http://schemas.microsoft.com/office/drawing/2014/main" id="{D589341E-662D-4DD9-AF46-CD2CAFAD0C2D}"/>
                </a:ext>
              </a:extLst>
            </p:cNvPr>
            <p:cNvSpPr/>
            <p:nvPr/>
          </p:nvSpPr>
          <p:spPr>
            <a:xfrm>
              <a:off x="8728545" y="4415742"/>
              <a:ext cx="148902" cy="2412207"/>
            </a:xfrm>
            <a:custGeom>
              <a:avLst/>
              <a:gdLst>
                <a:gd name="connsiteX0" fmla="*/ 0 w 148901"/>
                <a:gd name="connsiteY0" fmla="*/ 0 h 2412207"/>
                <a:gd name="connsiteX1" fmla="*/ 2978 w 148901"/>
                <a:gd name="connsiteY1" fmla="*/ 0 h 2412207"/>
                <a:gd name="connsiteX2" fmla="*/ 163792 w 148901"/>
                <a:gd name="connsiteY2" fmla="*/ 2415185 h 2412207"/>
                <a:gd name="connsiteX3" fmla="*/ 160814 w 148901"/>
                <a:gd name="connsiteY3" fmla="*/ 2415185 h 2412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901" h="2412207">
                  <a:moveTo>
                    <a:pt x="0" y="0"/>
                  </a:moveTo>
                  <a:lnTo>
                    <a:pt x="2978" y="0"/>
                  </a:lnTo>
                  <a:lnTo>
                    <a:pt x="163792" y="2415185"/>
                  </a:lnTo>
                  <a:lnTo>
                    <a:pt x="160814" y="2415185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E46535FD-AD04-4095-80B1-3732AAB3CCE8}"/>
                </a:ext>
              </a:extLst>
            </p:cNvPr>
            <p:cNvSpPr/>
            <p:nvPr/>
          </p:nvSpPr>
          <p:spPr>
            <a:xfrm>
              <a:off x="7766640" y="4415742"/>
              <a:ext cx="952971" cy="1965502"/>
            </a:xfrm>
            <a:custGeom>
              <a:avLst/>
              <a:gdLst>
                <a:gd name="connsiteX0" fmla="*/ 961905 w 952970"/>
                <a:gd name="connsiteY0" fmla="*/ 0 h 1965502"/>
                <a:gd name="connsiteX1" fmla="*/ 964883 w 952970"/>
                <a:gd name="connsiteY1" fmla="*/ 2978 h 1965502"/>
                <a:gd name="connsiteX2" fmla="*/ 5956 w 952970"/>
                <a:gd name="connsiteY2" fmla="*/ 1968480 h 1965502"/>
                <a:gd name="connsiteX3" fmla="*/ 0 w 952970"/>
                <a:gd name="connsiteY3" fmla="*/ 1965502 h 1965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970" h="1965502">
                  <a:moveTo>
                    <a:pt x="961905" y="0"/>
                  </a:moveTo>
                  <a:lnTo>
                    <a:pt x="964883" y="2978"/>
                  </a:lnTo>
                  <a:lnTo>
                    <a:pt x="5956" y="1968480"/>
                  </a:lnTo>
                  <a:lnTo>
                    <a:pt x="0" y="1965502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16">
              <a:extLst>
                <a:ext uri="{FF2B5EF4-FFF2-40B4-BE49-F238E27FC236}">
                  <a16:creationId xmlns:a16="http://schemas.microsoft.com/office/drawing/2014/main" id="{2A2202B9-8D32-4830-81E9-034D2E44A243}"/>
                </a:ext>
              </a:extLst>
            </p:cNvPr>
            <p:cNvSpPr/>
            <p:nvPr/>
          </p:nvSpPr>
          <p:spPr>
            <a:xfrm>
              <a:off x="8728545" y="4415742"/>
              <a:ext cx="1012531" cy="1101872"/>
            </a:xfrm>
            <a:custGeom>
              <a:avLst/>
              <a:gdLst>
                <a:gd name="connsiteX0" fmla="*/ 2978 w 1012531"/>
                <a:gd name="connsiteY0" fmla="*/ 0 h 1101872"/>
                <a:gd name="connsiteX1" fmla="*/ 1039333 w 1012531"/>
                <a:gd name="connsiteY1" fmla="*/ 1119741 h 1101872"/>
                <a:gd name="connsiteX2" fmla="*/ 1036356 w 1012531"/>
                <a:gd name="connsiteY2" fmla="*/ 1122719 h 1101872"/>
                <a:gd name="connsiteX3" fmla="*/ 0 w 1012531"/>
                <a:gd name="connsiteY3" fmla="*/ 2978 h 1101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2531" h="1101872">
                  <a:moveTo>
                    <a:pt x="2978" y="0"/>
                  </a:moveTo>
                  <a:lnTo>
                    <a:pt x="1039333" y="1119741"/>
                  </a:lnTo>
                  <a:lnTo>
                    <a:pt x="1036356" y="1122719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17">
              <a:extLst>
                <a:ext uri="{FF2B5EF4-FFF2-40B4-BE49-F238E27FC236}">
                  <a16:creationId xmlns:a16="http://schemas.microsoft.com/office/drawing/2014/main" id="{A1C553B6-9316-46C4-A287-69086685A4E9}"/>
                </a:ext>
              </a:extLst>
            </p:cNvPr>
            <p:cNvSpPr/>
            <p:nvPr/>
          </p:nvSpPr>
          <p:spPr>
            <a:xfrm>
              <a:off x="8728545" y="2622966"/>
              <a:ext cx="416925" cy="1786820"/>
            </a:xfrm>
            <a:custGeom>
              <a:avLst/>
              <a:gdLst>
                <a:gd name="connsiteX0" fmla="*/ 416925 w 416924"/>
                <a:gd name="connsiteY0" fmla="*/ 0 h 1786820"/>
                <a:gd name="connsiteX1" fmla="*/ 422881 w 416924"/>
                <a:gd name="connsiteY1" fmla="*/ 0 h 1786820"/>
                <a:gd name="connsiteX2" fmla="*/ 2978 w 416924"/>
                <a:gd name="connsiteY2" fmla="*/ 1792776 h 1786820"/>
                <a:gd name="connsiteX3" fmla="*/ 0 w 416924"/>
                <a:gd name="connsiteY3" fmla="*/ 1792776 h 1786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924" h="1786820">
                  <a:moveTo>
                    <a:pt x="416925" y="0"/>
                  </a:moveTo>
                  <a:lnTo>
                    <a:pt x="422881" y="0"/>
                  </a:lnTo>
                  <a:lnTo>
                    <a:pt x="2978" y="1792776"/>
                  </a:lnTo>
                  <a:lnTo>
                    <a:pt x="0" y="1792776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18">
              <a:extLst>
                <a:ext uri="{FF2B5EF4-FFF2-40B4-BE49-F238E27FC236}">
                  <a16:creationId xmlns:a16="http://schemas.microsoft.com/office/drawing/2014/main" id="{786785B1-D467-4945-B5A1-1B04E130DA9A}"/>
                </a:ext>
              </a:extLst>
            </p:cNvPr>
            <p:cNvSpPr/>
            <p:nvPr/>
          </p:nvSpPr>
          <p:spPr>
            <a:xfrm>
              <a:off x="8728545" y="3281112"/>
              <a:ext cx="1310335" cy="1131653"/>
            </a:xfrm>
            <a:custGeom>
              <a:avLst/>
              <a:gdLst>
                <a:gd name="connsiteX0" fmla="*/ 1316291 w 1310334"/>
                <a:gd name="connsiteY0" fmla="*/ 0 h 1131652"/>
                <a:gd name="connsiteX1" fmla="*/ 1319269 w 1310334"/>
                <a:gd name="connsiteY1" fmla="*/ 2978 h 1131652"/>
                <a:gd name="connsiteX2" fmla="*/ 2978 w 1310334"/>
                <a:gd name="connsiteY2" fmla="*/ 1137609 h 1131652"/>
                <a:gd name="connsiteX3" fmla="*/ 0 w 1310334"/>
                <a:gd name="connsiteY3" fmla="*/ 1134631 h 113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10334" h="1131652">
                  <a:moveTo>
                    <a:pt x="1316291" y="0"/>
                  </a:moveTo>
                  <a:lnTo>
                    <a:pt x="1319269" y="2978"/>
                  </a:lnTo>
                  <a:lnTo>
                    <a:pt x="2978" y="1137609"/>
                  </a:lnTo>
                  <a:lnTo>
                    <a:pt x="0" y="1134631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19">
              <a:extLst>
                <a:ext uri="{FF2B5EF4-FFF2-40B4-BE49-F238E27FC236}">
                  <a16:creationId xmlns:a16="http://schemas.microsoft.com/office/drawing/2014/main" id="{C4DC6E8E-06BA-4486-992F-6F5CD0F130A4}"/>
                </a:ext>
              </a:extLst>
            </p:cNvPr>
            <p:cNvSpPr/>
            <p:nvPr/>
          </p:nvSpPr>
          <p:spPr>
            <a:xfrm>
              <a:off x="5786248" y="1256049"/>
              <a:ext cx="29780" cy="29780"/>
            </a:xfrm>
            <a:custGeom>
              <a:avLst/>
              <a:gdLst/>
              <a:ahLst/>
              <a:cxnLst/>
              <a:rect l="l" t="t" r="r" b="b"/>
              <a:pathLst>
                <a:path/>
              </a:pathLst>
            </a:custGeom>
            <a:grpFill/>
            <a:ln w="7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20">
              <a:extLst>
                <a:ext uri="{FF2B5EF4-FFF2-40B4-BE49-F238E27FC236}">
                  <a16:creationId xmlns:a16="http://schemas.microsoft.com/office/drawing/2014/main" id="{636F0F60-67C9-475B-9D6E-288AEE33B1B7}"/>
                </a:ext>
              </a:extLst>
            </p:cNvPr>
            <p:cNvSpPr/>
            <p:nvPr/>
          </p:nvSpPr>
          <p:spPr>
            <a:xfrm>
              <a:off x="9148448" y="2619988"/>
              <a:ext cx="893410" cy="655167"/>
            </a:xfrm>
            <a:custGeom>
              <a:avLst/>
              <a:gdLst>
                <a:gd name="connsiteX0" fmla="*/ 2978 w 893410"/>
                <a:gd name="connsiteY0" fmla="*/ 0 h 655167"/>
                <a:gd name="connsiteX1" fmla="*/ 896388 w 893410"/>
                <a:gd name="connsiteY1" fmla="*/ 661123 h 655167"/>
                <a:gd name="connsiteX2" fmla="*/ 896388 w 893410"/>
                <a:gd name="connsiteY2" fmla="*/ 664101 h 655167"/>
                <a:gd name="connsiteX3" fmla="*/ 0 w 893410"/>
                <a:gd name="connsiteY3" fmla="*/ 2978 h 655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3410" h="655167">
                  <a:moveTo>
                    <a:pt x="2978" y="0"/>
                  </a:moveTo>
                  <a:lnTo>
                    <a:pt x="896388" y="661123"/>
                  </a:lnTo>
                  <a:lnTo>
                    <a:pt x="896388" y="664101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21">
              <a:extLst>
                <a:ext uri="{FF2B5EF4-FFF2-40B4-BE49-F238E27FC236}">
                  <a16:creationId xmlns:a16="http://schemas.microsoft.com/office/drawing/2014/main" id="{D0271901-977B-47A7-8D78-927C55B178F4}"/>
                </a:ext>
              </a:extLst>
            </p:cNvPr>
            <p:cNvSpPr/>
            <p:nvPr/>
          </p:nvSpPr>
          <p:spPr>
            <a:xfrm>
              <a:off x="9148448" y="2542559"/>
              <a:ext cx="2114404" cy="59561"/>
            </a:xfrm>
            <a:custGeom>
              <a:avLst/>
              <a:gdLst>
                <a:gd name="connsiteX0" fmla="*/ 0 w 2114403"/>
                <a:gd name="connsiteY0" fmla="*/ 77429 h 59560"/>
                <a:gd name="connsiteX1" fmla="*/ 2135250 w 2114403"/>
                <a:gd name="connsiteY1" fmla="*/ 0 h 59560"/>
                <a:gd name="connsiteX2" fmla="*/ 2135250 w 2114403"/>
                <a:gd name="connsiteY2" fmla="*/ 5956 h 59560"/>
                <a:gd name="connsiteX3" fmla="*/ 0 w 2114403"/>
                <a:gd name="connsiteY3" fmla="*/ 83385 h 59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4403" h="59560">
                  <a:moveTo>
                    <a:pt x="0" y="77429"/>
                  </a:moveTo>
                  <a:lnTo>
                    <a:pt x="2135250" y="0"/>
                  </a:lnTo>
                  <a:lnTo>
                    <a:pt x="2135250" y="5956"/>
                  </a:lnTo>
                  <a:lnTo>
                    <a:pt x="0" y="83385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22">
              <a:extLst>
                <a:ext uri="{FF2B5EF4-FFF2-40B4-BE49-F238E27FC236}">
                  <a16:creationId xmlns:a16="http://schemas.microsoft.com/office/drawing/2014/main" id="{065CA83B-188D-4F4F-8AE5-FC09F8389791}"/>
                </a:ext>
              </a:extLst>
            </p:cNvPr>
            <p:cNvSpPr/>
            <p:nvPr/>
          </p:nvSpPr>
          <p:spPr>
            <a:xfrm>
              <a:off x="10043807" y="2543664"/>
              <a:ext cx="1220994" cy="714728"/>
            </a:xfrm>
            <a:custGeom>
              <a:avLst/>
              <a:gdLst>
                <a:gd name="connsiteX0" fmla="*/ 0 w 1220993"/>
                <a:gd name="connsiteY0" fmla="*/ 736683 h 714728"/>
                <a:gd name="connsiteX1" fmla="*/ 1238856 w 1220993"/>
                <a:gd name="connsiteY1" fmla="*/ 0 h 714728"/>
                <a:gd name="connsiteX2" fmla="*/ 1240378 w 1220993"/>
                <a:gd name="connsiteY2" fmla="*/ 2560 h 714728"/>
                <a:gd name="connsiteX3" fmla="*/ 1522 w 1220993"/>
                <a:gd name="connsiteY3" fmla="*/ 739243 h 71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0993" h="714728">
                  <a:moveTo>
                    <a:pt x="0" y="736683"/>
                  </a:moveTo>
                  <a:lnTo>
                    <a:pt x="1238856" y="0"/>
                  </a:lnTo>
                  <a:lnTo>
                    <a:pt x="1240378" y="2560"/>
                  </a:lnTo>
                  <a:lnTo>
                    <a:pt x="1522" y="739243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23">
              <a:extLst>
                <a:ext uri="{FF2B5EF4-FFF2-40B4-BE49-F238E27FC236}">
                  <a16:creationId xmlns:a16="http://schemas.microsoft.com/office/drawing/2014/main" id="{9671A136-A6FE-48C8-8927-A9F4A9D362CD}"/>
                </a:ext>
              </a:extLst>
            </p:cNvPr>
            <p:cNvSpPr/>
            <p:nvPr/>
          </p:nvSpPr>
          <p:spPr>
            <a:xfrm>
              <a:off x="10044836" y="3281112"/>
              <a:ext cx="1072092" cy="952971"/>
            </a:xfrm>
            <a:custGeom>
              <a:avLst/>
              <a:gdLst>
                <a:gd name="connsiteX0" fmla="*/ 2978 w 1072092"/>
                <a:gd name="connsiteY0" fmla="*/ 0 h 952970"/>
                <a:gd name="connsiteX1" fmla="*/ 1075070 w 1072092"/>
                <a:gd name="connsiteY1" fmla="*/ 973817 h 952970"/>
                <a:gd name="connsiteX2" fmla="*/ 1072092 w 1072092"/>
                <a:gd name="connsiteY2" fmla="*/ 976795 h 952970"/>
                <a:gd name="connsiteX3" fmla="*/ 0 w 1072092"/>
                <a:gd name="connsiteY3" fmla="*/ 2978 h 952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2092" h="952970">
                  <a:moveTo>
                    <a:pt x="2978" y="0"/>
                  </a:moveTo>
                  <a:lnTo>
                    <a:pt x="1075070" y="973817"/>
                  </a:lnTo>
                  <a:lnTo>
                    <a:pt x="1072092" y="976795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24">
              <a:extLst>
                <a:ext uri="{FF2B5EF4-FFF2-40B4-BE49-F238E27FC236}">
                  <a16:creationId xmlns:a16="http://schemas.microsoft.com/office/drawing/2014/main" id="{D954AEAC-A143-4E70-9489-6E5365FC1DAF}"/>
                </a:ext>
              </a:extLst>
            </p:cNvPr>
            <p:cNvSpPr/>
            <p:nvPr/>
          </p:nvSpPr>
          <p:spPr>
            <a:xfrm>
              <a:off x="10041857" y="3281112"/>
              <a:ext cx="714728" cy="1786820"/>
            </a:xfrm>
            <a:custGeom>
              <a:avLst/>
              <a:gdLst>
                <a:gd name="connsiteX0" fmla="*/ 5956 w 714728"/>
                <a:gd name="connsiteY0" fmla="*/ 0 h 1786820"/>
                <a:gd name="connsiteX1" fmla="*/ 732596 w 714728"/>
                <a:gd name="connsiteY1" fmla="*/ 1807666 h 1786820"/>
                <a:gd name="connsiteX2" fmla="*/ 726640 w 714728"/>
                <a:gd name="connsiteY2" fmla="*/ 1810644 h 1786820"/>
                <a:gd name="connsiteX3" fmla="*/ 0 w 714728"/>
                <a:gd name="connsiteY3" fmla="*/ 0 h 1786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4728" h="1786820">
                  <a:moveTo>
                    <a:pt x="5956" y="0"/>
                  </a:moveTo>
                  <a:lnTo>
                    <a:pt x="732596" y="1807666"/>
                  </a:lnTo>
                  <a:lnTo>
                    <a:pt x="726640" y="181064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25">
              <a:extLst>
                <a:ext uri="{FF2B5EF4-FFF2-40B4-BE49-F238E27FC236}">
                  <a16:creationId xmlns:a16="http://schemas.microsoft.com/office/drawing/2014/main" id="{CE3AE019-76C0-4E81-B718-CE2D2C36799E}"/>
                </a:ext>
              </a:extLst>
            </p:cNvPr>
            <p:cNvSpPr/>
            <p:nvPr/>
          </p:nvSpPr>
          <p:spPr>
            <a:xfrm>
              <a:off x="9764901" y="3281112"/>
              <a:ext cx="268023" cy="2233525"/>
            </a:xfrm>
            <a:custGeom>
              <a:avLst/>
              <a:gdLst>
                <a:gd name="connsiteX0" fmla="*/ 276957 w 268023"/>
                <a:gd name="connsiteY0" fmla="*/ 0 h 2233525"/>
                <a:gd name="connsiteX1" fmla="*/ 282913 w 268023"/>
                <a:gd name="connsiteY1" fmla="*/ 0 h 2233525"/>
                <a:gd name="connsiteX2" fmla="*/ 2978 w 268023"/>
                <a:gd name="connsiteY2" fmla="*/ 2257349 h 2233525"/>
                <a:gd name="connsiteX3" fmla="*/ 0 w 268023"/>
                <a:gd name="connsiteY3" fmla="*/ 2254371 h 2233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023" h="2233525">
                  <a:moveTo>
                    <a:pt x="276957" y="0"/>
                  </a:moveTo>
                  <a:lnTo>
                    <a:pt x="282913" y="0"/>
                  </a:lnTo>
                  <a:lnTo>
                    <a:pt x="2978" y="2257349"/>
                  </a:lnTo>
                  <a:lnTo>
                    <a:pt x="0" y="2254371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26">
              <a:extLst>
                <a:ext uri="{FF2B5EF4-FFF2-40B4-BE49-F238E27FC236}">
                  <a16:creationId xmlns:a16="http://schemas.microsoft.com/office/drawing/2014/main" id="{66D9A3AE-A60F-4665-981A-2E39A8E6F4A5}"/>
                </a:ext>
              </a:extLst>
            </p:cNvPr>
            <p:cNvSpPr/>
            <p:nvPr/>
          </p:nvSpPr>
          <p:spPr>
            <a:xfrm>
              <a:off x="8728545" y="4415742"/>
              <a:ext cx="2025063" cy="655167"/>
            </a:xfrm>
            <a:custGeom>
              <a:avLst/>
              <a:gdLst>
                <a:gd name="connsiteX0" fmla="*/ 2978 w 2025062"/>
                <a:gd name="connsiteY0" fmla="*/ 0 h 655167"/>
                <a:gd name="connsiteX1" fmla="*/ 2042931 w 2025062"/>
                <a:gd name="connsiteY1" fmla="*/ 673036 h 655167"/>
                <a:gd name="connsiteX2" fmla="*/ 2042931 w 2025062"/>
                <a:gd name="connsiteY2" fmla="*/ 676014 h 655167"/>
                <a:gd name="connsiteX3" fmla="*/ 0 w 2025062"/>
                <a:gd name="connsiteY3" fmla="*/ 2978 h 655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5062" h="655167">
                  <a:moveTo>
                    <a:pt x="2978" y="0"/>
                  </a:moveTo>
                  <a:lnTo>
                    <a:pt x="2042931" y="673036"/>
                  </a:lnTo>
                  <a:lnTo>
                    <a:pt x="2042931" y="676014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27">
              <a:extLst>
                <a:ext uri="{FF2B5EF4-FFF2-40B4-BE49-F238E27FC236}">
                  <a16:creationId xmlns:a16="http://schemas.microsoft.com/office/drawing/2014/main" id="{F966081E-7EA6-46AA-8D0F-4EFF767450BC}"/>
                </a:ext>
              </a:extLst>
            </p:cNvPr>
            <p:cNvSpPr/>
            <p:nvPr/>
          </p:nvSpPr>
          <p:spPr>
            <a:xfrm>
              <a:off x="8731523" y="4254928"/>
              <a:ext cx="2382427" cy="148902"/>
            </a:xfrm>
            <a:custGeom>
              <a:avLst/>
              <a:gdLst>
                <a:gd name="connsiteX0" fmla="*/ 0 w 2382426"/>
                <a:gd name="connsiteY0" fmla="*/ 160814 h 148901"/>
                <a:gd name="connsiteX1" fmla="*/ 2385405 w 2382426"/>
                <a:gd name="connsiteY1" fmla="*/ 0 h 148901"/>
                <a:gd name="connsiteX2" fmla="*/ 2385405 w 2382426"/>
                <a:gd name="connsiteY2" fmla="*/ 5956 h 148901"/>
                <a:gd name="connsiteX3" fmla="*/ 0 w 2382426"/>
                <a:gd name="connsiteY3" fmla="*/ 163792 h 148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2426" h="148901">
                  <a:moveTo>
                    <a:pt x="0" y="160814"/>
                  </a:moveTo>
                  <a:lnTo>
                    <a:pt x="2385405" y="0"/>
                  </a:lnTo>
                  <a:lnTo>
                    <a:pt x="2385405" y="5956"/>
                  </a:lnTo>
                  <a:lnTo>
                    <a:pt x="0" y="163792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28">
              <a:extLst>
                <a:ext uri="{FF2B5EF4-FFF2-40B4-BE49-F238E27FC236}">
                  <a16:creationId xmlns:a16="http://schemas.microsoft.com/office/drawing/2014/main" id="{FCED71E1-172C-4269-8402-9BD559416A9A}"/>
                </a:ext>
              </a:extLst>
            </p:cNvPr>
            <p:cNvSpPr/>
            <p:nvPr/>
          </p:nvSpPr>
          <p:spPr>
            <a:xfrm>
              <a:off x="10771476" y="4257907"/>
              <a:ext cx="327584" cy="833849"/>
            </a:xfrm>
            <a:custGeom>
              <a:avLst/>
              <a:gdLst>
                <a:gd name="connsiteX0" fmla="*/ 345452 w 327583"/>
                <a:gd name="connsiteY0" fmla="*/ 0 h 833849"/>
                <a:gd name="connsiteX1" fmla="*/ 348430 w 327583"/>
                <a:gd name="connsiteY1" fmla="*/ 0 h 833849"/>
                <a:gd name="connsiteX2" fmla="*/ 2978 w 327583"/>
                <a:gd name="connsiteY2" fmla="*/ 851717 h 833849"/>
                <a:gd name="connsiteX3" fmla="*/ 0 w 327583"/>
                <a:gd name="connsiteY3" fmla="*/ 848740 h 833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7583" h="833849">
                  <a:moveTo>
                    <a:pt x="345452" y="0"/>
                  </a:moveTo>
                  <a:lnTo>
                    <a:pt x="348430" y="0"/>
                  </a:lnTo>
                  <a:lnTo>
                    <a:pt x="2978" y="851717"/>
                  </a:lnTo>
                  <a:lnTo>
                    <a:pt x="0" y="84874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29">
              <a:extLst>
                <a:ext uri="{FF2B5EF4-FFF2-40B4-BE49-F238E27FC236}">
                  <a16:creationId xmlns:a16="http://schemas.microsoft.com/office/drawing/2014/main" id="{34141565-8F23-4A62-9D9B-A0C9D26D881C}"/>
                </a:ext>
              </a:extLst>
            </p:cNvPr>
            <p:cNvSpPr/>
            <p:nvPr/>
          </p:nvSpPr>
          <p:spPr>
            <a:xfrm>
              <a:off x="8890108" y="6828806"/>
              <a:ext cx="714728" cy="1489017"/>
            </a:xfrm>
            <a:custGeom>
              <a:avLst/>
              <a:gdLst>
                <a:gd name="connsiteX0" fmla="*/ 0 w 714728"/>
                <a:gd name="connsiteY0" fmla="*/ 1286 h 1489016"/>
                <a:gd name="connsiteX1" fmla="*/ 2686 w 714728"/>
                <a:gd name="connsiteY1" fmla="*/ 0 h 1489016"/>
                <a:gd name="connsiteX2" fmla="*/ 721845 w 714728"/>
                <a:gd name="connsiteY2" fmla="*/ 1501411 h 1489016"/>
                <a:gd name="connsiteX3" fmla="*/ 719159 w 714728"/>
                <a:gd name="connsiteY3" fmla="*/ 1502698 h 1489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4728" h="1489016">
                  <a:moveTo>
                    <a:pt x="0" y="1286"/>
                  </a:moveTo>
                  <a:lnTo>
                    <a:pt x="2686" y="0"/>
                  </a:lnTo>
                  <a:lnTo>
                    <a:pt x="721845" y="1501411"/>
                  </a:lnTo>
                  <a:lnTo>
                    <a:pt x="719159" y="150269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30">
              <a:extLst>
                <a:ext uri="{FF2B5EF4-FFF2-40B4-BE49-F238E27FC236}">
                  <a16:creationId xmlns:a16="http://schemas.microsoft.com/office/drawing/2014/main" id="{BD3BE785-D072-435C-94FC-5F83EE6A3F41}"/>
                </a:ext>
              </a:extLst>
            </p:cNvPr>
            <p:cNvSpPr/>
            <p:nvPr/>
          </p:nvSpPr>
          <p:spPr>
            <a:xfrm>
              <a:off x="8892337" y="6345508"/>
              <a:ext cx="1995282" cy="476485"/>
            </a:xfrm>
            <a:custGeom>
              <a:avLst/>
              <a:gdLst>
                <a:gd name="connsiteX0" fmla="*/ 1992304 w 1995282"/>
                <a:gd name="connsiteY0" fmla="*/ 0 h 476485"/>
                <a:gd name="connsiteX1" fmla="*/ 1995282 w 1995282"/>
                <a:gd name="connsiteY1" fmla="*/ 2978 h 476485"/>
                <a:gd name="connsiteX2" fmla="*/ 0 w 1995282"/>
                <a:gd name="connsiteY2" fmla="*/ 485420 h 476485"/>
                <a:gd name="connsiteX3" fmla="*/ 0 w 1995282"/>
                <a:gd name="connsiteY3" fmla="*/ 482442 h 476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95282" h="476485">
                  <a:moveTo>
                    <a:pt x="1992304" y="0"/>
                  </a:moveTo>
                  <a:lnTo>
                    <a:pt x="1995282" y="2978"/>
                  </a:lnTo>
                  <a:lnTo>
                    <a:pt x="0" y="485420"/>
                  </a:lnTo>
                  <a:lnTo>
                    <a:pt x="0" y="482442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31">
              <a:extLst>
                <a:ext uri="{FF2B5EF4-FFF2-40B4-BE49-F238E27FC236}">
                  <a16:creationId xmlns:a16="http://schemas.microsoft.com/office/drawing/2014/main" id="{B81E923F-9908-46B5-8B6E-6703D5701F5E}"/>
                </a:ext>
              </a:extLst>
            </p:cNvPr>
            <p:cNvSpPr/>
            <p:nvPr/>
          </p:nvSpPr>
          <p:spPr>
            <a:xfrm>
              <a:off x="8889359" y="5535483"/>
              <a:ext cx="863630" cy="1280554"/>
            </a:xfrm>
            <a:custGeom>
              <a:avLst/>
              <a:gdLst>
                <a:gd name="connsiteX0" fmla="*/ 875542 w 863629"/>
                <a:gd name="connsiteY0" fmla="*/ 0 h 1280554"/>
                <a:gd name="connsiteX1" fmla="*/ 878520 w 863629"/>
                <a:gd name="connsiteY1" fmla="*/ 2978 h 1280554"/>
                <a:gd name="connsiteX2" fmla="*/ 2978 w 863629"/>
                <a:gd name="connsiteY2" fmla="*/ 1295445 h 1280554"/>
                <a:gd name="connsiteX3" fmla="*/ 0 w 863629"/>
                <a:gd name="connsiteY3" fmla="*/ 1292467 h 1280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3629" h="1280554">
                  <a:moveTo>
                    <a:pt x="875542" y="0"/>
                  </a:moveTo>
                  <a:lnTo>
                    <a:pt x="878520" y="2978"/>
                  </a:lnTo>
                  <a:lnTo>
                    <a:pt x="2978" y="1295445"/>
                  </a:lnTo>
                  <a:lnTo>
                    <a:pt x="0" y="1292467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32">
              <a:extLst>
                <a:ext uri="{FF2B5EF4-FFF2-40B4-BE49-F238E27FC236}">
                  <a16:creationId xmlns:a16="http://schemas.microsoft.com/office/drawing/2014/main" id="{8F863AF7-18BC-42B9-B6BC-86C67A667218}"/>
                </a:ext>
              </a:extLst>
            </p:cNvPr>
            <p:cNvSpPr/>
            <p:nvPr/>
          </p:nvSpPr>
          <p:spPr>
            <a:xfrm>
              <a:off x="9764901" y="5535483"/>
              <a:ext cx="1101872" cy="804069"/>
            </a:xfrm>
            <a:custGeom>
              <a:avLst/>
              <a:gdLst>
                <a:gd name="connsiteX0" fmla="*/ 2978 w 1101872"/>
                <a:gd name="connsiteY0" fmla="*/ 0 h 804069"/>
                <a:gd name="connsiteX1" fmla="*/ 1122719 w 1101872"/>
                <a:gd name="connsiteY1" fmla="*/ 810025 h 804069"/>
                <a:gd name="connsiteX2" fmla="*/ 1119740 w 1101872"/>
                <a:gd name="connsiteY2" fmla="*/ 813003 h 804069"/>
                <a:gd name="connsiteX3" fmla="*/ 0 w 1101872"/>
                <a:gd name="connsiteY3" fmla="*/ 2978 h 804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01872" h="804069">
                  <a:moveTo>
                    <a:pt x="2978" y="0"/>
                  </a:moveTo>
                  <a:lnTo>
                    <a:pt x="1122719" y="810025"/>
                  </a:lnTo>
                  <a:lnTo>
                    <a:pt x="1119740" y="813003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33">
              <a:extLst>
                <a:ext uri="{FF2B5EF4-FFF2-40B4-BE49-F238E27FC236}">
                  <a16:creationId xmlns:a16="http://schemas.microsoft.com/office/drawing/2014/main" id="{BC20FABE-ADC7-4D56-9F66-7ED37DDE66B1}"/>
                </a:ext>
              </a:extLst>
            </p:cNvPr>
            <p:cNvSpPr/>
            <p:nvPr/>
          </p:nvSpPr>
          <p:spPr>
            <a:xfrm>
              <a:off x="9764901" y="5088778"/>
              <a:ext cx="982751" cy="446705"/>
            </a:xfrm>
            <a:custGeom>
              <a:avLst/>
              <a:gdLst>
                <a:gd name="connsiteX0" fmla="*/ 1006575 w 982751"/>
                <a:gd name="connsiteY0" fmla="*/ 0 h 446705"/>
                <a:gd name="connsiteX1" fmla="*/ 1006575 w 982751"/>
                <a:gd name="connsiteY1" fmla="*/ 2978 h 446705"/>
                <a:gd name="connsiteX2" fmla="*/ 2978 w 982751"/>
                <a:gd name="connsiteY2" fmla="*/ 449683 h 446705"/>
                <a:gd name="connsiteX3" fmla="*/ 0 w 982751"/>
                <a:gd name="connsiteY3" fmla="*/ 446705 h 446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2751" h="446705">
                  <a:moveTo>
                    <a:pt x="1006575" y="0"/>
                  </a:moveTo>
                  <a:lnTo>
                    <a:pt x="1006575" y="2978"/>
                  </a:lnTo>
                  <a:lnTo>
                    <a:pt x="2978" y="449683"/>
                  </a:lnTo>
                  <a:lnTo>
                    <a:pt x="0" y="446705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34">
              <a:extLst>
                <a:ext uri="{FF2B5EF4-FFF2-40B4-BE49-F238E27FC236}">
                  <a16:creationId xmlns:a16="http://schemas.microsoft.com/office/drawing/2014/main" id="{981E96DD-9DB3-4908-AF50-8DEB10E3C7DA}"/>
                </a:ext>
              </a:extLst>
            </p:cNvPr>
            <p:cNvSpPr/>
            <p:nvPr/>
          </p:nvSpPr>
          <p:spPr>
            <a:xfrm>
              <a:off x="9767878" y="5535483"/>
              <a:ext cx="1905941" cy="29780"/>
            </a:xfrm>
            <a:custGeom>
              <a:avLst/>
              <a:gdLst>
                <a:gd name="connsiteX0" fmla="*/ 0 w 1905941"/>
                <a:gd name="connsiteY0" fmla="*/ 0 h 29780"/>
                <a:gd name="connsiteX1" fmla="*/ 1911897 w 1905941"/>
                <a:gd name="connsiteY1" fmla="*/ 47649 h 29780"/>
                <a:gd name="connsiteX2" fmla="*/ 1911897 w 1905941"/>
                <a:gd name="connsiteY2" fmla="*/ 50626 h 29780"/>
                <a:gd name="connsiteX3" fmla="*/ 0 w 1905941"/>
                <a:gd name="connsiteY3" fmla="*/ 2978 h 2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941" h="29780">
                  <a:moveTo>
                    <a:pt x="0" y="0"/>
                  </a:moveTo>
                  <a:lnTo>
                    <a:pt x="1911897" y="47649"/>
                  </a:lnTo>
                  <a:lnTo>
                    <a:pt x="1911897" y="50626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35">
              <a:extLst>
                <a:ext uri="{FF2B5EF4-FFF2-40B4-BE49-F238E27FC236}">
                  <a16:creationId xmlns:a16="http://schemas.microsoft.com/office/drawing/2014/main" id="{E867C782-255E-4AAF-A032-7E89CCF45245}"/>
                </a:ext>
              </a:extLst>
            </p:cNvPr>
            <p:cNvSpPr/>
            <p:nvPr/>
          </p:nvSpPr>
          <p:spPr>
            <a:xfrm>
              <a:off x="10771476" y="5088778"/>
              <a:ext cx="893410" cy="476485"/>
            </a:xfrm>
            <a:custGeom>
              <a:avLst/>
              <a:gdLst>
                <a:gd name="connsiteX0" fmla="*/ 0 w 893410"/>
                <a:gd name="connsiteY0" fmla="*/ 0 h 476485"/>
                <a:gd name="connsiteX1" fmla="*/ 908300 w 893410"/>
                <a:gd name="connsiteY1" fmla="*/ 494354 h 476485"/>
                <a:gd name="connsiteX2" fmla="*/ 905322 w 893410"/>
                <a:gd name="connsiteY2" fmla="*/ 497331 h 476485"/>
                <a:gd name="connsiteX3" fmla="*/ 0 w 893410"/>
                <a:gd name="connsiteY3" fmla="*/ 2978 h 476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3410" h="476485">
                  <a:moveTo>
                    <a:pt x="0" y="0"/>
                  </a:moveTo>
                  <a:lnTo>
                    <a:pt x="908300" y="494354"/>
                  </a:lnTo>
                  <a:lnTo>
                    <a:pt x="905322" y="497331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36">
              <a:extLst>
                <a:ext uri="{FF2B5EF4-FFF2-40B4-BE49-F238E27FC236}">
                  <a16:creationId xmlns:a16="http://schemas.microsoft.com/office/drawing/2014/main" id="{8254C30C-74AF-44AF-B21A-1EC60E8D4764}"/>
                </a:ext>
              </a:extLst>
            </p:cNvPr>
            <p:cNvSpPr/>
            <p:nvPr/>
          </p:nvSpPr>
          <p:spPr>
            <a:xfrm>
              <a:off x="10768498" y="5088778"/>
              <a:ext cx="119121" cy="1250774"/>
            </a:xfrm>
            <a:custGeom>
              <a:avLst/>
              <a:gdLst>
                <a:gd name="connsiteX0" fmla="*/ 0 w 119121"/>
                <a:gd name="connsiteY0" fmla="*/ 0 h 1250774"/>
                <a:gd name="connsiteX1" fmla="*/ 5956 w 119121"/>
                <a:gd name="connsiteY1" fmla="*/ 0 h 1250774"/>
                <a:gd name="connsiteX2" fmla="*/ 119121 w 119121"/>
                <a:gd name="connsiteY2" fmla="*/ 1259708 h 1250774"/>
                <a:gd name="connsiteX3" fmla="*/ 116143 w 119121"/>
                <a:gd name="connsiteY3" fmla="*/ 1259708 h 1250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121" h="1250774">
                  <a:moveTo>
                    <a:pt x="0" y="0"/>
                  </a:moveTo>
                  <a:lnTo>
                    <a:pt x="5956" y="0"/>
                  </a:lnTo>
                  <a:lnTo>
                    <a:pt x="119121" y="1259708"/>
                  </a:lnTo>
                  <a:lnTo>
                    <a:pt x="116143" y="125970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37">
              <a:extLst>
                <a:ext uri="{FF2B5EF4-FFF2-40B4-BE49-F238E27FC236}">
                  <a16:creationId xmlns:a16="http://schemas.microsoft.com/office/drawing/2014/main" id="{B775785F-7620-414F-84F8-9400F91659EF}"/>
                </a:ext>
              </a:extLst>
            </p:cNvPr>
            <p:cNvSpPr/>
            <p:nvPr/>
          </p:nvSpPr>
          <p:spPr>
            <a:xfrm>
              <a:off x="5786248" y="1256049"/>
              <a:ext cx="29780" cy="29780"/>
            </a:xfrm>
            <a:custGeom>
              <a:avLst/>
              <a:gdLst/>
              <a:ahLst/>
              <a:cxnLst/>
              <a:rect l="l" t="t" r="r" b="b"/>
              <a:pathLst>
                <a:path/>
              </a:pathLst>
            </a:custGeom>
            <a:grpFill/>
            <a:ln w="7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38">
              <a:extLst>
                <a:ext uri="{FF2B5EF4-FFF2-40B4-BE49-F238E27FC236}">
                  <a16:creationId xmlns:a16="http://schemas.microsoft.com/office/drawing/2014/main" id="{D2065BE3-DF6A-41C2-93F9-3B585386BC7C}"/>
                </a:ext>
              </a:extLst>
            </p:cNvPr>
            <p:cNvSpPr/>
            <p:nvPr/>
          </p:nvSpPr>
          <p:spPr>
            <a:xfrm>
              <a:off x="10884641" y="6348486"/>
              <a:ext cx="29780" cy="1042312"/>
            </a:xfrm>
            <a:custGeom>
              <a:avLst/>
              <a:gdLst>
                <a:gd name="connsiteX0" fmla="*/ 0 w 29780"/>
                <a:gd name="connsiteY0" fmla="*/ 0 h 1042311"/>
                <a:gd name="connsiteX1" fmla="*/ 2978 w 29780"/>
                <a:gd name="connsiteY1" fmla="*/ 0 h 1042311"/>
                <a:gd name="connsiteX2" fmla="*/ 38715 w 29780"/>
                <a:gd name="connsiteY2" fmla="*/ 1045290 h 1042311"/>
                <a:gd name="connsiteX3" fmla="*/ 35736 w 29780"/>
                <a:gd name="connsiteY3" fmla="*/ 1045290 h 1042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780" h="1042311">
                  <a:moveTo>
                    <a:pt x="0" y="0"/>
                  </a:moveTo>
                  <a:lnTo>
                    <a:pt x="2978" y="0"/>
                  </a:lnTo>
                  <a:lnTo>
                    <a:pt x="38715" y="1045290"/>
                  </a:lnTo>
                  <a:lnTo>
                    <a:pt x="35736" y="104529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39">
              <a:extLst>
                <a:ext uri="{FF2B5EF4-FFF2-40B4-BE49-F238E27FC236}">
                  <a16:creationId xmlns:a16="http://schemas.microsoft.com/office/drawing/2014/main" id="{6130FE77-B791-4467-8A81-E76513B125F9}"/>
                </a:ext>
              </a:extLst>
            </p:cNvPr>
            <p:cNvSpPr/>
            <p:nvPr/>
          </p:nvSpPr>
          <p:spPr>
            <a:xfrm>
              <a:off x="9607065" y="6345508"/>
              <a:ext cx="1280554" cy="1965502"/>
            </a:xfrm>
            <a:custGeom>
              <a:avLst/>
              <a:gdLst>
                <a:gd name="connsiteX0" fmla="*/ 1277576 w 1280554"/>
                <a:gd name="connsiteY0" fmla="*/ 0 h 1965502"/>
                <a:gd name="connsiteX1" fmla="*/ 1280554 w 1280554"/>
                <a:gd name="connsiteY1" fmla="*/ 2978 h 1965502"/>
                <a:gd name="connsiteX2" fmla="*/ 5956 w 1280554"/>
                <a:gd name="connsiteY2" fmla="*/ 1986349 h 1965502"/>
                <a:gd name="connsiteX3" fmla="*/ 0 w 1280554"/>
                <a:gd name="connsiteY3" fmla="*/ 1983370 h 1965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0554" h="1965502">
                  <a:moveTo>
                    <a:pt x="1277576" y="0"/>
                  </a:moveTo>
                  <a:lnTo>
                    <a:pt x="1280554" y="2978"/>
                  </a:lnTo>
                  <a:lnTo>
                    <a:pt x="5956" y="1986349"/>
                  </a:lnTo>
                  <a:lnTo>
                    <a:pt x="0" y="198337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40">
              <a:extLst>
                <a:ext uri="{FF2B5EF4-FFF2-40B4-BE49-F238E27FC236}">
                  <a16:creationId xmlns:a16="http://schemas.microsoft.com/office/drawing/2014/main" id="{3A90E068-3ACE-4697-94F3-AB1397AE4A07}"/>
                </a:ext>
              </a:extLst>
            </p:cNvPr>
            <p:cNvSpPr/>
            <p:nvPr/>
          </p:nvSpPr>
          <p:spPr>
            <a:xfrm>
              <a:off x="9610043" y="7390798"/>
              <a:ext cx="1310335" cy="923190"/>
            </a:xfrm>
            <a:custGeom>
              <a:avLst/>
              <a:gdLst>
                <a:gd name="connsiteX0" fmla="*/ 1310335 w 1310334"/>
                <a:gd name="connsiteY0" fmla="*/ 0 h 923190"/>
                <a:gd name="connsiteX1" fmla="*/ 1313313 w 1310334"/>
                <a:gd name="connsiteY1" fmla="*/ 2978 h 923190"/>
                <a:gd name="connsiteX2" fmla="*/ 0 w 1310334"/>
                <a:gd name="connsiteY2" fmla="*/ 941059 h 923190"/>
                <a:gd name="connsiteX3" fmla="*/ 0 w 1310334"/>
                <a:gd name="connsiteY3" fmla="*/ 938081 h 923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10334" h="923190">
                  <a:moveTo>
                    <a:pt x="1310335" y="0"/>
                  </a:moveTo>
                  <a:lnTo>
                    <a:pt x="1313313" y="2978"/>
                  </a:lnTo>
                  <a:lnTo>
                    <a:pt x="0" y="941059"/>
                  </a:lnTo>
                  <a:lnTo>
                    <a:pt x="0" y="938081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41">
              <a:extLst>
                <a:ext uri="{FF2B5EF4-FFF2-40B4-BE49-F238E27FC236}">
                  <a16:creationId xmlns:a16="http://schemas.microsoft.com/office/drawing/2014/main" id="{C3821316-B14B-44AE-AF69-18F91D5DC5EA}"/>
                </a:ext>
              </a:extLst>
            </p:cNvPr>
            <p:cNvSpPr/>
            <p:nvPr/>
          </p:nvSpPr>
          <p:spPr>
            <a:xfrm>
              <a:off x="10920377" y="6220430"/>
              <a:ext cx="684948" cy="1161433"/>
            </a:xfrm>
            <a:custGeom>
              <a:avLst/>
              <a:gdLst>
                <a:gd name="connsiteX0" fmla="*/ 696860 w 684947"/>
                <a:gd name="connsiteY0" fmla="*/ 0 h 1161433"/>
                <a:gd name="connsiteX1" fmla="*/ 699838 w 684947"/>
                <a:gd name="connsiteY1" fmla="*/ 2978 h 1161433"/>
                <a:gd name="connsiteX2" fmla="*/ 2978 w 684947"/>
                <a:gd name="connsiteY2" fmla="*/ 1173345 h 1161433"/>
                <a:gd name="connsiteX3" fmla="*/ 0 w 684947"/>
                <a:gd name="connsiteY3" fmla="*/ 1170367 h 1161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947" h="1161433">
                  <a:moveTo>
                    <a:pt x="696860" y="0"/>
                  </a:moveTo>
                  <a:lnTo>
                    <a:pt x="699838" y="2978"/>
                  </a:lnTo>
                  <a:lnTo>
                    <a:pt x="2978" y="1173345"/>
                  </a:lnTo>
                  <a:lnTo>
                    <a:pt x="0" y="1170367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42">
              <a:extLst>
                <a:ext uri="{FF2B5EF4-FFF2-40B4-BE49-F238E27FC236}">
                  <a16:creationId xmlns:a16="http://schemas.microsoft.com/office/drawing/2014/main" id="{0FEC3BA2-BF76-420F-A20E-F5EB1B190977}"/>
                </a:ext>
              </a:extLst>
            </p:cNvPr>
            <p:cNvSpPr/>
            <p:nvPr/>
          </p:nvSpPr>
          <p:spPr>
            <a:xfrm>
              <a:off x="10920377" y="7390798"/>
              <a:ext cx="774289" cy="1101872"/>
            </a:xfrm>
            <a:custGeom>
              <a:avLst/>
              <a:gdLst>
                <a:gd name="connsiteX0" fmla="*/ 2978 w 774288"/>
                <a:gd name="connsiteY0" fmla="*/ 0 h 1101872"/>
                <a:gd name="connsiteX1" fmla="*/ 789179 w 774288"/>
                <a:gd name="connsiteY1" fmla="*/ 1107828 h 1101872"/>
                <a:gd name="connsiteX2" fmla="*/ 786201 w 774288"/>
                <a:gd name="connsiteY2" fmla="*/ 1110807 h 1101872"/>
                <a:gd name="connsiteX3" fmla="*/ 0 w 774288"/>
                <a:gd name="connsiteY3" fmla="*/ 2978 h 1101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4288" h="1101872">
                  <a:moveTo>
                    <a:pt x="2978" y="0"/>
                  </a:moveTo>
                  <a:lnTo>
                    <a:pt x="789179" y="1107828"/>
                  </a:lnTo>
                  <a:lnTo>
                    <a:pt x="786201" y="1110807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43">
              <a:extLst>
                <a:ext uri="{FF2B5EF4-FFF2-40B4-BE49-F238E27FC236}">
                  <a16:creationId xmlns:a16="http://schemas.microsoft.com/office/drawing/2014/main" id="{D1BC6E32-A2EF-4434-80BA-1F95D1284AE5}"/>
                </a:ext>
              </a:extLst>
            </p:cNvPr>
            <p:cNvSpPr/>
            <p:nvPr/>
          </p:nvSpPr>
          <p:spPr>
            <a:xfrm>
              <a:off x="10884641" y="6220430"/>
              <a:ext cx="714728" cy="119121"/>
            </a:xfrm>
            <a:custGeom>
              <a:avLst/>
              <a:gdLst>
                <a:gd name="connsiteX0" fmla="*/ 732596 w 714728"/>
                <a:gd name="connsiteY0" fmla="*/ 0 h 119121"/>
                <a:gd name="connsiteX1" fmla="*/ 735574 w 714728"/>
                <a:gd name="connsiteY1" fmla="*/ 2978 h 119121"/>
                <a:gd name="connsiteX2" fmla="*/ 2978 w 714728"/>
                <a:gd name="connsiteY2" fmla="*/ 128056 h 119121"/>
                <a:gd name="connsiteX3" fmla="*/ 0 w 714728"/>
                <a:gd name="connsiteY3" fmla="*/ 125077 h 119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4728" h="119121">
                  <a:moveTo>
                    <a:pt x="732596" y="0"/>
                  </a:moveTo>
                  <a:lnTo>
                    <a:pt x="735574" y="2978"/>
                  </a:lnTo>
                  <a:lnTo>
                    <a:pt x="2978" y="128056"/>
                  </a:lnTo>
                  <a:lnTo>
                    <a:pt x="0" y="125077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44">
              <a:extLst>
                <a:ext uri="{FF2B5EF4-FFF2-40B4-BE49-F238E27FC236}">
                  <a16:creationId xmlns:a16="http://schemas.microsoft.com/office/drawing/2014/main" id="{F0D5D809-A610-47D0-8E3D-51630F6842B7}"/>
                </a:ext>
              </a:extLst>
            </p:cNvPr>
            <p:cNvSpPr/>
            <p:nvPr/>
          </p:nvSpPr>
          <p:spPr>
            <a:xfrm>
              <a:off x="11616282" y="5584663"/>
              <a:ext cx="59561" cy="625387"/>
            </a:xfrm>
            <a:custGeom>
              <a:avLst/>
              <a:gdLst>
                <a:gd name="connsiteX0" fmla="*/ 0 w 59560"/>
                <a:gd name="connsiteY0" fmla="*/ 637332 h 625387"/>
                <a:gd name="connsiteX1" fmla="*/ 61585 w 59560"/>
                <a:gd name="connsiteY1" fmla="*/ 0 h 625387"/>
                <a:gd name="connsiteX2" fmla="*/ 64550 w 59560"/>
                <a:gd name="connsiteY2" fmla="*/ 286 h 625387"/>
                <a:gd name="connsiteX3" fmla="*/ 2965 w 59560"/>
                <a:gd name="connsiteY3" fmla="*/ 637618 h 625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560" h="625387">
                  <a:moveTo>
                    <a:pt x="0" y="637332"/>
                  </a:moveTo>
                  <a:lnTo>
                    <a:pt x="61585" y="0"/>
                  </a:lnTo>
                  <a:lnTo>
                    <a:pt x="64550" y="286"/>
                  </a:lnTo>
                  <a:lnTo>
                    <a:pt x="2965" y="63761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45">
              <a:extLst>
                <a:ext uri="{FF2B5EF4-FFF2-40B4-BE49-F238E27FC236}">
                  <a16:creationId xmlns:a16="http://schemas.microsoft.com/office/drawing/2014/main" id="{B32658B1-93B5-4A20-ABFB-B5176F886F82}"/>
                </a:ext>
              </a:extLst>
            </p:cNvPr>
            <p:cNvSpPr/>
            <p:nvPr/>
          </p:nvSpPr>
          <p:spPr>
            <a:xfrm>
              <a:off x="11676798" y="5288306"/>
              <a:ext cx="774289" cy="297803"/>
            </a:xfrm>
            <a:custGeom>
              <a:avLst/>
              <a:gdLst>
                <a:gd name="connsiteX0" fmla="*/ 798113 w 774288"/>
                <a:gd name="connsiteY0" fmla="*/ 0 h 297803"/>
                <a:gd name="connsiteX1" fmla="*/ 798113 w 774288"/>
                <a:gd name="connsiteY1" fmla="*/ 2978 h 297803"/>
                <a:gd name="connsiteX2" fmla="*/ 2978 w 774288"/>
                <a:gd name="connsiteY2" fmla="*/ 297803 h 297803"/>
                <a:gd name="connsiteX3" fmla="*/ 0 w 774288"/>
                <a:gd name="connsiteY3" fmla="*/ 294826 h 297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4288" h="297803">
                  <a:moveTo>
                    <a:pt x="798113" y="0"/>
                  </a:moveTo>
                  <a:lnTo>
                    <a:pt x="798113" y="2978"/>
                  </a:lnTo>
                  <a:lnTo>
                    <a:pt x="2978" y="297803"/>
                  </a:lnTo>
                  <a:lnTo>
                    <a:pt x="0" y="294826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46">
              <a:extLst>
                <a:ext uri="{FF2B5EF4-FFF2-40B4-BE49-F238E27FC236}">
                  <a16:creationId xmlns:a16="http://schemas.microsoft.com/office/drawing/2014/main" id="{96D0D19C-AD0C-4179-80A9-4AC60D15C7FA}"/>
                </a:ext>
              </a:extLst>
            </p:cNvPr>
            <p:cNvSpPr/>
            <p:nvPr/>
          </p:nvSpPr>
          <p:spPr>
            <a:xfrm>
              <a:off x="11676798" y="5583132"/>
              <a:ext cx="446705" cy="1161433"/>
            </a:xfrm>
            <a:custGeom>
              <a:avLst/>
              <a:gdLst>
                <a:gd name="connsiteX0" fmla="*/ 2978 w 446705"/>
                <a:gd name="connsiteY0" fmla="*/ 0 h 1161433"/>
                <a:gd name="connsiteX1" fmla="*/ 461595 w 446705"/>
                <a:gd name="connsiteY1" fmla="*/ 1173345 h 1161433"/>
                <a:gd name="connsiteX2" fmla="*/ 455639 w 446705"/>
                <a:gd name="connsiteY2" fmla="*/ 1176323 h 1161433"/>
                <a:gd name="connsiteX3" fmla="*/ 0 w 446705"/>
                <a:gd name="connsiteY3" fmla="*/ 2978 h 1161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6705" h="1161433">
                  <a:moveTo>
                    <a:pt x="2978" y="0"/>
                  </a:moveTo>
                  <a:lnTo>
                    <a:pt x="461595" y="1173345"/>
                  </a:lnTo>
                  <a:lnTo>
                    <a:pt x="455639" y="1176323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47">
              <a:extLst>
                <a:ext uri="{FF2B5EF4-FFF2-40B4-BE49-F238E27FC236}">
                  <a16:creationId xmlns:a16="http://schemas.microsoft.com/office/drawing/2014/main" id="{9ABDAA0D-7CE5-4038-A30B-4A333A1CDA22}"/>
                </a:ext>
              </a:extLst>
            </p:cNvPr>
            <p:cNvSpPr/>
            <p:nvPr/>
          </p:nvSpPr>
          <p:spPr>
            <a:xfrm>
              <a:off x="11617237" y="6220430"/>
              <a:ext cx="387144" cy="1697479"/>
            </a:xfrm>
            <a:custGeom>
              <a:avLst/>
              <a:gdLst>
                <a:gd name="connsiteX0" fmla="*/ 2978 w 387144"/>
                <a:gd name="connsiteY0" fmla="*/ 0 h 1697479"/>
                <a:gd name="connsiteX1" fmla="*/ 393100 w 387144"/>
                <a:gd name="connsiteY1" fmla="*/ 1709391 h 1697479"/>
                <a:gd name="connsiteX2" fmla="*/ 390122 w 387144"/>
                <a:gd name="connsiteY2" fmla="*/ 1712369 h 1697479"/>
                <a:gd name="connsiteX3" fmla="*/ 0 w 387144"/>
                <a:gd name="connsiteY3" fmla="*/ 2978 h 1697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144" h="1697479">
                  <a:moveTo>
                    <a:pt x="2978" y="0"/>
                  </a:moveTo>
                  <a:lnTo>
                    <a:pt x="393100" y="1709391"/>
                  </a:lnTo>
                  <a:lnTo>
                    <a:pt x="390122" y="1712369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48">
              <a:extLst>
                <a:ext uri="{FF2B5EF4-FFF2-40B4-BE49-F238E27FC236}">
                  <a16:creationId xmlns:a16="http://schemas.microsoft.com/office/drawing/2014/main" id="{3EAB6453-C0AD-4193-A3D7-BD3F004A4EB3}"/>
                </a:ext>
              </a:extLst>
            </p:cNvPr>
            <p:cNvSpPr/>
            <p:nvPr/>
          </p:nvSpPr>
          <p:spPr>
            <a:xfrm>
              <a:off x="11617237" y="6220430"/>
              <a:ext cx="506266" cy="536046"/>
            </a:xfrm>
            <a:custGeom>
              <a:avLst/>
              <a:gdLst>
                <a:gd name="connsiteX0" fmla="*/ 2978 w 506265"/>
                <a:gd name="connsiteY0" fmla="*/ 0 h 536046"/>
                <a:gd name="connsiteX1" fmla="*/ 518178 w 506265"/>
                <a:gd name="connsiteY1" fmla="*/ 536046 h 536046"/>
                <a:gd name="connsiteX2" fmla="*/ 515200 w 506265"/>
                <a:gd name="connsiteY2" fmla="*/ 539024 h 536046"/>
                <a:gd name="connsiteX3" fmla="*/ 0 w 506265"/>
                <a:gd name="connsiteY3" fmla="*/ 2978 h 536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6265" h="536046">
                  <a:moveTo>
                    <a:pt x="2978" y="0"/>
                  </a:moveTo>
                  <a:lnTo>
                    <a:pt x="518178" y="536046"/>
                  </a:lnTo>
                  <a:lnTo>
                    <a:pt x="515200" y="539024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49">
              <a:extLst>
                <a:ext uri="{FF2B5EF4-FFF2-40B4-BE49-F238E27FC236}">
                  <a16:creationId xmlns:a16="http://schemas.microsoft.com/office/drawing/2014/main" id="{B6C973DD-9BED-40B1-B179-3CC282C5460E}"/>
                </a:ext>
              </a:extLst>
            </p:cNvPr>
            <p:cNvSpPr/>
            <p:nvPr/>
          </p:nvSpPr>
          <p:spPr>
            <a:xfrm>
              <a:off x="11617237" y="6220430"/>
              <a:ext cx="1459236" cy="2352646"/>
            </a:xfrm>
            <a:custGeom>
              <a:avLst/>
              <a:gdLst>
                <a:gd name="connsiteX0" fmla="*/ 2978 w 1459236"/>
                <a:gd name="connsiteY0" fmla="*/ 0 h 2352646"/>
                <a:gd name="connsiteX1" fmla="*/ 1480083 w 1459236"/>
                <a:gd name="connsiteY1" fmla="*/ 2364559 h 2352646"/>
                <a:gd name="connsiteX2" fmla="*/ 1474127 w 1459236"/>
                <a:gd name="connsiteY2" fmla="*/ 2367537 h 2352646"/>
                <a:gd name="connsiteX3" fmla="*/ 0 w 1459236"/>
                <a:gd name="connsiteY3" fmla="*/ 2978 h 2352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9236" h="2352646">
                  <a:moveTo>
                    <a:pt x="2978" y="0"/>
                  </a:moveTo>
                  <a:lnTo>
                    <a:pt x="1480083" y="2364559"/>
                  </a:lnTo>
                  <a:lnTo>
                    <a:pt x="1474127" y="2367537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50">
              <a:extLst>
                <a:ext uri="{FF2B5EF4-FFF2-40B4-BE49-F238E27FC236}">
                  <a16:creationId xmlns:a16="http://schemas.microsoft.com/office/drawing/2014/main" id="{B46FC050-15AD-46A0-8452-554138C5FA9A}"/>
                </a:ext>
              </a:extLst>
            </p:cNvPr>
            <p:cNvSpPr/>
            <p:nvPr/>
          </p:nvSpPr>
          <p:spPr>
            <a:xfrm>
              <a:off x="11706578" y="7929822"/>
              <a:ext cx="297803" cy="565826"/>
            </a:xfrm>
            <a:custGeom>
              <a:avLst/>
              <a:gdLst>
                <a:gd name="connsiteX0" fmla="*/ 300781 w 297803"/>
                <a:gd name="connsiteY0" fmla="*/ 0 h 565826"/>
                <a:gd name="connsiteX1" fmla="*/ 303759 w 297803"/>
                <a:gd name="connsiteY1" fmla="*/ 2978 h 565826"/>
                <a:gd name="connsiteX2" fmla="*/ 2978 w 297803"/>
                <a:gd name="connsiteY2" fmla="*/ 571782 h 565826"/>
                <a:gd name="connsiteX3" fmla="*/ 0 w 297803"/>
                <a:gd name="connsiteY3" fmla="*/ 568804 h 565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7803" h="565826">
                  <a:moveTo>
                    <a:pt x="300781" y="0"/>
                  </a:moveTo>
                  <a:lnTo>
                    <a:pt x="303759" y="2978"/>
                  </a:lnTo>
                  <a:lnTo>
                    <a:pt x="2978" y="571782"/>
                  </a:lnTo>
                  <a:lnTo>
                    <a:pt x="0" y="568804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51">
              <a:extLst>
                <a:ext uri="{FF2B5EF4-FFF2-40B4-BE49-F238E27FC236}">
                  <a16:creationId xmlns:a16="http://schemas.microsoft.com/office/drawing/2014/main" id="{80BB9E50-9B75-41AB-98FF-A995F5F2306A}"/>
                </a:ext>
              </a:extLst>
            </p:cNvPr>
            <p:cNvSpPr/>
            <p:nvPr/>
          </p:nvSpPr>
          <p:spPr>
            <a:xfrm>
              <a:off x="12007359" y="7929822"/>
              <a:ext cx="1072092" cy="655167"/>
            </a:xfrm>
            <a:custGeom>
              <a:avLst/>
              <a:gdLst>
                <a:gd name="connsiteX0" fmla="*/ 2978 w 1072092"/>
                <a:gd name="connsiteY0" fmla="*/ 0 h 655167"/>
                <a:gd name="connsiteX1" fmla="*/ 1086982 w 1072092"/>
                <a:gd name="connsiteY1" fmla="*/ 655167 h 655167"/>
                <a:gd name="connsiteX2" fmla="*/ 1086982 w 1072092"/>
                <a:gd name="connsiteY2" fmla="*/ 658145 h 655167"/>
                <a:gd name="connsiteX3" fmla="*/ 0 w 1072092"/>
                <a:gd name="connsiteY3" fmla="*/ 2978 h 655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2092" h="655167">
                  <a:moveTo>
                    <a:pt x="2978" y="0"/>
                  </a:moveTo>
                  <a:lnTo>
                    <a:pt x="1086982" y="655167"/>
                  </a:lnTo>
                  <a:lnTo>
                    <a:pt x="1086982" y="658145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52">
              <a:extLst>
                <a:ext uri="{FF2B5EF4-FFF2-40B4-BE49-F238E27FC236}">
                  <a16:creationId xmlns:a16="http://schemas.microsoft.com/office/drawing/2014/main" id="{3873FDBF-80E7-4904-AC74-1CCAA4FC1998}"/>
                </a:ext>
              </a:extLst>
            </p:cNvPr>
            <p:cNvSpPr/>
            <p:nvPr/>
          </p:nvSpPr>
          <p:spPr>
            <a:xfrm>
              <a:off x="12016418" y="6970177"/>
              <a:ext cx="238243" cy="952971"/>
            </a:xfrm>
            <a:custGeom>
              <a:avLst/>
              <a:gdLst>
                <a:gd name="connsiteX0" fmla="*/ 0 w 238242"/>
                <a:gd name="connsiteY0" fmla="*/ 960943 h 952970"/>
                <a:gd name="connsiteX1" fmla="*/ 245045 w 238242"/>
                <a:gd name="connsiteY1" fmla="*/ 0 h 952970"/>
                <a:gd name="connsiteX2" fmla="*/ 247931 w 238242"/>
                <a:gd name="connsiteY2" fmla="*/ 736 h 952970"/>
                <a:gd name="connsiteX3" fmla="*/ 2886 w 238242"/>
                <a:gd name="connsiteY3" fmla="*/ 961679 h 952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242" h="952970">
                  <a:moveTo>
                    <a:pt x="0" y="960943"/>
                  </a:moveTo>
                  <a:lnTo>
                    <a:pt x="245045" y="0"/>
                  </a:lnTo>
                  <a:lnTo>
                    <a:pt x="247931" y="736"/>
                  </a:lnTo>
                  <a:lnTo>
                    <a:pt x="2886" y="961679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53">
              <a:extLst>
                <a:ext uri="{FF2B5EF4-FFF2-40B4-BE49-F238E27FC236}">
                  <a16:creationId xmlns:a16="http://schemas.microsoft.com/office/drawing/2014/main" id="{D83F89E3-ABB7-4B2C-B156-32EB141D6083}"/>
                </a:ext>
              </a:extLst>
            </p:cNvPr>
            <p:cNvSpPr/>
            <p:nvPr/>
          </p:nvSpPr>
          <p:spPr>
            <a:xfrm>
              <a:off x="12132437" y="6756476"/>
              <a:ext cx="119121" cy="208462"/>
            </a:xfrm>
            <a:custGeom>
              <a:avLst/>
              <a:gdLst>
                <a:gd name="connsiteX0" fmla="*/ 2978 w 119121"/>
                <a:gd name="connsiteY0" fmla="*/ 0 h 208462"/>
                <a:gd name="connsiteX1" fmla="*/ 142945 w 119121"/>
                <a:gd name="connsiteY1" fmla="*/ 217397 h 208462"/>
                <a:gd name="connsiteX2" fmla="*/ 136989 w 119121"/>
                <a:gd name="connsiteY2" fmla="*/ 220375 h 208462"/>
                <a:gd name="connsiteX3" fmla="*/ 0 w 119121"/>
                <a:gd name="connsiteY3" fmla="*/ 2978 h 208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121" h="208462">
                  <a:moveTo>
                    <a:pt x="2978" y="0"/>
                  </a:moveTo>
                  <a:lnTo>
                    <a:pt x="142945" y="217397"/>
                  </a:lnTo>
                  <a:lnTo>
                    <a:pt x="136989" y="220375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54">
              <a:extLst>
                <a:ext uri="{FF2B5EF4-FFF2-40B4-BE49-F238E27FC236}">
                  <a16:creationId xmlns:a16="http://schemas.microsoft.com/office/drawing/2014/main" id="{E88344F1-396D-4502-A4B3-0FE362E67276}"/>
                </a:ext>
              </a:extLst>
            </p:cNvPr>
            <p:cNvSpPr/>
            <p:nvPr/>
          </p:nvSpPr>
          <p:spPr>
            <a:xfrm>
              <a:off x="12272405" y="6973873"/>
              <a:ext cx="595607" cy="29780"/>
            </a:xfrm>
            <a:custGeom>
              <a:avLst/>
              <a:gdLst>
                <a:gd name="connsiteX0" fmla="*/ 0 w 595606"/>
                <a:gd name="connsiteY0" fmla="*/ 0 h 29780"/>
                <a:gd name="connsiteX1" fmla="*/ 619431 w 595606"/>
                <a:gd name="connsiteY1" fmla="*/ 38715 h 29780"/>
                <a:gd name="connsiteX2" fmla="*/ 619431 w 595606"/>
                <a:gd name="connsiteY2" fmla="*/ 41692 h 29780"/>
                <a:gd name="connsiteX3" fmla="*/ 0 w 595606"/>
                <a:gd name="connsiteY3" fmla="*/ 2978 h 2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5606" h="29780">
                  <a:moveTo>
                    <a:pt x="0" y="0"/>
                  </a:moveTo>
                  <a:lnTo>
                    <a:pt x="619431" y="38715"/>
                  </a:lnTo>
                  <a:lnTo>
                    <a:pt x="619431" y="41692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55">
              <a:extLst>
                <a:ext uri="{FF2B5EF4-FFF2-40B4-BE49-F238E27FC236}">
                  <a16:creationId xmlns:a16="http://schemas.microsoft.com/office/drawing/2014/main" id="{D97DCB95-0394-4D32-8AA4-4076F40E8C08}"/>
                </a:ext>
              </a:extLst>
            </p:cNvPr>
            <p:cNvSpPr/>
            <p:nvPr/>
          </p:nvSpPr>
          <p:spPr>
            <a:xfrm>
              <a:off x="12269426" y="6973873"/>
              <a:ext cx="804069" cy="1608138"/>
            </a:xfrm>
            <a:custGeom>
              <a:avLst/>
              <a:gdLst>
                <a:gd name="connsiteX0" fmla="*/ 5956 w 804069"/>
                <a:gd name="connsiteY0" fmla="*/ 0 h 1608138"/>
                <a:gd name="connsiteX1" fmla="*/ 827893 w 804069"/>
                <a:gd name="connsiteY1" fmla="*/ 1611116 h 1608138"/>
                <a:gd name="connsiteX2" fmla="*/ 821937 w 804069"/>
                <a:gd name="connsiteY2" fmla="*/ 1614094 h 1608138"/>
                <a:gd name="connsiteX3" fmla="*/ 0 w 804069"/>
                <a:gd name="connsiteY3" fmla="*/ 2978 h 1608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069" h="1608138">
                  <a:moveTo>
                    <a:pt x="5956" y="0"/>
                  </a:moveTo>
                  <a:lnTo>
                    <a:pt x="827893" y="1611116"/>
                  </a:lnTo>
                  <a:lnTo>
                    <a:pt x="821937" y="1614094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56">
              <a:extLst>
                <a:ext uri="{FF2B5EF4-FFF2-40B4-BE49-F238E27FC236}">
                  <a16:creationId xmlns:a16="http://schemas.microsoft.com/office/drawing/2014/main" id="{F102DF06-6EC2-41C3-BD88-E41E4A62ACAE}"/>
                </a:ext>
              </a:extLst>
            </p:cNvPr>
            <p:cNvSpPr/>
            <p:nvPr/>
          </p:nvSpPr>
          <p:spPr>
            <a:xfrm>
              <a:off x="12888858" y="5702253"/>
              <a:ext cx="29780" cy="1310335"/>
            </a:xfrm>
            <a:custGeom>
              <a:avLst/>
              <a:gdLst>
                <a:gd name="connsiteX0" fmla="*/ 0 w 0"/>
                <a:gd name="connsiteY0" fmla="*/ 0 h 1310334"/>
                <a:gd name="connsiteX1" fmla="*/ 2978 w 0"/>
                <a:gd name="connsiteY1" fmla="*/ 0 h 1310334"/>
                <a:gd name="connsiteX2" fmla="*/ 5956 w 0"/>
                <a:gd name="connsiteY2" fmla="*/ 1313312 h 1310334"/>
                <a:gd name="connsiteX3" fmla="*/ 0 w 0"/>
                <a:gd name="connsiteY3" fmla="*/ 1313312 h 1310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h="1310334">
                  <a:moveTo>
                    <a:pt x="0" y="0"/>
                  </a:moveTo>
                  <a:lnTo>
                    <a:pt x="2978" y="0"/>
                  </a:lnTo>
                  <a:lnTo>
                    <a:pt x="5956" y="1313312"/>
                  </a:lnTo>
                  <a:lnTo>
                    <a:pt x="0" y="1313312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57">
              <a:extLst>
                <a:ext uri="{FF2B5EF4-FFF2-40B4-BE49-F238E27FC236}">
                  <a16:creationId xmlns:a16="http://schemas.microsoft.com/office/drawing/2014/main" id="{C6D51A31-6572-4D0F-846B-447D1D160507}"/>
                </a:ext>
              </a:extLst>
            </p:cNvPr>
            <p:cNvSpPr/>
            <p:nvPr/>
          </p:nvSpPr>
          <p:spPr>
            <a:xfrm>
              <a:off x="12888858" y="7015565"/>
              <a:ext cx="208462" cy="1548577"/>
            </a:xfrm>
            <a:custGeom>
              <a:avLst/>
              <a:gdLst>
                <a:gd name="connsiteX0" fmla="*/ 5956 w 208462"/>
                <a:gd name="connsiteY0" fmla="*/ 0 h 1548577"/>
                <a:gd name="connsiteX1" fmla="*/ 208462 w 208462"/>
                <a:gd name="connsiteY1" fmla="*/ 1569424 h 1548577"/>
                <a:gd name="connsiteX2" fmla="*/ 202506 w 208462"/>
                <a:gd name="connsiteY2" fmla="*/ 1572402 h 1548577"/>
                <a:gd name="connsiteX3" fmla="*/ 0 w 208462"/>
                <a:gd name="connsiteY3" fmla="*/ 0 h 1548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8462" h="1548577">
                  <a:moveTo>
                    <a:pt x="5956" y="0"/>
                  </a:moveTo>
                  <a:lnTo>
                    <a:pt x="208462" y="1569424"/>
                  </a:lnTo>
                  <a:lnTo>
                    <a:pt x="202506" y="157240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58">
              <a:extLst>
                <a:ext uri="{FF2B5EF4-FFF2-40B4-BE49-F238E27FC236}">
                  <a16:creationId xmlns:a16="http://schemas.microsoft.com/office/drawing/2014/main" id="{2226C32A-AE09-4B55-B34D-7677A66B90C5}"/>
                </a:ext>
              </a:extLst>
            </p:cNvPr>
            <p:cNvSpPr/>
            <p:nvPr/>
          </p:nvSpPr>
          <p:spPr>
            <a:xfrm>
              <a:off x="12471933" y="5288306"/>
              <a:ext cx="416925" cy="1727259"/>
            </a:xfrm>
            <a:custGeom>
              <a:avLst/>
              <a:gdLst>
                <a:gd name="connsiteX0" fmla="*/ 2978 w 416924"/>
                <a:gd name="connsiteY0" fmla="*/ 0 h 1727259"/>
                <a:gd name="connsiteX1" fmla="*/ 422881 w 416924"/>
                <a:gd name="connsiteY1" fmla="*/ 1724282 h 1727259"/>
                <a:gd name="connsiteX2" fmla="*/ 416925 w 416924"/>
                <a:gd name="connsiteY2" fmla="*/ 1727259 h 1727259"/>
                <a:gd name="connsiteX3" fmla="*/ 0 w 416924"/>
                <a:gd name="connsiteY3" fmla="*/ 2978 h 1727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924" h="1727259">
                  <a:moveTo>
                    <a:pt x="2978" y="0"/>
                  </a:moveTo>
                  <a:lnTo>
                    <a:pt x="422881" y="1724282"/>
                  </a:lnTo>
                  <a:lnTo>
                    <a:pt x="416925" y="1727259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59">
              <a:extLst>
                <a:ext uri="{FF2B5EF4-FFF2-40B4-BE49-F238E27FC236}">
                  <a16:creationId xmlns:a16="http://schemas.microsoft.com/office/drawing/2014/main" id="{6111FA7B-6F20-4DFC-86EE-411B303974CE}"/>
                </a:ext>
              </a:extLst>
            </p:cNvPr>
            <p:cNvSpPr/>
            <p:nvPr/>
          </p:nvSpPr>
          <p:spPr>
            <a:xfrm>
              <a:off x="12471933" y="5288306"/>
              <a:ext cx="416925" cy="416925"/>
            </a:xfrm>
            <a:custGeom>
              <a:avLst/>
              <a:gdLst>
                <a:gd name="connsiteX0" fmla="*/ 2978 w 416924"/>
                <a:gd name="connsiteY0" fmla="*/ 0 h 416924"/>
                <a:gd name="connsiteX1" fmla="*/ 419903 w 416924"/>
                <a:gd name="connsiteY1" fmla="*/ 413947 h 416924"/>
                <a:gd name="connsiteX2" fmla="*/ 416925 w 416924"/>
                <a:gd name="connsiteY2" fmla="*/ 416925 h 416924"/>
                <a:gd name="connsiteX3" fmla="*/ 0 w 416924"/>
                <a:gd name="connsiteY3" fmla="*/ 2978 h 416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924" h="416924">
                  <a:moveTo>
                    <a:pt x="2978" y="0"/>
                  </a:moveTo>
                  <a:lnTo>
                    <a:pt x="419903" y="413947"/>
                  </a:lnTo>
                  <a:lnTo>
                    <a:pt x="416925" y="416925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60">
              <a:extLst>
                <a:ext uri="{FF2B5EF4-FFF2-40B4-BE49-F238E27FC236}">
                  <a16:creationId xmlns:a16="http://schemas.microsoft.com/office/drawing/2014/main" id="{06406C1B-B02B-4C1F-8E55-3756F5CE08DA}"/>
                </a:ext>
              </a:extLst>
            </p:cNvPr>
            <p:cNvSpPr/>
            <p:nvPr/>
          </p:nvSpPr>
          <p:spPr>
            <a:xfrm>
              <a:off x="12888858" y="4409786"/>
              <a:ext cx="59561" cy="1280554"/>
            </a:xfrm>
            <a:custGeom>
              <a:avLst/>
              <a:gdLst>
                <a:gd name="connsiteX0" fmla="*/ 77429 w 59560"/>
                <a:gd name="connsiteY0" fmla="*/ 0 h 1280554"/>
                <a:gd name="connsiteX1" fmla="*/ 80407 w 59560"/>
                <a:gd name="connsiteY1" fmla="*/ 0 h 1280554"/>
                <a:gd name="connsiteX2" fmla="*/ 2978 w 59560"/>
                <a:gd name="connsiteY2" fmla="*/ 1292467 h 1280554"/>
                <a:gd name="connsiteX3" fmla="*/ 0 w 59560"/>
                <a:gd name="connsiteY3" fmla="*/ 1292467 h 1280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560" h="1280554">
                  <a:moveTo>
                    <a:pt x="77429" y="0"/>
                  </a:moveTo>
                  <a:lnTo>
                    <a:pt x="80407" y="0"/>
                  </a:lnTo>
                  <a:lnTo>
                    <a:pt x="2978" y="1292467"/>
                  </a:lnTo>
                  <a:lnTo>
                    <a:pt x="0" y="1292467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61">
              <a:extLst>
                <a:ext uri="{FF2B5EF4-FFF2-40B4-BE49-F238E27FC236}">
                  <a16:creationId xmlns:a16="http://schemas.microsoft.com/office/drawing/2014/main" id="{2626440F-C4D7-485C-A20E-2BA249085026}"/>
                </a:ext>
              </a:extLst>
            </p:cNvPr>
            <p:cNvSpPr/>
            <p:nvPr/>
          </p:nvSpPr>
          <p:spPr>
            <a:xfrm>
              <a:off x="12495757" y="2697417"/>
              <a:ext cx="387144" cy="2978033"/>
            </a:xfrm>
            <a:custGeom>
              <a:avLst/>
              <a:gdLst>
                <a:gd name="connsiteX0" fmla="*/ 5956 w 387144"/>
                <a:gd name="connsiteY0" fmla="*/ 0 h 2978033"/>
                <a:gd name="connsiteX1" fmla="*/ 396079 w 387144"/>
                <a:gd name="connsiteY1" fmla="*/ 3004836 h 2978033"/>
                <a:gd name="connsiteX2" fmla="*/ 393100 w 387144"/>
                <a:gd name="connsiteY2" fmla="*/ 3004836 h 2978033"/>
                <a:gd name="connsiteX3" fmla="*/ 0 w 387144"/>
                <a:gd name="connsiteY3" fmla="*/ 0 h 2978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144" h="2978033">
                  <a:moveTo>
                    <a:pt x="5956" y="0"/>
                  </a:moveTo>
                  <a:lnTo>
                    <a:pt x="396079" y="3004836"/>
                  </a:lnTo>
                  <a:lnTo>
                    <a:pt x="393100" y="300483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62">
              <a:extLst>
                <a:ext uri="{FF2B5EF4-FFF2-40B4-BE49-F238E27FC236}">
                  <a16:creationId xmlns:a16="http://schemas.microsoft.com/office/drawing/2014/main" id="{1775317C-AE59-4AE2-8D06-78ADAE45F386}"/>
                </a:ext>
              </a:extLst>
            </p:cNvPr>
            <p:cNvSpPr/>
            <p:nvPr/>
          </p:nvSpPr>
          <p:spPr>
            <a:xfrm>
              <a:off x="12739956" y="1920150"/>
              <a:ext cx="208462" cy="2471768"/>
            </a:xfrm>
            <a:custGeom>
              <a:avLst/>
              <a:gdLst>
                <a:gd name="connsiteX0" fmla="*/ 0 w 208462"/>
                <a:gd name="connsiteY0" fmla="*/ 0 h 2471767"/>
                <a:gd name="connsiteX1" fmla="*/ 2978 w 208462"/>
                <a:gd name="connsiteY1" fmla="*/ 0 h 2471767"/>
                <a:gd name="connsiteX2" fmla="*/ 229308 w 208462"/>
                <a:gd name="connsiteY2" fmla="*/ 2489636 h 2471767"/>
                <a:gd name="connsiteX3" fmla="*/ 226331 w 208462"/>
                <a:gd name="connsiteY3" fmla="*/ 2489636 h 2471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8462" h="2471767">
                  <a:moveTo>
                    <a:pt x="0" y="0"/>
                  </a:moveTo>
                  <a:lnTo>
                    <a:pt x="2978" y="0"/>
                  </a:lnTo>
                  <a:lnTo>
                    <a:pt x="229308" y="2489636"/>
                  </a:lnTo>
                  <a:lnTo>
                    <a:pt x="226331" y="2489636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63">
              <a:extLst>
                <a:ext uri="{FF2B5EF4-FFF2-40B4-BE49-F238E27FC236}">
                  <a16:creationId xmlns:a16="http://schemas.microsoft.com/office/drawing/2014/main" id="{CA2C2110-BE7A-4007-989B-8B538F5E3E17}"/>
                </a:ext>
              </a:extLst>
            </p:cNvPr>
            <p:cNvSpPr/>
            <p:nvPr/>
          </p:nvSpPr>
          <p:spPr>
            <a:xfrm>
              <a:off x="12174130" y="3715904"/>
              <a:ext cx="774289" cy="684948"/>
            </a:xfrm>
            <a:custGeom>
              <a:avLst/>
              <a:gdLst>
                <a:gd name="connsiteX0" fmla="*/ 2978 w 774288"/>
                <a:gd name="connsiteY0" fmla="*/ 0 h 684947"/>
                <a:gd name="connsiteX1" fmla="*/ 795135 w 774288"/>
                <a:gd name="connsiteY1" fmla="*/ 690904 h 684947"/>
                <a:gd name="connsiteX2" fmla="*/ 792157 w 774288"/>
                <a:gd name="connsiteY2" fmla="*/ 693882 h 684947"/>
                <a:gd name="connsiteX3" fmla="*/ 0 w 774288"/>
                <a:gd name="connsiteY3" fmla="*/ 2978 h 684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4288" h="684947">
                  <a:moveTo>
                    <a:pt x="2978" y="0"/>
                  </a:moveTo>
                  <a:lnTo>
                    <a:pt x="795135" y="690904"/>
                  </a:lnTo>
                  <a:lnTo>
                    <a:pt x="792157" y="693882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64">
              <a:extLst>
                <a:ext uri="{FF2B5EF4-FFF2-40B4-BE49-F238E27FC236}">
                  <a16:creationId xmlns:a16="http://schemas.microsoft.com/office/drawing/2014/main" id="{BE1998E1-331C-4782-9476-0C5581DB8A4D}"/>
                </a:ext>
              </a:extLst>
            </p:cNvPr>
            <p:cNvSpPr/>
            <p:nvPr/>
          </p:nvSpPr>
          <p:spPr>
            <a:xfrm>
              <a:off x="11920997" y="2241778"/>
              <a:ext cx="1042312" cy="2144184"/>
            </a:xfrm>
            <a:custGeom>
              <a:avLst/>
              <a:gdLst>
                <a:gd name="connsiteX0" fmla="*/ 2978 w 1042311"/>
                <a:gd name="connsiteY0" fmla="*/ 0 h 2144184"/>
                <a:gd name="connsiteX1" fmla="*/ 1048268 w 1042311"/>
                <a:gd name="connsiteY1" fmla="*/ 2165030 h 2144184"/>
                <a:gd name="connsiteX2" fmla="*/ 1045290 w 1042311"/>
                <a:gd name="connsiteY2" fmla="*/ 2168008 h 2144184"/>
                <a:gd name="connsiteX3" fmla="*/ 0 w 1042311"/>
                <a:gd name="connsiteY3" fmla="*/ 0 h 214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2311" h="2144184">
                  <a:moveTo>
                    <a:pt x="2978" y="0"/>
                  </a:moveTo>
                  <a:lnTo>
                    <a:pt x="1048268" y="2165030"/>
                  </a:lnTo>
                  <a:lnTo>
                    <a:pt x="1045290" y="216800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65">
              <a:extLst>
                <a:ext uri="{FF2B5EF4-FFF2-40B4-BE49-F238E27FC236}">
                  <a16:creationId xmlns:a16="http://schemas.microsoft.com/office/drawing/2014/main" id="{6C7D589F-0EEF-4F3E-9928-9909CAE4248A}"/>
                </a:ext>
              </a:extLst>
            </p:cNvPr>
            <p:cNvSpPr/>
            <p:nvPr/>
          </p:nvSpPr>
          <p:spPr>
            <a:xfrm>
              <a:off x="12495757" y="1920150"/>
              <a:ext cx="238243" cy="774289"/>
            </a:xfrm>
            <a:custGeom>
              <a:avLst/>
              <a:gdLst>
                <a:gd name="connsiteX0" fmla="*/ 244199 w 238242"/>
                <a:gd name="connsiteY0" fmla="*/ 0 h 774288"/>
                <a:gd name="connsiteX1" fmla="*/ 247177 w 238242"/>
                <a:gd name="connsiteY1" fmla="*/ 0 h 774288"/>
                <a:gd name="connsiteX2" fmla="*/ 5956 w 238242"/>
                <a:gd name="connsiteY2" fmla="*/ 777267 h 774288"/>
                <a:gd name="connsiteX3" fmla="*/ 0 w 238242"/>
                <a:gd name="connsiteY3" fmla="*/ 777267 h 774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242" h="774288">
                  <a:moveTo>
                    <a:pt x="244199" y="0"/>
                  </a:moveTo>
                  <a:lnTo>
                    <a:pt x="247177" y="0"/>
                  </a:lnTo>
                  <a:lnTo>
                    <a:pt x="5956" y="777267"/>
                  </a:lnTo>
                  <a:lnTo>
                    <a:pt x="0" y="777267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66">
              <a:extLst>
                <a:ext uri="{FF2B5EF4-FFF2-40B4-BE49-F238E27FC236}">
                  <a16:creationId xmlns:a16="http://schemas.microsoft.com/office/drawing/2014/main" id="{68485AA4-78BA-462A-865D-C9E040DC7557}"/>
                </a:ext>
              </a:extLst>
            </p:cNvPr>
            <p:cNvSpPr/>
            <p:nvPr/>
          </p:nvSpPr>
          <p:spPr>
            <a:xfrm>
              <a:off x="11920997" y="2238800"/>
              <a:ext cx="565826" cy="446705"/>
            </a:xfrm>
            <a:custGeom>
              <a:avLst/>
              <a:gdLst>
                <a:gd name="connsiteX0" fmla="*/ 2978 w 565826"/>
                <a:gd name="connsiteY0" fmla="*/ 0 h 446705"/>
                <a:gd name="connsiteX1" fmla="*/ 577738 w 565826"/>
                <a:gd name="connsiteY1" fmla="*/ 455639 h 446705"/>
                <a:gd name="connsiteX2" fmla="*/ 577738 w 565826"/>
                <a:gd name="connsiteY2" fmla="*/ 458617 h 446705"/>
                <a:gd name="connsiteX3" fmla="*/ 0 w 565826"/>
                <a:gd name="connsiteY3" fmla="*/ 2978 h 446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5826" h="446705">
                  <a:moveTo>
                    <a:pt x="2978" y="0"/>
                  </a:moveTo>
                  <a:lnTo>
                    <a:pt x="577738" y="455639"/>
                  </a:lnTo>
                  <a:lnTo>
                    <a:pt x="577738" y="458617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67">
              <a:extLst>
                <a:ext uri="{FF2B5EF4-FFF2-40B4-BE49-F238E27FC236}">
                  <a16:creationId xmlns:a16="http://schemas.microsoft.com/office/drawing/2014/main" id="{1376D9A0-F15D-44FC-8926-8AD6A14280EA}"/>
                </a:ext>
              </a:extLst>
            </p:cNvPr>
            <p:cNvSpPr/>
            <p:nvPr/>
          </p:nvSpPr>
          <p:spPr>
            <a:xfrm>
              <a:off x="12174130" y="2697417"/>
              <a:ext cx="327584" cy="1012531"/>
            </a:xfrm>
            <a:custGeom>
              <a:avLst/>
              <a:gdLst>
                <a:gd name="connsiteX0" fmla="*/ 321628 w 327583"/>
                <a:gd name="connsiteY0" fmla="*/ 0 h 1012531"/>
                <a:gd name="connsiteX1" fmla="*/ 327584 w 327583"/>
                <a:gd name="connsiteY1" fmla="*/ 0 h 1012531"/>
                <a:gd name="connsiteX2" fmla="*/ 2978 w 327583"/>
                <a:gd name="connsiteY2" fmla="*/ 1021465 h 1012531"/>
                <a:gd name="connsiteX3" fmla="*/ 0 w 327583"/>
                <a:gd name="connsiteY3" fmla="*/ 1021465 h 1012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7583" h="1012531">
                  <a:moveTo>
                    <a:pt x="321628" y="0"/>
                  </a:moveTo>
                  <a:lnTo>
                    <a:pt x="327584" y="0"/>
                  </a:lnTo>
                  <a:lnTo>
                    <a:pt x="2978" y="1021465"/>
                  </a:lnTo>
                  <a:lnTo>
                    <a:pt x="0" y="1021465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68">
              <a:extLst>
                <a:ext uri="{FF2B5EF4-FFF2-40B4-BE49-F238E27FC236}">
                  <a16:creationId xmlns:a16="http://schemas.microsoft.com/office/drawing/2014/main" id="{67304755-B301-43CA-BEF5-54B993854448}"/>
                </a:ext>
              </a:extLst>
            </p:cNvPr>
            <p:cNvSpPr/>
            <p:nvPr/>
          </p:nvSpPr>
          <p:spPr>
            <a:xfrm>
              <a:off x="11965667" y="2989264"/>
              <a:ext cx="208462" cy="714728"/>
            </a:xfrm>
            <a:custGeom>
              <a:avLst/>
              <a:gdLst>
                <a:gd name="connsiteX0" fmla="*/ 2978 w 208462"/>
                <a:gd name="connsiteY0" fmla="*/ 0 h 714728"/>
                <a:gd name="connsiteX1" fmla="*/ 211441 w 208462"/>
                <a:gd name="connsiteY1" fmla="*/ 729618 h 714728"/>
                <a:gd name="connsiteX2" fmla="*/ 208462 w 208462"/>
                <a:gd name="connsiteY2" fmla="*/ 729618 h 714728"/>
                <a:gd name="connsiteX3" fmla="*/ 0 w 208462"/>
                <a:gd name="connsiteY3" fmla="*/ 0 h 71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8462" h="714728">
                  <a:moveTo>
                    <a:pt x="2978" y="0"/>
                  </a:moveTo>
                  <a:lnTo>
                    <a:pt x="211441" y="729618"/>
                  </a:lnTo>
                  <a:lnTo>
                    <a:pt x="208462" y="72961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69">
              <a:extLst>
                <a:ext uri="{FF2B5EF4-FFF2-40B4-BE49-F238E27FC236}">
                  <a16:creationId xmlns:a16="http://schemas.microsoft.com/office/drawing/2014/main" id="{069BAE03-63A3-4CC1-8C94-53E960DED048}"/>
                </a:ext>
              </a:extLst>
            </p:cNvPr>
            <p:cNvSpPr/>
            <p:nvPr/>
          </p:nvSpPr>
          <p:spPr>
            <a:xfrm>
              <a:off x="11926953" y="3718882"/>
              <a:ext cx="238243" cy="774289"/>
            </a:xfrm>
            <a:custGeom>
              <a:avLst/>
              <a:gdLst>
                <a:gd name="connsiteX0" fmla="*/ 247177 w 238242"/>
                <a:gd name="connsiteY0" fmla="*/ 0 h 774288"/>
                <a:gd name="connsiteX1" fmla="*/ 250155 w 238242"/>
                <a:gd name="connsiteY1" fmla="*/ 0 h 774288"/>
                <a:gd name="connsiteX2" fmla="*/ 5956 w 238242"/>
                <a:gd name="connsiteY2" fmla="*/ 786201 h 774288"/>
                <a:gd name="connsiteX3" fmla="*/ 0 w 238242"/>
                <a:gd name="connsiteY3" fmla="*/ 783223 h 774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242" h="774288">
                  <a:moveTo>
                    <a:pt x="247177" y="0"/>
                  </a:moveTo>
                  <a:lnTo>
                    <a:pt x="250155" y="0"/>
                  </a:lnTo>
                  <a:lnTo>
                    <a:pt x="5956" y="786201"/>
                  </a:lnTo>
                  <a:lnTo>
                    <a:pt x="0" y="783223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70">
              <a:extLst>
                <a:ext uri="{FF2B5EF4-FFF2-40B4-BE49-F238E27FC236}">
                  <a16:creationId xmlns:a16="http://schemas.microsoft.com/office/drawing/2014/main" id="{ACB89C3E-54E4-46C5-927B-50FEC7100368}"/>
                </a:ext>
              </a:extLst>
            </p:cNvPr>
            <p:cNvSpPr/>
            <p:nvPr/>
          </p:nvSpPr>
          <p:spPr>
            <a:xfrm>
              <a:off x="10044836" y="3278134"/>
              <a:ext cx="2114404" cy="416925"/>
            </a:xfrm>
            <a:custGeom>
              <a:avLst/>
              <a:gdLst>
                <a:gd name="connsiteX0" fmla="*/ 0 w 2114403"/>
                <a:gd name="connsiteY0" fmla="*/ 0 h 416924"/>
                <a:gd name="connsiteX1" fmla="*/ 2132272 w 2114403"/>
                <a:gd name="connsiteY1" fmla="*/ 437771 h 416924"/>
                <a:gd name="connsiteX2" fmla="*/ 2129294 w 2114403"/>
                <a:gd name="connsiteY2" fmla="*/ 443727 h 416924"/>
                <a:gd name="connsiteX3" fmla="*/ 0 w 2114403"/>
                <a:gd name="connsiteY3" fmla="*/ 5956 h 416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4403" h="416924">
                  <a:moveTo>
                    <a:pt x="0" y="0"/>
                  </a:moveTo>
                  <a:lnTo>
                    <a:pt x="2132272" y="437771"/>
                  </a:lnTo>
                  <a:lnTo>
                    <a:pt x="2129294" y="443727"/>
                  </a:lnTo>
                  <a:lnTo>
                    <a:pt x="0" y="5956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71">
              <a:extLst>
                <a:ext uri="{FF2B5EF4-FFF2-40B4-BE49-F238E27FC236}">
                  <a16:creationId xmlns:a16="http://schemas.microsoft.com/office/drawing/2014/main" id="{E227FA8C-A456-4178-85C5-A2F56F62CC6D}"/>
                </a:ext>
              </a:extLst>
            </p:cNvPr>
            <p:cNvSpPr/>
            <p:nvPr/>
          </p:nvSpPr>
          <p:spPr>
            <a:xfrm>
              <a:off x="11280180" y="2249072"/>
              <a:ext cx="595607" cy="268023"/>
            </a:xfrm>
            <a:custGeom>
              <a:avLst/>
              <a:gdLst>
                <a:gd name="connsiteX0" fmla="*/ 0 w 595606"/>
                <a:gd name="connsiteY0" fmla="*/ 290555 h 268023"/>
                <a:gd name="connsiteX1" fmla="*/ 620288 w 595606"/>
                <a:gd name="connsiteY1" fmla="*/ 0 h 268023"/>
                <a:gd name="connsiteX2" fmla="*/ 621552 w 595606"/>
                <a:gd name="connsiteY2" fmla="*/ 2697 h 268023"/>
                <a:gd name="connsiteX3" fmla="*/ 1263 w 595606"/>
                <a:gd name="connsiteY3" fmla="*/ 293252 h 26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5606" h="268023">
                  <a:moveTo>
                    <a:pt x="0" y="290555"/>
                  </a:moveTo>
                  <a:lnTo>
                    <a:pt x="620288" y="0"/>
                  </a:lnTo>
                  <a:lnTo>
                    <a:pt x="621552" y="2697"/>
                  </a:lnTo>
                  <a:lnTo>
                    <a:pt x="1263" y="293252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72">
              <a:extLst>
                <a:ext uri="{FF2B5EF4-FFF2-40B4-BE49-F238E27FC236}">
                  <a16:creationId xmlns:a16="http://schemas.microsoft.com/office/drawing/2014/main" id="{B38669D9-38E1-4EEB-83AE-34D255E7BC0E}"/>
                </a:ext>
              </a:extLst>
            </p:cNvPr>
            <p:cNvSpPr/>
            <p:nvPr/>
          </p:nvSpPr>
          <p:spPr>
            <a:xfrm>
              <a:off x="11283698" y="2542559"/>
              <a:ext cx="684948" cy="446705"/>
            </a:xfrm>
            <a:custGeom>
              <a:avLst/>
              <a:gdLst>
                <a:gd name="connsiteX0" fmla="*/ 0 w 684947"/>
                <a:gd name="connsiteY0" fmla="*/ 0 h 446705"/>
                <a:gd name="connsiteX1" fmla="*/ 684948 w 684947"/>
                <a:gd name="connsiteY1" fmla="*/ 443727 h 446705"/>
                <a:gd name="connsiteX2" fmla="*/ 681969 w 684947"/>
                <a:gd name="connsiteY2" fmla="*/ 446705 h 446705"/>
                <a:gd name="connsiteX3" fmla="*/ 0 w 684947"/>
                <a:gd name="connsiteY3" fmla="*/ 5956 h 446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947" h="446705">
                  <a:moveTo>
                    <a:pt x="0" y="0"/>
                  </a:moveTo>
                  <a:lnTo>
                    <a:pt x="684948" y="443727"/>
                  </a:lnTo>
                  <a:lnTo>
                    <a:pt x="681969" y="446705"/>
                  </a:lnTo>
                  <a:lnTo>
                    <a:pt x="0" y="5956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73">
              <a:extLst>
                <a:ext uri="{FF2B5EF4-FFF2-40B4-BE49-F238E27FC236}">
                  <a16:creationId xmlns:a16="http://schemas.microsoft.com/office/drawing/2014/main" id="{E67B701C-4DEB-4544-A41E-F203844C9307}"/>
                </a:ext>
              </a:extLst>
            </p:cNvPr>
            <p:cNvSpPr/>
            <p:nvPr/>
          </p:nvSpPr>
          <p:spPr>
            <a:xfrm>
              <a:off x="11280720" y="2545537"/>
              <a:ext cx="625387" cy="1935722"/>
            </a:xfrm>
            <a:custGeom>
              <a:avLst/>
              <a:gdLst>
                <a:gd name="connsiteX0" fmla="*/ 5956 w 625387"/>
                <a:gd name="connsiteY0" fmla="*/ 0 h 1935721"/>
                <a:gd name="connsiteX1" fmla="*/ 652189 w 625387"/>
                <a:gd name="connsiteY1" fmla="*/ 1956568 h 1935721"/>
                <a:gd name="connsiteX2" fmla="*/ 646233 w 625387"/>
                <a:gd name="connsiteY2" fmla="*/ 1959546 h 1935721"/>
                <a:gd name="connsiteX3" fmla="*/ 0 w 625387"/>
                <a:gd name="connsiteY3" fmla="*/ 0 h 1935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5387" h="1935721">
                  <a:moveTo>
                    <a:pt x="5956" y="0"/>
                  </a:moveTo>
                  <a:lnTo>
                    <a:pt x="652189" y="1956568"/>
                  </a:lnTo>
                  <a:lnTo>
                    <a:pt x="646233" y="195954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74">
              <a:extLst>
                <a:ext uri="{FF2B5EF4-FFF2-40B4-BE49-F238E27FC236}">
                  <a16:creationId xmlns:a16="http://schemas.microsoft.com/office/drawing/2014/main" id="{6FEC3AB1-38B2-4AF3-831C-0C8B618D77A4}"/>
                </a:ext>
              </a:extLst>
            </p:cNvPr>
            <p:cNvSpPr/>
            <p:nvPr/>
          </p:nvSpPr>
          <p:spPr>
            <a:xfrm>
              <a:off x="11965667" y="2694439"/>
              <a:ext cx="506266" cy="268023"/>
            </a:xfrm>
            <a:custGeom>
              <a:avLst/>
              <a:gdLst>
                <a:gd name="connsiteX0" fmla="*/ 533068 w 506265"/>
                <a:gd name="connsiteY0" fmla="*/ 0 h 268023"/>
                <a:gd name="connsiteX1" fmla="*/ 533068 w 506265"/>
                <a:gd name="connsiteY1" fmla="*/ 5956 h 268023"/>
                <a:gd name="connsiteX2" fmla="*/ 2978 w 506265"/>
                <a:gd name="connsiteY2" fmla="*/ 294825 h 268023"/>
                <a:gd name="connsiteX3" fmla="*/ 0 w 506265"/>
                <a:gd name="connsiteY3" fmla="*/ 291847 h 26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6265" h="268023">
                  <a:moveTo>
                    <a:pt x="533068" y="0"/>
                  </a:moveTo>
                  <a:lnTo>
                    <a:pt x="533068" y="5956"/>
                  </a:lnTo>
                  <a:lnTo>
                    <a:pt x="2978" y="294825"/>
                  </a:lnTo>
                  <a:lnTo>
                    <a:pt x="0" y="291847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75">
              <a:extLst>
                <a:ext uri="{FF2B5EF4-FFF2-40B4-BE49-F238E27FC236}">
                  <a16:creationId xmlns:a16="http://schemas.microsoft.com/office/drawing/2014/main" id="{65500A31-477F-4216-8DA7-3DFDDD6B49DD}"/>
                </a:ext>
              </a:extLst>
            </p:cNvPr>
            <p:cNvSpPr/>
            <p:nvPr/>
          </p:nvSpPr>
          <p:spPr>
            <a:xfrm>
              <a:off x="11965667" y="1896326"/>
              <a:ext cx="774289" cy="1072092"/>
            </a:xfrm>
            <a:custGeom>
              <a:avLst/>
              <a:gdLst>
                <a:gd name="connsiteX0" fmla="*/ 771310 w 774288"/>
                <a:gd name="connsiteY0" fmla="*/ 0 h 1072092"/>
                <a:gd name="connsiteX1" fmla="*/ 774289 w 774288"/>
                <a:gd name="connsiteY1" fmla="*/ 2978 h 1072092"/>
                <a:gd name="connsiteX2" fmla="*/ 2978 w 774288"/>
                <a:gd name="connsiteY2" fmla="*/ 1092938 h 1072092"/>
                <a:gd name="connsiteX3" fmla="*/ 0 w 774288"/>
                <a:gd name="connsiteY3" fmla="*/ 1089960 h 1072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4288" h="1072092">
                  <a:moveTo>
                    <a:pt x="771310" y="0"/>
                  </a:moveTo>
                  <a:lnTo>
                    <a:pt x="774289" y="2978"/>
                  </a:lnTo>
                  <a:lnTo>
                    <a:pt x="2978" y="1092938"/>
                  </a:lnTo>
                  <a:lnTo>
                    <a:pt x="0" y="108996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76">
              <a:extLst>
                <a:ext uri="{FF2B5EF4-FFF2-40B4-BE49-F238E27FC236}">
                  <a16:creationId xmlns:a16="http://schemas.microsoft.com/office/drawing/2014/main" id="{7AFB9932-CFE2-4EB1-A45C-9A7850755987}"/>
                </a:ext>
              </a:extLst>
            </p:cNvPr>
            <p:cNvSpPr/>
            <p:nvPr/>
          </p:nvSpPr>
          <p:spPr>
            <a:xfrm>
              <a:off x="10044836" y="2986286"/>
              <a:ext cx="1905941" cy="297803"/>
            </a:xfrm>
            <a:custGeom>
              <a:avLst/>
              <a:gdLst>
                <a:gd name="connsiteX0" fmla="*/ 1923810 w 1905941"/>
                <a:gd name="connsiteY0" fmla="*/ 0 h 297803"/>
                <a:gd name="connsiteX1" fmla="*/ 1923810 w 1905941"/>
                <a:gd name="connsiteY1" fmla="*/ 2978 h 297803"/>
                <a:gd name="connsiteX2" fmla="*/ 0 w 1905941"/>
                <a:gd name="connsiteY2" fmla="*/ 297803 h 297803"/>
                <a:gd name="connsiteX3" fmla="*/ 0 w 1905941"/>
                <a:gd name="connsiteY3" fmla="*/ 291847 h 297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941" h="297803">
                  <a:moveTo>
                    <a:pt x="1923810" y="0"/>
                  </a:moveTo>
                  <a:lnTo>
                    <a:pt x="1923810" y="2978"/>
                  </a:lnTo>
                  <a:lnTo>
                    <a:pt x="0" y="297803"/>
                  </a:lnTo>
                  <a:lnTo>
                    <a:pt x="0" y="291847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77">
              <a:extLst>
                <a:ext uri="{FF2B5EF4-FFF2-40B4-BE49-F238E27FC236}">
                  <a16:creationId xmlns:a16="http://schemas.microsoft.com/office/drawing/2014/main" id="{82DF2BBD-5B96-4620-BAC9-169118B890E1}"/>
                </a:ext>
              </a:extLst>
            </p:cNvPr>
            <p:cNvSpPr/>
            <p:nvPr/>
          </p:nvSpPr>
          <p:spPr>
            <a:xfrm>
              <a:off x="11929931" y="4406808"/>
              <a:ext cx="1012531" cy="89341"/>
            </a:xfrm>
            <a:custGeom>
              <a:avLst/>
              <a:gdLst>
                <a:gd name="connsiteX0" fmla="*/ 0 w 1012531"/>
                <a:gd name="connsiteY0" fmla="*/ 95297 h 89341"/>
                <a:gd name="connsiteX1" fmla="*/ 1036356 w 1012531"/>
                <a:gd name="connsiteY1" fmla="*/ 0 h 89341"/>
                <a:gd name="connsiteX2" fmla="*/ 1039333 w 1012531"/>
                <a:gd name="connsiteY2" fmla="*/ 2978 h 89341"/>
                <a:gd name="connsiteX3" fmla="*/ 0 w 1012531"/>
                <a:gd name="connsiteY3" fmla="*/ 98275 h 89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2531" h="89341">
                  <a:moveTo>
                    <a:pt x="0" y="95297"/>
                  </a:moveTo>
                  <a:lnTo>
                    <a:pt x="1036356" y="0"/>
                  </a:lnTo>
                  <a:lnTo>
                    <a:pt x="1039333" y="2978"/>
                  </a:lnTo>
                  <a:lnTo>
                    <a:pt x="0" y="98275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78">
              <a:extLst>
                <a:ext uri="{FF2B5EF4-FFF2-40B4-BE49-F238E27FC236}">
                  <a16:creationId xmlns:a16="http://schemas.microsoft.com/office/drawing/2014/main" id="{6384D792-A1D2-41A2-A475-9757B60C9491}"/>
                </a:ext>
              </a:extLst>
            </p:cNvPr>
            <p:cNvSpPr/>
            <p:nvPr/>
          </p:nvSpPr>
          <p:spPr>
            <a:xfrm>
              <a:off x="11923975" y="4442545"/>
              <a:ext cx="536046" cy="833849"/>
            </a:xfrm>
            <a:custGeom>
              <a:avLst/>
              <a:gdLst>
                <a:gd name="connsiteX0" fmla="*/ 2978 w 536046"/>
                <a:gd name="connsiteY0" fmla="*/ 0 h 833849"/>
                <a:gd name="connsiteX1" fmla="*/ 550936 w 536046"/>
                <a:gd name="connsiteY1" fmla="*/ 845761 h 833849"/>
                <a:gd name="connsiteX2" fmla="*/ 547958 w 536046"/>
                <a:gd name="connsiteY2" fmla="*/ 848740 h 833849"/>
                <a:gd name="connsiteX3" fmla="*/ 0 w 536046"/>
                <a:gd name="connsiteY3" fmla="*/ 2978 h 833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046" h="833849">
                  <a:moveTo>
                    <a:pt x="2978" y="0"/>
                  </a:moveTo>
                  <a:lnTo>
                    <a:pt x="550936" y="845761"/>
                  </a:lnTo>
                  <a:lnTo>
                    <a:pt x="547958" y="848740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79">
              <a:extLst>
                <a:ext uri="{FF2B5EF4-FFF2-40B4-BE49-F238E27FC236}">
                  <a16:creationId xmlns:a16="http://schemas.microsoft.com/office/drawing/2014/main" id="{17894AFC-63EF-426C-A3A9-C6AD1FA8135D}"/>
                </a:ext>
              </a:extLst>
            </p:cNvPr>
            <p:cNvSpPr/>
            <p:nvPr/>
          </p:nvSpPr>
          <p:spPr>
            <a:xfrm>
              <a:off x="11116928" y="4254928"/>
              <a:ext cx="804069" cy="238243"/>
            </a:xfrm>
            <a:custGeom>
              <a:avLst/>
              <a:gdLst>
                <a:gd name="connsiteX0" fmla="*/ 0 w 804069"/>
                <a:gd name="connsiteY0" fmla="*/ 0 h 238242"/>
                <a:gd name="connsiteX1" fmla="*/ 813003 w 804069"/>
                <a:gd name="connsiteY1" fmla="*/ 247177 h 238242"/>
                <a:gd name="connsiteX2" fmla="*/ 813003 w 804069"/>
                <a:gd name="connsiteY2" fmla="*/ 250155 h 238242"/>
                <a:gd name="connsiteX3" fmla="*/ 0 w 804069"/>
                <a:gd name="connsiteY3" fmla="*/ 5956 h 238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069" h="238242">
                  <a:moveTo>
                    <a:pt x="0" y="0"/>
                  </a:moveTo>
                  <a:lnTo>
                    <a:pt x="813003" y="247177"/>
                  </a:lnTo>
                  <a:lnTo>
                    <a:pt x="813003" y="250155"/>
                  </a:lnTo>
                  <a:lnTo>
                    <a:pt x="0" y="5956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80">
              <a:extLst>
                <a:ext uri="{FF2B5EF4-FFF2-40B4-BE49-F238E27FC236}">
                  <a16:creationId xmlns:a16="http://schemas.microsoft.com/office/drawing/2014/main" id="{6D2A16EB-892C-49BD-B667-948C5B73B919}"/>
                </a:ext>
              </a:extLst>
            </p:cNvPr>
            <p:cNvSpPr/>
            <p:nvPr/>
          </p:nvSpPr>
          <p:spPr>
            <a:xfrm rot="1116532">
              <a:off x="8411361" y="4155936"/>
              <a:ext cx="148902" cy="2412208"/>
            </a:xfrm>
            <a:custGeom>
              <a:avLst/>
              <a:gdLst>
                <a:gd name="connsiteX0" fmla="*/ 0 w 148901"/>
                <a:gd name="connsiteY0" fmla="*/ 0 h 2412207"/>
                <a:gd name="connsiteX1" fmla="*/ 2978 w 148901"/>
                <a:gd name="connsiteY1" fmla="*/ 0 h 2412207"/>
                <a:gd name="connsiteX2" fmla="*/ 163792 w 148901"/>
                <a:gd name="connsiteY2" fmla="*/ 2415185 h 2412207"/>
                <a:gd name="connsiteX3" fmla="*/ 160814 w 148901"/>
                <a:gd name="connsiteY3" fmla="*/ 2415185 h 2412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901" h="2412207">
                  <a:moveTo>
                    <a:pt x="0" y="0"/>
                  </a:moveTo>
                  <a:lnTo>
                    <a:pt x="2978" y="0"/>
                  </a:lnTo>
                  <a:lnTo>
                    <a:pt x="163792" y="2415185"/>
                  </a:lnTo>
                  <a:lnTo>
                    <a:pt x="160814" y="2415185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81">
              <a:extLst>
                <a:ext uri="{FF2B5EF4-FFF2-40B4-BE49-F238E27FC236}">
                  <a16:creationId xmlns:a16="http://schemas.microsoft.com/office/drawing/2014/main" id="{CF7F8DC5-6DFC-4F86-AB70-4BDF2FEF0617}"/>
                </a:ext>
              </a:extLst>
            </p:cNvPr>
            <p:cNvSpPr/>
            <p:nvPr/>
          </p:nvSpPr>
          <p:spPr>
            <a:xfrm rot="20108175">
              <a:off x="9477791" y="4144715"/>
              <a:ext cx="236273" cy="3827621"/>
            </a:xfrm>
            <a:custGeom>
              <a:avLst/>
              <a:gdLst>
                <a:gd name="connsiteX0" fmla="*/ 0 w 148901"/>
                <a:gd name="connsiteY0" fmla="*/ 0 h 2412207"/>
                <a:gd name="connsiteX1" fmla="*/ 2978 w 148901"/>
                <a:gd name="connsiteY1" fmla="*/ 0 h 2412207"/>
                <a:gd name="connsiteX2" fmla="*/ 163792 w 148901"/>
                <a:gd name="connsiteY2" fmla="*/ 2415185 h 2412207"/>
                <a:gd name="connsiteX3" fmla="*/ 160814 w 148901"/>
                <a:gd name="connsiteY3" fmla="*/ 2415185 h 2412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901" h="2412207">
                  <a:moveTo>
                    <a:pt x="0" y="0"/>
                  </a:moveTo>
                  <a:lnTo>
                    <a:pt x="2978" y="0"/>
                  </a:lnTo>
                  <a:lnTo>
                    <a:pt x="163792" y="2415185"/>
                  </a:lnTo>
                  <a:lnTo>
                    <a:pt x="160814" y="2415185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82">
              <a:extLst>
                <a:ext uri="{FF2B5EF4-FFF2-40B4-BE49-F238E27FC236}">
                  <a16:creationId xmlns:a16="http://schemas.microsoft.com/office/drawing/2014/main" id="{FB419A08-E7C0-47A6-B131-EE4BF86322F6}"/>
                </a:ext>
              </a:extLst>
            </p:cNvPr>
            <p:cNvSpPr/>
            <p:nvPr/>
          </p:nvSpPr>
          <p:spPr>
            <a:xfrm rot="20874186">
              <a:off x="9546424" y="2519287"/>
              <a:ext cx="388066" cy="4057224"/>
            </a:xfrm>
            <a:custGeom>
              <a:avLst/>
              <a:gdLst>
                <a:gd name="connsiteX0" fmla="*/ 0 w 148901"/>
                <a:gd name="connsiteY0" fmla="*/ 0 h 2412207"/>
                <a:gd name="connsiteX1" fmla="*/ 2978 w 148901"/>
                <a:gd name="connsiteY1" fmla="*/ 0 h 2412207"/>
                <a:gd name="connsiteX2" fmla="*/ 163792 w 148901"/>
                <a:gd name="connsiteY2" fmla="*/ 2415185 h 2412207"/>
                <a:gd name="connsiteX3" fmla="*/ 160814 w 148901"/>
                <a:gd name="connsiteY3" fmla="*/ 2415185 h 2412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901" h="2412207">
                  <a:moveTo>
                    <a:pt x="0" y="0"/>
                  </a:moveTo>
                  <a:lnTo>
                    <a:pt x="2978" y="0"/>
                  </a:lnTo>
                  <a:lnTo>
                    <a:pt x="163792" y="2415185"/>
                  </a:lnTo>
                  <a:lnTo>
                    <a:pt x="160814" y="2415185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01" name="Graphic 14">
            <a:extLst>
              <a:ext uri="{FF2B5EF4-FFF2-40B4-BE49-F238E27FC236}">
                <a16:creationId xmlns:a16="http://schemas.microsoft.com/office/drawing/2014/main" id="{F0D80678-0925-4D82-A4F3-890F9E2559CC}"/>
              </a:ext>
            </a:extLst>
          </p:cNvPr>
          <p:cNvGrpSpPr/>
          <p:nvPr/>
        </p:nvGrpSpPr>
        <p:grpSpPr>
          <a:xfrm rot="5400000">
            <a:off x="-810151" y="-463441"/>
            <a:ext cx="4967125" cy="4979266"/>
            <a:chOff x="5786248" y="1256049"/>
            <a:chExt cx="7311072" cy="7328940"/>
          </a:xfrm>
          <a:solidFill>
            <a:schemeClr val="bg1">
              <a:lumMod val="95000"/>
            </a:schemeClr>
          </a:solidFill>
        </p:grpSpPr>
        <p:sp>
          <p:nvSpPr>
            <p:cNvPr id="102" name="Freeform 84">
              <a:extLst>
                <a:ext uri="{FF2B5EF4-FFF2-40B4-BE49-F238E27FC236}">
                  <a16:creationId xmlns:a16="http://schemas.microsoft.com/office/drawing/2014/main" id="{E49F14F3-6229-45B1-9BED-E7D7AF6D9EEF}"/>
                </a:ext>
              </a:extLst>
            </p:cNvPr>
            <p:cNvSpPr/>
            <p:nvPr/>
          </p:nvSpPr>
          <p:spPr>
            <a:xfrm>
              <a:off x="7769618" y="6381245"/>
              <a:ext cx="1101872" cy="446705"/>
            </a:xfrm>
            <a:custGeom>
              <a:avLst/>
              <a:gdLst>
                <a:gd name="connsiteX0" fmla="*/ 0 w 1101872"/>
                <a:gd name="connsiteY0" fmla="*/ 0 h 446705"/>
                <a:gd name="connsiteX1" fmla="*/ 1122719 w 1101872"/>
                <a:gd name="connsiteY1" fmla="*/ 446705 h 446705"/>
                <a:gd name="connsiteX2" fmla="*/ 1119741 w 1101872"/>
                <a:gd name="connsiteY2" fmla="*/ 449683 h 446705"/>
                <a:gd name="connsiteX3" fmla="*/ 0 w 1101872"/>
                <a:gd name="connsiteY3" fmla="*/ 2978 h 446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01872" h="446705">
                  <a:moveTo>
                    <a:pt x="0" y="0"/>
                  </a:moveTo>
                  <a:lnTo>
                    <a:pt x="1122719" y="446705"/>
                  </a:lnTo>
                  <a:lnTo>
                    <a:pt x="1119741" y="449683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85">
              <a:extLst>
                <a:ext uri="{FF2B5EF4-FFF2-40B4-BE49-F238E27FC236}">
                  <a16:creationId xmlns:a16="http://schemas.microsoft.com/office/drawing/2014/main" id="{8BB0C605-FABC-4B76-99B2-8E613CE4AFF0}"/>
                </a:ext>
              </a:extLst>
            </p:cNvPr>
            <p:cNvSpPr/>
            <p:nvPr/>
          </p:nvSpPr>
          <p:spPr>
            <a:xfrm>
              <a:off x="8728545" y="4415742"/>
              <a:ext cx="148902" cy="2412207"/>
            </a:xfrm>
            <a:custGeom>
              <a:avLst/>
              <a:gdLst>
                <a:gd name="connsiteX0" fmla="*/ 0 w 148901"/>
                <a:gd name="connsiteY0" fmla="*/ 0 h 2412207"/>
                <a:gd name="connsiteX1" fmla="*/ 2978 w 148901"/>
                <a:gd name="connsiteY1" fmla="*/ 0 h 2412207"/>
                <a:gd name="connsiteX2" fmla="*/ 163792 w 148901"/>
                <a:gd name="connsiteY2" fmla="*/ 2415185 h 2412207"/>
                <a:gd name="connsiteX3" fmla="*/ 160814 w 148901"/>
                <a:gd name="connsiteY3" fmla="*/ 2415185 h 2412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8901" h="2412207">
                  <a:moveTo>
                    <a:pt x="0" y="0"/>
                  </a:moveTo>
                  <a:lnTo>
                    <a:pt x="2978" y="0"/>
                  </a:lnTo>
                  <a:lnTo>
                    <a:pt x="163792" y="2415185"/>
                  </a:lnTo>
                  <a:lnTo>
                    <a:pt x="160814" y="2415185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86">
              <a:extLst>
                <a:ext uri="{FF2B5EF4-FFF2-40B4-BE49-F238E27FC236}">
                  <a16:creationId xmlns:a16="http://schemas.microsoft.com/office/drawing/2014/main" id="{9B611F78-0ACF-4CA1-BC0E-6F806231E3A8}"/>
                </a:ext>
              </a:extLst>
            </p:cNvPr>
            <p:cNvSpPr/>
            <p:nvPr/>
          </p:nvSpPr>
          <p:spPr>
            <a:xfrm>
              <a:off x="7766640" y="4415742"/>
              <a:ext cx="952971" cy="1965502"/>
            </a:xfrm>
            <a:custGeom>
              <a:avLst/>
              <a:gdLst>
                <a:gd name="connsiteX0" fmla="*/ 961905 w 952970"/>
                <a:gd name="connsiteY0" fmla="*/ 0 h 1965502"/>
                <a:gd name="connsiteX1" fmla="*/ 964883 w 952970"/>
                <a:gd name="connsiteY1" fmla="*/ 2978 h 1965502"/>
                <a:gd name="connsiteX2" fmla="*/ 5956 w 952970"/>
                <a:gd name="connsiteY2" fmla="*/ 1968480 h 1965502"/>
                <a:gd name="connsiteX3" fmla="*/ 0 w 952970"/>
                <a:gd name="connsiteY3" fmla="*/ 1965502 h 1965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2970" h="1965502">
                  <a:moveTo>
                    <a:pt x="961905" y="0"/>
                  </a:moveTo>
                  <a:lnTo>
                    <a:pt x="964883" y="2978"/>
                  </a:lnTo>
                  <a:lnTo>
                    <a:pt x="5956" y="1968480"/>
                  </a:lnTo>
                  <a:lnTo>
                    <a:pt x="0" y="1965502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87">
              <a:extLst>
                <a:ext uri="{FF2B5EF4-FFF2-40B4-BE49-F238E27FC236}">
                  <a16:creationId xmlns:a16="http://schemas.microsoft.com/office/drawing/2014/main" id="{C921C537-C5B9-4930-B902-0D1B2E0DA822}"/>
                </a:ext>
              </a:extLst>
            </p:cNvPr>
            <p:cNvSpPr/>
            <p:nvPr/>
          </p:nvSpPr>
          <p:spPr>
            <a:xfrm>
              <a:off x="8728545" y="4415742"/>
              <a:ext cx="1012531" cy="1101872"/>
            </a:xfrm>
            <a:custGeom>
              <a:avLst/>
              <a:gdLst>
                <a:gd name="connsiteX0" fmla="*/ 2978 w 1012531"/>
                <a:gd name="connsiteY0" fmla="*/ 0 h 1101872"/>
                <a:gd name="connsiteX1" fmla="*/ 1039333 w 1012531"/>
                <a:gd name="connsiteY1" fmla="*/ 1119741 h 1101872"/>
                <a:gd name="connsiteX2" fmla="*/ 1036356 w 1012531"/>
                <a:gd name="connsiteY2" fmla="*/ 1122719 h 1101872"/>
                <a:gd name="connsiteX3" fmla="*/ 0 w 1012531"/>
                <a:gd name="connsiteY3" fmla="*/ 2978 h 1101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2531" h="1101872">
                  <a:moveTo>
                    <a:pt x="2978" y="0"/>
                  </a:moveTo>
                  <a:lnTo>
                    <a:pt x="1039333" y="1119741"/>
                  </a:lnTo>
                  <a:lnTo>
                    <a:pt x="1036356" y="1122719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88">
              <a:extLst>
                <a:ext uri="{FF2B5EF4-FFF2-40B4-BE49-F238E27FC236}">
                  <a16:creationId xmlns:a16="http://schemas.microsoft.com/office/drawing/2014/main" id="{F909FA5D-0F5A-4D6B-A5C2-E3E90722895F}"/>
                </a:ext>
              </a:extLst>
            </p:cNvPr>
            <p:cNvSpPr/>
            <p:nvPr/>
          </p:nvSpPr>
          <p:spPr>
            <a:xfrm>
              <a:off x="8728545" y="2622966"/>
              <a:ext cx="416925" cy="1786820"/>
            </a:xfrm>
            <a:custGeom>
              <a:avLst/>
              <a:gdLst>
                <a:gd name="connsiteX0" fmla="*/ 416925 w 416924"/>
                <a:gd name="connsiteY0" fmla="*/ 0 h 1786820"/>
                <a:gd name="connsiteX1" fmla="*/ 422881 w 416924"/>
                <a:gd name="connsiteY1" fmla="*/ 0 h 1786820"/>
                <a:gd name="connsiteX2" fmla="*/ 2978 w 416924"/>
                <a:gd name="connsiteY2" fmla="*/ 1792776 h 1786820"/>
                <a:gd name="connsiteX3" fmla="*/ 0 w 416924"/>
                <a:gd name="connsiteY3" fmla="*/ 1792776 h 1786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924" h="1786820">
                  <a:moveTo>
                    <a:pt x="416925" y="0"/>
                  </a:moveTo>
                  <a:lnTo>
                    <a:pt x="422881" y="0"/>
                  </a:lnTo>
                  <a:lnTo>
                    <a:pt x="2978" y="1792776"/>
                  </a:lnTo>
                  <a:lnTo>
                    <a:pt x="0" y="1792776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89">
              <a:extLst>
                <a:ext uri="{FF2B5EF4-FFF2-40B4-BE49-F238E27FC236}">
                  <a16:creationId xmlns:a16="http://schemas.microsoft.com/office/drawing/2014/main" id="{C681B981-52BD-4780-A490-6CFDF58DE682}"/>
                </a:ext>
              </a:extLst>
            </p:cNvPr>
            <p:cNvSpPr/>
            <p:nvPr/>
          </p:nvSpPr>
          <p:spPr>
            <a:xfrm>
              <a:off x="8728545" y="3281112"/>
              <a:ext cx="1310335" cy="1131653"/>
            </a:xfrm>
            <a:custGeom>
              <a:avLst/>
              <a:gdLst>
                <a:gd name="connsiteX0" fmla="*/ 1316291 w 1310334"/>
                <a:gd name="connsiteY0" fmla="*/ 0 h 1131652"/>
                <a:gd name="connsiteX1" fmla="*/ 1319269 w 1310334"/>
                <a:gd name="connsiteY1" fmla="*/ 2978 h 1131652"/>
                <a:gd name="connsiteX2" fmla="*/ 2978 w 1310334"/>
                <a:gd name="connsiteY2" fmla="*/ 1137609 h 1131652"/>
                <a:gd name="connsiteX3" fmla="*/ 0 w 1310334"/>
                <a:gd name="connsiteY3" fmla="*/ 1134631 h 113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10334" h="1131652">
                  <a:moveTo>
                    <a:pt x="1316291" y="0"/>
                  </a:moveTo>
                  <a:lnTo>
                    <a:pt x="1319269" y="2978"/>
                  </a:lnTo>
                  <a:lnTo>
                    <a:pt x="2978" y="1137609"/>
                  </a:lnTo>
                  <a:lnTo>
                    <a:pt x="0" y="1134631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90">
              <a:extLst>
                <a:ext uri="{FF2B5EF4-FFF2-40B4-BE49-F238E27FC236}">
                  <a16:creationId xmlns:a16="http://schemas.microsoft.com/office/drawing/2014/main" id="{1F20F81D-5C06-4831-A617-47AC61130BAA}"/>
                </a:ext>
              </a:extLst>
            </p:cNvPr>
            <p:cNvSpPr/>
            <p:nvPr/>
          </p:nvSpPr>
          <p:spPr>
            <a:xfrm>
              <a:off x="5786248" y="1256049"/>
              <a:ext cx="29780" cy="29780"/>
            </a:xfrm>
            <a:custGeom>
              <a:avLst/>
              <a:gdLst/>
              <a:ahLst/>
              <a:cxnLst/>
              <a:rect l="l" t="t" r="r" b="b"/>
              <a:pathLst>
                <a:path/>
              </a:pathLst>
            </a:custGeom>
            <a:grpFill/>
            <a:ln w="7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91">
              <a:extLst>
                <a:ext uri="{FF2B5EF4-FFF2-40B4-BE49-F238E27FC236}">
                  <a16:creationId xmlns:a16="http://schemas.microsoft.com/office/drawing/2014/main" id="{8038E848-1F45-41F6-9F55-76F485D28BAF}"/>
                </a:ext>
              </a:extLst>
            </p:cNvPr>
            <p:cNvSpPr/>
            <p:nvPr/>
          </p:nvSpPr>
          <p:spPr>
            <a:xfrm>
              <a:off x="9148448" y="2619988"/>
              <a:ext cx="893410" cy="655167"/>
            </a:xfrm>
            <a:custGeom>
              <a:avLst/>
              <a:gdLst>
                <a:gd name="connsiteX0" fmla="*/ 2978 w 893410"/>
                <a:gd name="connsiteY0" fmla="*/ 0 h 655167"/>
                <a:gd name="connsiteX1" fmla="*/ 896388 w 893410"/>
                <a:gd name="connsiteY1" fmla="*/ 661123 h 655167"/>
                <a:gd name="connsiteX2" fmla="*/ 896388 w 893410"/>
                <a:gd name="connsiteY2" fmla="*/ 664101 h 655167"/>
                <a:gd name="connsiteX3" fmla="*/ 0 w 893410"/>
                <a:gd name="connsiteY3" fmla="*/ 2978 h 655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3410" h="655167">
                  <a:moveTo>
                    <a:pt x="2978" y="0"/>
                  </a:moveTo>
                  <a:lnTo>
                    <a:pt x="896388" y="661123"/>
                  </a:lnTo>
                  <a:lnTo>
                    <a:pt x="896388" y="664101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92">
              <a:extLst>
                <a:ext uri="{FF2B5EF4-FFF2-40B4-BE49-F238E27FC236}">
                  <a16:creationId xmlns:a16="http://schemas.microsoft.com/office/drawing/2014/main" id="{315B702F-EC34-4955-B480-BF9AA1ED6D40}"/>
                </a:ext>
              </a:extLst>
            </p:cNvPr>
            <p:cNvSpPr/>
            <p:nvPr/>
          </p:nvSpPr>
          <p:spPr>
            <a:xfrm>
              <a:off x="9148448" y="2542559"/>
              <a:ext cx="2114404" cy="59561"/>
            </a:xfrm>
            <a:custGeom>
              <a:avLst/>
              <a:gdLst>
                <a:gd name="connsiteX0" fmla="*/ 0 w 2114403"/>
                <a:gd name="connsiteY0" fmla="*/ 77429 h 59560"/>
                <a:gd name="connsiteX1" fmla="*/ 2135250 w 2114403"/>
                <a:gd name="connsiteY1" fmla="*/ 0 h 59560"/>
                <a:gd name="connsiteX2" fmla="*/ 2135250 w 2114403"/>
                <a:gd name="connsiteY2" fmla="*/ 5956 h 59560"/>
                <a:gd name="connsiteX3" fmla="*/ 0 w 2114403"/>
                <a:gd name="connsiteY3" fmla="*/ 83385 h 59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4403" h="59560">
                  <a:moveTo>
                    <a:pt x="0" y="77429"/>
                  </a:moveTo>
                  <a:lnTo>
                    <a:pt x="2135250" y="0"/>
                  </a:lnTo>
                  <a:lnTo>
                    <a:pt x="2135250" y="5956"/>
                  </a:lnTo>
                  <a:lnTo>
                    <a:pt x="0" y="83385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93">
              <a:extLst>
                <a:ext uri="{FF2B5EF4-FFF2-40B4-BE49-F238E27FC236}">
                  <a16:creationId xmlns:a16="http://schemas.microsoft.com/office/drawing/2014/main" id="{994B2ADE-9D41-483B-A010-BA2E2F75EF47}"/>
                </a:ext>
              </a:extLst>
            </p:cNvPr>
            <p:cNvSpPr/>
            <p:nvPr/>
          </p:nvSpPr>
          <p:spPr>
            <a:xfrm>
              <a:off x="10043807" y="2543664"/>
              <a:ext cx="1220994" cy="714728"/>
            </a:xfrm>
            <a:custGeom>
              <a:avLst/>
              <a:gdLst>
                <a:gd name="connsiteX0" fmla="*/ 0 w 1220993"/>
                <a:gd name="connsiteY0" fmla="*/ 736683 h 714728"/>
                <a:gd name="connsiteX1" fmla="*/ 1238856 w 1220993"/>
                <a:gd name="connsiteY1" fmla="*/ 0 h 714728"/>
                <a:gd name="connsiteX2" fmla="*/ 1240378 w 1220993"/>
                <a:gd name="connsiteY2" fmla="*/ 2560 h 714728"/>
                <a:gd name="connsiteX3" fmla="*/ 1522 w 1220993"/>
                <a:gd name="connsiteY3" fmla="*/ 739243 h 71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0993" h="714728">
                  <a:moveTo>
                    <a:pt x="0" y="736683"/>
                  </a:moveTo>
                  <a:lnTo>
                    <a:pt x="1238856" y="0"/>
                  </a:lnTo>
                  <a:lnTo>
                    <a:pt x="1240378" y="2560"/>
                  </a:lnTo>
                  <a:lnTo>
                    <a:pt x="1522" y="739243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94">
              <a:extLst>
                <a:ext uri="{FF2B5EF4-FFF2-40B4-BE49-F238E27FC236}">
                  <a16:creationId xmlns:a16="http://schemas.microsoft.com/office/drawing/2014/main" id="{81FE0D46-5404-4FED-AA70-454E068B21F7}"/>
                </a:ext>
              </a:extLst>
            </p:cNvPr>
            <p:cNvSpPr/>
            <p:nvPr/>
          </p:nvSpPr>
          <p:spPr>
            <a:xfrm>
              <a:off x="10044836" y="3281112"/>
              <a:ext cx="1072092" cy="952971"/>
            </a:xfrm>
            <a:custGeom>
              <a:avLst/>
              <a:gdLst>
                <a:gd name="connsiteX0" fmla="*/ 2978 w 1072092"/>
                <a:gd name="connsiteY0" fmla="*/ 0 h 952970"/>
                <a:gd name="connsiteX1" fmla="*/ 1075070 w 1072092"/>
                <a:gd name="connsiteY1" fmla="*/ 973817 h 952970"/>
                <a:gd name="connsiteX2" fmla="*/ 1072092 w 1072092"/>
                <a:gd name="connsiteY2" fmla="*/ 976795 h 952970"/>
                <a:gd name="connsiteX3" fmla="*/ 0 w 1072092"/>
                <a:gd name="connsiteY3" fmla="*/ 2978 h 952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2092" h="952970">
                  <a:moveTo>
                    <a:pt x="2978" y="0"/>
                  </a:moveTo>
                  <a:lnTo>
                    <a:pt x="1075070" y="973817"/>
                  </a:lnTo>
                  <a:lnTo>
                    <a:pt x="1072092" y="976795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95">
              <a:extLst>
                <a:ext uri="{FF2B5EF4-FFF2-40B4-BE49-F238E27FC236}">
                  <a16:creationId xmlns:a16="http://schemas.microsoft.com/office/drawing/2014/main" id="{1134DF07-F8B3-424F-B5E0-98C32107177B}"/>
                </a:ext>
              </a:extLst>
            </p:cNvPr>
            <p:cNvSpPr/>
            <p:nvPr/>
          </p:nvSpPr>
          <p:spPr>
            <a:xfrm>
              <a:off x="10041857" y="3281112"/>
              <a:ext cx="714728" cy="1786820"/>
            </a:xfrm>
            <a:custGeom>
              <a:avLst/>
              <a:gdLst>
                <a:gd name="connsiteX0" fmla="*/ 5956 w 714728"/>
                <a:gd name="connsiteY0" fmla="*/ 0 h 1786820"/>
                <a:gd name="connsiteX1" fmla="*/ 732596 w 714728"/>
                <a:gd name="connsiteY1" fmla="*/ 1807666 h 1786820"/>
                <a:gd name="connsiteX2" fmla="*/ 726640 w 714728"/>
                <a:gd name="connsiteY2" fmla="*/ 1810644 h 1786820"/>
                <a:gd name="connsiteX3" fmla="*/ 0 w 714728"/>
                <a:gd name="connsiteY3" fmla="*/ 0 h 1786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4728" h="1786820">
                  <a:moveTo>
                    <a:pt x="5956" y="0"/>
                  </a:moveTo>
                  <a:lnTo>
                    <a:pt x="732596" y="1807666"/>
                  </a:lnTo>
                  <a:lnTo>
                    <a:pt x="726640" y="181064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96">
              <a:extLst>
                <a:ext uri="{FF2B5EF4-FFF2-40B4-BE49-F238E27FC236}">
                  <a16:creationId xmlns:a16="http://schemas.microsoft.com/office/drawing/2014/main" id="{EB71EDD3-F185-4D82-B50C-359D3C9E3C99}"/>
                </a:ext>
              </a:extLst>
            </p:cNvPr>
            <p:cNvSpPr/>
            <p:nvPr/>
          </p:nvSpPr>
          <p:spPr>
            <a:xfrm>
              <a:off x="9764901" y="3281112"/>
              <a:ext cx="268023" cy="2233525"/>
            </a:xfrm>
            <a:custGeom>
              <a:avLst/>
              <a:gdLst>
                <a:gd name="connsiteX0" fmla="*/ 276957 w 268023"/>
                <a:gd name="connsiteY0" fmla="*/ 0 h 2233525"/>
                <a:gd name="connsiteX1" fmla="*/ 282913 w 268023"/>
                <a:gd name="connsiteY1" fmla="*/ 0 h 2233525"/>
                <a:gd name="connsiteX2" fmla="*/ 2978 w 268023"/>
                <a:gd name="connsiteY2" fmla="*/ 2257349 h 2233525"/>
                <a:gd name="connsiteX3" fmla="*/ 0 w 268023"/>
                <a:gd name="connsiteY3" fmla="*/ 2254371 h 2233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8023" h="2233525">
                  <a:moveTo>
                    <a:pt x="276957" y="0"/>
                  </a:moveTo>
                  <a:lnTo>
                    <a:pt x="282913" y="0"/>
                  </a:lnTo>
                  <a:lnTo>
                    <a:pt x="2978" y="2257349"/>
                  </a:lnTo>
                  <a:lnTo>
                    <a:pt x="0" y="2254371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97">
              <a:extLst>
                <a:ext uri="{FF2B5EF4-FFF2-40B4-BE49-F238E27FC236}">
                  <a16:creationId xmlns:a16="http://schemas.microsoft.com/office/drawing/2014/main" id="{F6E837E7-D542-404C-BD36-0D9C084A3072}"/>
                </a:ext>
              </a:extLst>
            </p:cNvPr>
            <p:cNvSpPr/>
            <p:nvPr/>
          </p:nvSpPr>
          <p:spPr>
            <a:xfrm>
              <a:off x="8728545" y="4415742"/>
              <a:ext cx="2025063" cy="655167"/>
            </a:xfrm>
            <a:custGeom>
              <a:avLst/>
              <a:gdLst>
                <a:gd name="connsiteX0" fmla="*/ 2978 w 2025062"/>
                <a:gd name="connsiteY0" fmla="*/ 0 h 655167"/>
                <a:gd name="connsiteX1" fmla="*/ 2042931 w 2025062"/>
                <a:gd name="connsiteY1" fmla="*/ 673036 h 655167"/>
                <a:gd name="connsiteX2" fmla="*/ 2042931 w 2025062"/>
                <a:gd name="connsiteY2" fmla="*/ 676014 h 655167"/>
                <a:gd name="connsiteX3" fmla="*/ 0 w 2025062"/>
                <a:gd name="connsiteY3" fmla="*/ 2978 h 655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5062" h="655167">
                  <a:moveTo>
                    <a:pt x="2978" y="0"/>
                  </a:moveTo>
                  <a:lnTo>
                    <a:pt x="2042931" y="673036"/>
                  </a:lnTo>
                  <a:lnTo>
                    <a:pt x="2042931" y="676014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98">
              <a:extLst>
                <a:ext uri="{FF2B5EF4-FFF2-40B4-BE49-F238E27FC236}">
                  <a16:creationId xmlns:a16="http://schemas.microsoft.com/office/drawing/2014/main" id="{D912CD80-A1F1-4EAE-BD93-950A410BFF44}"/>
                </a:ext>
              </a:extLst>
            </p:cNvPr>
            <p:cNvSpPr/>
            <p:nvPr/>
          </p:nvSpPr>
          <p:spPr>
            <a:xfrm>
              <a:off x="8731523" y="4254928"/>
              <a:ext cx="2382427" cy="148902"/>
            </a:xfrm>
            <a:custGeom>
              <a:avLst/>
              <a:gdLst>
                <a:gd name="connsiteX0" fmla="*/ 0 w 2382426"/>
                <a:gd name="connsiteY0" fmla="*/ 160814 h 148901"/>
                <a:gd name="connsiteX1" fmla="*/ 2385405 w 2382426"/>
                <a:gd name="connsiteY1" fmla="*/ 0 h 148901"/>
                <a:gd name="connsiteX2" fmla="*/ 2385405 w 2382426"/>
                <a:gd name="connsiteY2" fmla="*/ 5956 h 148901"/>
                <a:gd name="connsiteX3" fmla="*/ 0 w 2382426"/>
                <a:gd name="connsiteY3" fmla="*/ 163792 h 148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2426" h="148901">
                  <a:moveTo>
                    <a:pt x="0" y="160814"/>
                  </a:moveTo>
                  <a:lnTo>
                    <a:pt x="2385405" y="0"/>
                  </a:lnTo>
                  <a:lnTo>
                    <a:pt x="2385405" y="5956"/>
                  </a:lnTo>
                  <a:lnTo>
                    <a:pt x="0" y="163792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99">
              <a:extLst>
                <a:ext uri="{FF2B5EF4-FFF2-40B4-BE49-F238E27FC236}">
                  <a16:creationId xmlns:a16="http://schemas.microsoft.com/office/drawing/2014/main" id="{CB8FA1D3-33F7-4D4B-9A74-DB24CB3E6096}"/>
                </a:ext>
              </a:extLst>
            </p:cNvPr>
            <p:cNvSpPr/>
            <p:nvPr/>
          </p:nvSpPr>
          <p:spPr>
            <a:xfrm>
              <a:off x="10771476" y="4257907"/>
              <a:ext cx="327584" cy="833849"/>
            </a:xfrm>
            <a:custGeom>
              <a:avLst/>
              <a:gdLst>
                <a:gd name="connsiteX0" fmla="*/ 345452 w 327583"/>
                <a:gd name="connsiteY0" fmla="*/ 0 h 833849"/>
                <a:gd name="connsiteX1" fmla="*/ 348430 w 327583"/>
                <a:gd name="connsiteY1" fmla="*/ 0 h 833849"/>
                <a:gd name="connsiteX2" fmla="*/ 2978 w 327583"/>
                <a:gd name="connsiteY2" fmla="*/ 851717 h 833849"/>
                <a:gd name="connsiteX3" fmla="*/ 0 w 327583"/>
                <a:gd name="connsiteY3" fmla="*/ 848740 h 833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7583" h="833849">
                  <a:moveTo>
                    <a:pt x="345452" y="0"/>
                  </a:moveTo>
                  <a:lnTo>
                    <a:pt x="348430" y="0"/>
                  </a:lnTo>
                  <a:lnTo>
                    <a:pt x="2978" y="851717"/>
                  </a:lnTo>
                  <a:lnTo>
                    <a:pt x="0" y="84874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00">
              <a:extLst>
                <a:ext uri="{FF2B5EF4-FFF2-40B4-BE49-F238E27FC236}">
                  <a16:creationId xmlns:a16="http://schemas.microsoft.com/office/drawing/2014/main" id="{C7AB052A-600B-4CD9-A428-31DFBEE47D93}"/>
                </a:ext>
              </a:extLst>
            </p:cNvPr>
            <p:cNvSpPr/>
            <p:nvPr/>
          </p:nvSpPr>
          <p:spPr>
            <a:xfrm>
              <a:off x="8890108" y="6828806"/>
              <a:ext cx="714728" cy="1489017"/>
            </a:xfrm>
            <a:custGeom>
              <a:avLst/>
              <a:gdLst>
                <a:gd name="connsiteX0" fmla="*/ 0 w 714728"/>
                <a:gd name="connsiteY0" fmla="*/ 1286 h 1489016"/>
                <a:gd name="connsiteX1" fmla="*/ 2686 w 714728"/>
                <a:gd name="connsiteY1" fmla="*/ 0 h 1489016"/>
                <a:gd name="connsiteX2" fmla="*/ 721845 w 714728"/>
                <a:gd name="connsiteY2" fmla="*/ 1501411 h 1489016"/>
                <a:gd name="connsiteX3" fmla="*/ 719159 w 714728"/>
                <a:gd name="connsiteY3" fmla="*/ 1502698 h 1489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4728" h="1489016">
                  <a:moveTo>
                    <a:pt x="0" y="1286"/>
                  </a:moveTo>
                  <a:lnTo>
                    <a:pt x="2686" y="0"/>
                  </a:lnTo>
                  <a:lnTo>
                    <a:pt x="721845" y="1501411"/>
                  </a:lnTo>
                  <a:lnTo>
                    <a:pt x="719159" y="150269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01">
              <a:extLst>
                <a:ext uri="{FF2B5EF4-FFF2-40B4-BE49-F238E27FC236}">
                  <a16:creationId xmlns:a16="http://schemas.microsoft.com/office/drawing/2014/main" id="{104A30CB-3D1F-4EBB-8844-65B978BB0E25}"/>
                </a:ext>
              </a:extLst>
            </p:cNvPr>
            <p:cNvSpPr/>
            <p:nvPr/>
          </p:nvSpPr>
          <p:spPr>
            <a:xfrm>
              <a:off x="8892337" y="6345508"/>
              <a:ext cx="1995282" cy="476485"/>
            </a:xfrm>
            <a:custGeom>
              <a:avLst/>
              <a:gdLst>
                <a:gd name="connsiteX0" fmla="*/ 1992304 w 1995282"/>
                <a:gd name="connsiteY0" fmla="*/ 0 h 476485"/>
                <a:gd name="connsiteX1" fmla="*/ 1995282 w 1995282"/>
                <a:gd name="connsiteY1" fmla="*/ 2978 h 476485"/>
                <a:gd name="connsiteX2" fmla="*/ 0 w 1995282"/>
                <a:gd name="connsiteY2" fmla="*/ 485420 h 476485"/>
                <a:gd name="connsiteX3" fmla="*/ 0 w 1995282"/>
                <a:gd name="connsiteY3" fmla="*/ 482442 h 476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95282" h="476485">
                  <a:moveTo>
                    <a:pt x="1992304" y="0"/>
                  </a:moveTo>
                  <a:lnTo>
                    <a:pt x="1995282" y="2978"/>
                  </a:lnTo>
                  <a:lnTo>
                    <a:pt x="0" y="485420"/>
                  </a:lnTo>
                  <a:lnTo>
                    <a:pt x="0" y="482442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02">
              <a:extLst>
                <a:ext uri="{FF2B5EF4-FFF2-40B4-BE49-F238E27FC236}">
                  <a16:creationId xmlns:a16="http://schemas.microsoft.com/office/drawing/2014/main" id="{48E917A4-8892-40B4-96BB-41712AB5F88C}"/>
                </a:ext>
              </a:extLst>
            </p:cNvPr>
            <p:cNvSpPr/>
            <p:nvPr/>
          </p:nvSpPr>
          <p:spPr>
            <a:xfrm>
              <a:off x="8889359" y="5535483"/>
              <a:ext cx="863630" cy="1280554"/>
            </a:xfrm>
            <a:custGeom>
              <a:avLst/>
              <a:gdLst>
                <a:gd name="connsiteX0" fmla="*/ 875542 w 863629"/>
                <a:gd name="connsiteY0" fmla="*/ 0 h 1280554"/>
                <a:gd name="connsiteX1" fmla="*/ 878520 w 863629"/>
                <a:gd name="connsiteY1" fmla="*/ 2978 h 1280554"/>
                <a:gd name="connsiteX2" fmla="*/ 2978 w 863629"/>
                <a:gd name="connsiteY2" fmla="*/ 1295445 h 1280554"/>
                <a:gd name="connsiteX3" fmla="*/ 0 w 863629"/>
                <a:gd name="connsiteY3" fmla="*/ 1292467 h 1280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3629" h="1280554">
                  <a:moveTo>
                    <a:pt x="875542" y="0"/>
                  </a:moveTo>
                  <a:lnTo>
                    <a:pt x="878520" y="2978"/>
                  </a:lnTo>
                  <a:lnTo>
                    <a:pt x="2978" y="1295445"/>
                  </a:lnTo>
                  <a:lnTo>
                    <a:pt x="0" y="1292467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03">
              <a:extLst>
                <a:ext uri="{FF2B5EF4-FFF2-40B4-BE49-F238E27FC236}">
                  <a16:creationId xmlns:a16="http://schemas.microsoft.com/office/drawing/2014/main" id="{EE567CB1-0FFA-4A17-87B0-ED91165E67C2}"/>
                </a:ext>
              </a:extLst>
            </p:cNvPr>
            <p:cNvSpPr/>
            <p:nvPr/>
          </p:nvSpPr>
          <p:spPr>
            <a:xfrm>
              <a:off x="9764901" y="5535483"/>
              <a:ext cx="1101872" cy="804069"/>
            </a:xfrm>
            <a:custGeom>
              <a:avLst/>
              <a:gdLst>
                <a:gd name="connsiteX0" fmla="*/ 2978 w 1101872"/>
                <a:gd name="connsiteY0" fmla="*/ 0 h 804069"/>
                <a:gd name="connsiteX1" fmla="*/ 1122719 w 1101872"/>
                <a:gd name="connsiteY1" fmla="*/ 810025 h 804069"/>
                <a:gd name="connsiteX2" fmla="*/ 1119740 w 1101872"/>
                <a:gd name="connsiteY2" fmla="*/ 813003 h 804069"/>
                <a:gd name="connsiteX3" fmla="*/ 0 w 1101872"/>
                <a:gd name="connsiteY3" fmla="*/ 2978 h 804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01872" h="804069">
                  <a:moveTo>
                    <a:pt x="2978" y="0"/>
                  </a:moveTo>
                  <a:lnTo>
                    <a:pt x="1122719" y="810025"/>
                  </a:lnTo>
                  <a:lnTo>
                    <a:pt x="1119740" y="813003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04">
              <a:extLst>
                <a:ext uri="{FF2B5EF4-FFF2-40B4-BE49-F238E27FC236}">
                  <a16:creationId xmlns:a16="http://schemas.microsoft.com/office/drawing/2014/main" id="{7F52867E-03CD-4829-853B-635930D4BBCC}"/>
                </a:ext>
              </a:extLst>
            </p:cNvPr>
            <p:cNvSpPr/>
            <p:nvPr/>
          </p:nvSpPr>
          <p:spPr>
            <a:xfrm>
              <a:off x="9764901" y="5088778"/>
              <a:ext cx="982751" cy="446705"/>
            </a:xfrm>
            <a:custGeom>
              <a:avLst/>
              <a:gdLst>
                <a:gd name="connsiteX0" fmla="*/ 1006575 w 982751"/>
                <a:gd name="connsiteY0" fmla="*/ 0 h 446705"/>
                <a:gd name="connsiteX1" fmla="*/ 1006575 w 982751"/>
                <a:gd name="connsiteY1" fmla="*/ 2978 h 446705"/>
                <a:gd name="connsiteX2" fmla="*/ 2978 w 982751"/>
                <a:gd name="connsiteY2" fmla="*/ 449683 h 446705"/>
                <a:gd name="connsiteX3" fmla="*/ 0 w 982751"/>
                <a:gd name="connsiteY3" fmla="*/ 446705 h 446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2751" h="446705">
                  <a:moveTo>
                    <a:pt x="1006575" y="0"/>
                  </a:moveTo>
                  <a:lnTo>
                    <a:pt x="1006575" y="2978"/>
                  </a:lnTo>
                  <a:lnTo>
                    <a:pt x="2978" y="449683"/>
                  </a:lnTo>
                  <a:lnTo>
                    <a:pt x="0" y="446705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05">
              <a:extLst>
                <a:ext uri="{FF2B5EF4-FFF2-40B4-BE49-F238E27FC236}">
                  <a16:creationId xmlns:a16="http://schemas.microsoft.com/office/drawing/2014/main" id="{BC15173E-EBE8-4975-A389-70C42D64B0C0}"/>
                </a:ext>
              </a:extLst>
            </p:cNvPr>
            <p:cNvSpPr/>
            <p:nvPr/>
          </p:nvSpPr>
          <p:spPr>
            <a:xfrm>
              <a:off x="9767878" y="5535483"/>
              <a:ext cx="1905941" cy="29780"/>
            </a:xfrm>
            <a:custGeom>
              <a:avLst/>
              <a:gdLst>
                <a:gd name="connsiteX0" fmla="*/ 0 w 1905941"/>
                <a:gd name="connsiteY0" fmla="*/ 0 h 29780"/>
                <a:gd name="connsiteX1" fmla="*/ 1911897 w 1905941"/>
                <a:gd name="connsiteY1" fmla="*/ 47649 h 29780"/>
                <a:gd name="connsiteX2" fmla="*/ 1911897 w 1905941"/>
                <a:gd name="connsiteY2" fmla="*/ 50626 h 29780"/>
                <a:gd name="connsiteX3" fmla="*/ 0 w 1905941"/>
                <a:gd name="connsiteY3" fmla="*/ 2978 h 2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941" h="29780">
                  <a:moveTo>
                    <a:pt x="0" y="0"/>
                  </a:moveTo>
                  <a:lnTo>
                    <a:pt x="1911897" y="47649"/>
                  </a:lnTo>
                  <a:lnTo>
                    <a:pt x="1911897" y="50626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06">
              <a:extLst>
                <a:ext uri="{FF2B5EF4-FFF2-40B4-BE49-F238E27FC236}">
                  <a16:creationId xmlns:a16="http://schemas.microsoft.com/office/drawing/2014/main" id="{ED408F36-F047-4E24-A057-36878F14DD24}"/>
                </a:ext>
              </a:extLst>
            </p:cNvPr>
            <p:cNvSpPr/>
            <p:nvPr/>
          </p:nvSpPr>
          <p:spPr>
            <a:xfrm>
              <a:off x="10771476" y="5088778"/>
              <a:ext cx="893410" cy="476485"/>
            </a:xfrm>
            <a:custGeom>
              <a:avLst/>
              <a:gdLst>
                <a:gd name="connsiteX0" fmla="*/ 0 w 893410"/>
                <a:gd name="connsiteY0" fmla="*/ 0 h 476485"/>
                <a:gd name="connsiteX1" fmla="*/ 908300 w 893410"/>
                <a:gd name="connsiteY1" fmla="*/ 494354 h 476485"/>
                <a:gd name="connsiteX2" fmla="*/ 905322 w 893410"/>
                <a:gd name="connsiteY2" fmla="*/ 497331 h 476485"/>
                <a:gd name="connsiteX3" fmla="*/ 0 w 893410"/>
                <a:gd name="connsiteY3" fmla="*/ 2978 h 4764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3410" h="476485">
                  <a:moveTo>
                    <a:pt x="0" y="0"/>
                  </a:moveTo>
                  <a:lnTo>
                    <a:pt x="908300" y="494354"/>
                  </a:lnTo>
                  <a:lnTo>
                    <a:pt x="905322" y="497331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07">
              <a:extLst>
                <a:ext uri="{FF2B5EF4-FFF2-40B4-BE49-F238E27FC236}">
                  <a16:creationId xmlns:a16="http://schemas.microsoft.com/office/drawing/2014/main" id="{1CED5A8B-44E3-4203-B560-FBABACAFF2CB}"/>
                </a:ext>
              </a:extLst>
            </p:cNvPr>
            <p:cNvSpPr/>
            <p:nvPr/>
          </p:nvSpPr>
          <p:spPr>
            <a:xfrm>
              <a:off x="10768498" y="5088778"/>
              <a:ext cx="119121" cy="1250774"/>
            </a:xfrm>
            <a:custGeom>
              <a:avLst/>
              <a:gdLst>
                <a:gd name="connsiteX0" fmla="*/ 0 w 119121"/>
                <a:gd name="connsiteY0" fmla="*/ 0 h 1250774"/>
                <a:gd name="connsiteX1" fmla="*/ 5956 w 119121"/>
                <a:gd name="connsiteY1" fmla="*/ 0 h 1250774"/>
                <a:gd name="connsiteX2" fmla="*/ 119121 w 119121"/>
                <a:gd name="connsiteY2" fmla="*/ 1259708 h 1250774"/>
                <a:gd name="connsiteX3" fmla="*/ 116143 w 119121"/>
                <a:gd name="connsiteY3" fmla="*/ 1259708 h 1250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121" h="1250774">
                  <a:moveTo>
                    <a:pt x="0" y="0"/>
                  </a:moveTo>
                  <a:lnTo>
                    <a:pt x="5956" y="0"/>
                  </a:lnTo>
                  <a:lnTo>
                    <a:pt x="119121" y="1259708"/>
                  </a:lnTo>
                  <a:lnTo>
                    <a:pt x="116143" y="125970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08">
              <a:extLst>
                <a:ext uri="{FF2B5EF4-FFF2-40B4-BE49-F238E27FC236}">
                  <a16:creationId xmlns:a16="http://schemas.microsoft.com/office/drawing/2014/main" id="{D920AC0A-76E8-44A9-AB61-58DF6E27BB1D}"/>
                </a:ext>
              </a:extLst>
            </p:cNvPr>
            <p:cNvSpPr/>
            <p:nvPr/>
          </p:nvSpPr>
          <p:spPr>
            <a:xfrm>
              <a:off x="5786248" y="1256049"/>
              <a:ext cx="29780" cy="29780"/>
            </a:xfrm>
            <a:custGeom>
              <a:avLst/>
              <a:gdLst/>
              <a:ahLst/>
              <a:cxnLst/>
              <a:rect l="l" t="t" r="r" b="b"/>
              <a:pathLst>
                <a:path/>
              </a:pathLst>
            </a:custGeom>
            <a:grpFill/>
            <a:ln w="74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09">
              <a:extLst>
                <a:ext uri="{FF2B5EF4-FFF2-40B4-BE49-F238E27FC236}">
                  <a16:creationId xmlns:a16="http://schemas.microsoft.com/office/drawing/2014/main" id="{73C2BB94-8ED6-453E-B878-BA846CE8DC6D}"/>
                </a:ext>
              </a:extLst>
            </p:cNvPr>
            <p:cNvSpPr/>
            <p:nvPr/>
          </p:nvSpPr>
          <p:spPr>
            <a:xfrm>
              <a:off x="10884641" y="6348486"/>
              <a:ext cx="29780" cy="1042312"/>
            </a:xfrm>
            <a:custGeom>
              <a:avLst/>
              <a:gdLst>
                <a:gd name="connsiteX0" fmla="*/ 0 w 29780"/>
                <a:gd name="connsiteY0" fmla="*/ 0 h 1042311"/>
                <a:gd name="connsiteX1" fmla="*/ 2978 w 29780"/>
                <a:gd name="connsiteY1" fmla="*/ 0 h 1042311"/>
                <a:gd name="connsiteX2" fmla="*/ 38715 w 29780"/>
                <a:gd name="connsiteY2" fmla="*/ 1045290 h 1042311"/>
                <a:gd name="connsiteX3" fmla="*/ 35736 w 29780"/>
                <a:gd name="connsiteY3" fmla="*/ 1045290 h 1042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780" h="1042311">
                  <a:moveTo>
                    <a:pt x="0" y="0"/>
                  </a:moveTo>
                  <a:lnTo>
                    <a:pt x="2978" y="0"/>
                  </a:lnTo>
                  <a:lnTo>
                    <a:pt x="38715" y="1045290"/>
                  </a:lnTo>
                  <a:lnTo>
                    <a:pt x="35736" y="104529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110">
              <a:extLst>
                <a:ext uri="{FF2B5EF4-FFF2-40B4-BE49-F238E27FC236}">
                  <a16:creationId xmlns:a16="http://schemas.microsoft.com/office/drawing/2014/main" id="{DB1D69A4-6CF1-4368-A7DD-0531760A2D7D}"/>
                </a:ext>
              </a:extLst>
            </p:cNvPr>
            <p:cNvSpPr/>
            <p:nvPr/>
          </p:nvSpPr>
          <p:spPr>
            <a:xfrm>
              <a:off x="9607065" y="6345508"/>
              <a:ext cx="1280554" cy="1965502"/>
            </a:xfrm>
            <a:custGeom>
              <a:avLst/>
              <a:gdLst>
                <a:gd name="connsiteX0" fmla="*/ 1277576 w 1280554"/>
                <a:gd name="connsiteY0" fmla="*/ 0 h 1965502"/>
                <a:gd name="connsiteX1" fmla="*/ 1280554 w 1280554"/>
                <a:gd name="connsiteY1" fmla="*/ 2978 h 1965502"/>
                <a:gd name="connsiteX2" fmla="*/ 5956 w 1280554"/>
                <a:gd name="connsiteY2" fmla="*/ 1986349 h 1965502"/>
                <a:gd name="connsiteX3" fmla="*/ 0 w 1280554"/>
                <a:gd name="connsiteY3" fmla="*/ 1983370 h 1965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80554" h="1965502">
                  <a:moveTo>
                    <a:pt x="1277576" y="0"/>
                  </a:moveTo>
                  <a:lnTo>
                    <a:pt x="1280554" y="2978"/>
                  </a:lnTo>
                  <a:lnTo>
                    <a:pt x="5956" y="1986349"/>
                  </a:lnTo>
                  <a:lnTo>
                    <a:pt x="0" y="198337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111">
              <a:extLst>
                <a:ext uri="{FF2B5EF4-FFF2-40B4-BE49-F238E27FC236}">
                  <a16:creationId xmlns:a16="http://schemas.microsoft.com/office/drawing/2014/main" id="{E30C7C71-BE6E-4A69-A703-2F3442A1FCC7}"/>
                </a:ext>
              </a:extLst>
            </p:cNvPr>
            <p:cNvSpPr/>
            <p:nvPr/>
          </p:nvSpPr>
          <p:spPr>
            <a:xfrm>
              <a:off x="9610043" y="7390798"/>
              <a:ext cx="1310335" cy="923190"/>
            </a:xfrm>
            <a:custGeom>
              <a:avLst/>
              <a:gdLst>
                <a:gd name="connsiteX0" fmla="*/ 1310335 w 1310334"/>
                <a:gd name="connsiteY0" fmla="*/ 0 h 923190"/>
                <a:gd name="connsiteX1" fmla="*/ 1313313 w 1310334"/>
                <a:gd name="connsiteY1" fmla="*/ 2978 h 923190"/>
                <a:gd name="connsiteX2" fmla="*/ 0 w 1310334"/>
                <a:gd name="connsiteY2" fmla="*/ 941059 h 923190"/>
                <a:gd name="connsiteX3" fmla="*/ 0 w 1310334"/>
                <a:gd name="connsiteY3" fmla="*/ 938081 h 923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10334" h="923190">
                  <a:moveTo>
                    <a:pt x="1310335" y="0"/>
                  </a:moveTo>
                  <a:lnTo>
                    <a:pt x="1313313" y="2978"/>
                  </a:lnTo>
                  <a:lnTo>
                    <a:pt x="0" y="941059"/>
                  </a:lnTo>
                  <a:lnTo>
                    <a:pt x="0" y="938081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112">
              <a:extLst>
                <a:ext uri="{FF2B5EF4-FFF2-40B4-BE49-F238E27FC236}">
                  <a16:creationId xmlns:a16="http://schemas.microsoft.com/office/drawing/2014/main" id="{66EEF7FD-DD62-4F83-B2BD-662FD3A967EF}"/>
                </a:ext>
              </a:extLst>
            </p:cNvPr>
            <p:cNvSpPr/>
            <p:nvPr/>
          </p:nvSpPr>
          <p:spPr>
            <a:xfrm>
              <a:off x="10920377" y="6220430"/>
              <a:ext cx="684948" cy="1161433"/>
            </a:xfrm>
            <a:custGeom>
              <a:avLst/>
              <a:gdLst>
                <a:gd name="connsiteX0" fmla="*/ 696860 w 684947"/>
                <a:gd name="connsiteY0" fmla="*/ 0 h 1161433"/>
                <a:gd name="connsiteX1" fmla="*/ 699838 w 684947"/>
                <a:gd name="connsiteY1" fmla="*/ 2978 h 1161433"/>
                <a:gd name="connsiteX2" fmla="*/ 2978 w 684947"/>
                <a:gd name="connsiteY2" fmla="*/ 1173345 h 1161433"/>
                <a:gd name="connsiteX3" fmla="*/ 0 w 684947"/>
                <a:gd name="connsiteY3" fmla="*/ 1170367 h 1161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947" h="1161433">
                  <a:moveTo>
                    <a:pt x="696860" y="0"/>
                  </a:moveTo>
                  <a:lnTo>
                    <a:pt x="699838" y="2978"/>
                  </a:lnTo>
                  <a:lnTo>
                    <a:pt x="2978" y="1173345"/>
                  </a:lnTo>
                  <a:lnTo>
                    <a:pt x="0" y="1170367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113">
              <a:extLst>
                <a:ext uri="{FF2B5EF4-FFF2-40B4-BE49-F238E27FC236}">
                  <a16:creationId xmlns:a16="http://schemas.microsoft.com/office/drawing/2014/main" id="{1F938AF8-6FED-4D13-A050-85F1A3E6A7FD}"/>
                </a:ext>
              </a:extLst>
            </p:cNvPr>
            <p:cNvSpPr/>
            <p:nvPr/>
          </p:nvSpPr>
          <p:spPr>
            <a:xfrm>
              <a:off x="10920377" y="7390798"/>
              <a:ext cx="774289" cy="1101872"/>
            </a:xfrm>
            <a:custGeom>
              <a:avLst/>
              <a:gdLst>
                <a:gd name="connsiteX0" fmla="*/ 2978 w 774288"/>
                <a:gd name="connsiteY0" fmla="*/ 0 h 1101872"/>
                <a:gd name="connsiteX1" fmla="*/ 789179 w 774288"/>
                <a:gd name="connsiteY1" fmla="*/ 1107828 h 1101872"/>
                <a:gd name="connsiteX2" fmla="*/ 786201 w 774288"/>
                <a:gd name="connsiteY2" fmla="*/ 1110807 h 1101872"/>
                <a:gd name="connsiteX3" fmla="*/ 0 w 774288"/>
                <a:gd name="connsiteY3" fmla="*/ 2978 h 1101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4288" h="1101872">
                  <a:moveTo>
                    <a:pt x="2978" y="0"/>
                  </a:moveTo>
                  <a:lnTo>
                    <a:pt x="789179" y="1107828"/>
                  </a:lnTo>
                  <a:lnTo>
                    <a:pt x="786201" y="1110807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114">
              <a:extLst>
                <a:ext uri="{FF2B5EF4-FFF2-40B4-BE49-F238E27FC236}">
                  <a16:creationId xmlns:a16="http://schemas.microsoft.com/office/drawing/2014/main" id="{9C94E07E-AE36-4D1D-A339-C03AF624287D}"/>
                </a:ext>
              </a:extLst>
            </p:cNvPr>
            <p:cNvSpPr/>
            <p:nvPr/>
          </p:nvSpPr>
          <p:spPr>
            <a:xfrm>
              <a:off x="10884641" y="6220430"/>
              <a:ext cx="714728" cy="119121"/>
            </a:xfrm>
            <a:custGeom>
              <a:avLst/>
              <a:gdLst>
                <a:gd name="connsiteX0" fmla="*/ 732596 w 714728"/>
                <a:gd name="connsiteY0" fmla="*/ 0 h 119121"/>
                <a:gd name="connsiteX1" fmla="*/ 735574 w 714728"/>
                <a:gd name="connsiteY1" fmla="*/ 2978 h 119121"/>
                <a:gd name="connsiteX2" fmla="*/ 2978 w 714728"/>
                <a:gd name="connsiteY2" fmla="*/ 128056 h 119121"/>
                <a:gd name="connsiteX3" fmla="*/ 0 w 714728"/>
                <a:gd name="connsiteY3" fmla="*/ 125077 h 119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4728" h="119121">
                  <a:moveTo>
                    <a:pt x="732596" y="0"/>
                  </a:moveTo>
                  <a:lnTo>
                    <a:pt x="735574" y="2978"/>
                  </a:lnTo>
                  <a:lnTo>
                    <a:pt x="2978" y="128056"/>
                  </a:lnTo>
                  <a:lnTo>
                    <a:pt x="0" y="125077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115">
              <a:extLst>
                <a:ext uri="{FF2B5EF4-FFF2-40B4-BE49-F238E27FC236}">
                  <a16:creationId xmlns:a16="http://schemas.microsoft.com/office/drawing/2014/main" id="{4B5D22B5-B1E6-43B4-9BED-6CCD94A9AC96}"/>
                </a:ext>
              </a:extLst>
            </p:cNvPr>
            <p:cNvSpPr/>
            <p:nvPr/>
          </p:nvSpPr>
          <p:spPr>
            <a:xfrm>
              <a:off x="11616282" y="5584663"/>
              <a:ext cx="59561" cy="625387"/>
            </a:xfrm>
            <a:custGeom>
              <a:avLst/>
              <a:gdLst>
                <a:gd name="connsiteX0" fmla="*/ 0 w 59560"/>
                <a:gd name="connsiteY0" fmla="*/ 637332 h 625387"/>
                <a:gd name="connsiteX1" fmla="*/ 61585 w 59560"/>
                <a:gd name="connsiteY1" fmla="*/ 0 h 625387"/>
                <a:gd name="connsiteX2" fmla="*/ 64550 w 59560"/>
                <a:gd name="connsiteY2" fmla="*/ 286 h 625387"/>
                <a:gd name="connsiteX3" fmla="*/ 2965 w 59560"/>
                <a:gd name="connsiteY3" fmla="*/ 637618 h 625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560" h="625387">
                  <a:moveTo>
                    <a:pt x="0" y="637332"/>
                  </a:moveTo>
                  <a:lnTo>
                    <a:pt x="61585" y="0"/>
                  </a:lnTo>
                  <a:lnTo>
                    <a:pt x="64550" y="286"/>
                  </a:lnTo>
                  <a:lnTo>
                    <a:pt x="2965" y="63761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116">
              <a:extLst>
                <a:ext uri="{FF2B5EF4-FFF2-40B4-BE49-F238E27FC236}">
                  <a16:creationId xmlns:a16="http://schemas.microsoft.com/office/drawing/2014/main" id="{BC86583A-2CA9-43AF-9ECE-9D913A823392}"/>
                </a:ext>
              </a:extLst>
            </p:cNvPr>
            <p:cNvSpPr/>
            <p:nvPr/>
          </p:nvSpPr>
          <p:spPr>
            <a:xfrm>
              <a:off x="11676798" y="5288306"/>
              <a:ext cx="774289" cy="297803"/>
            </a:xfrm>
            <a:custGeom>
              <a:avLst/>
              <a:gdLst>
                <a:gd name="connsiteX0" fmla="*/ 798113 w 774288"/>
                <a:gd name="connsiteY0" fmla="*/ 0 h 297803"/>
                <a:gd name="connsiteX1" fmla="*/ 798113 w 774288"/>
                <a:gd name="connsiteY1" fmla="*/ 2978 h 297803"/>
                <a:gd name="connsiteX2" fmla="*/ 2978 w 774288"/>
                <a:gd name="connsiteY2" fmla="*/ 297803 h 297803"/>
                <a:gd name="connsiteX3" fmla="*/ 0 w 774288"/>
                <a:gd name="connsiteY3" fmla="*/ 294826 h 297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4288" h="297803">
                  <a:moveTo>
                    <a:pt x="798113" y="0"/>
                  </a:moveTo>
                  <a:lnTo>
                    <a:pt x="798113" y="2978"/>
                  </a:lnTo>
                  <a:lnTo>
                    <a:pt x="2978" y="297803"/>
                  </a:lnTo>
                  <a:lnTo>
                    <a:pt x="0" y="294826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117">
              <a:extLst>
                <a:ext uri="{FF2B5EF4-FFF2-40B4-BE49-F238E27FC236}">
                  <a16:creationId xmlns:a16="http://schemas.microsoft.com/office/drawing/2014/main" id="{518779F4-BFAD-4683-90F6-CDBDA7284A07}"/>
                </a:ext>
              </a:extLst>
            </p:cNvPr>
            <p:cNvSpPr/>
            <p:nvPr/>
          </p:nvSpPr>
          <p:spPr>
            <a:xfrm>
              <a:off x="11676798" y="5583132"/>
              <a:ext cx="446705" cy="1161433"/>
            </a:xfrm>
            <a:custGeom>
              <a:avLst/>
              <a:gdLst>
                <a:gd name="connsiteX0" fmla="*/ 2978 w 446705"/>
                <a:gd name="connsiteY0" fmla="*/ 0 h 1161433"/>
                <a:gd name="connsiteX1" fmla="*/ 461595 w 446705"/>
                <a:gd name="connsiteY1" fmla="*/ 1173345 h 1161433"/>
                <a:gd name="connsiteX2" fmla="*/ 455639 w 446705"/>
                <a:gd name="connsiteY2" fmla="*/ 1176323 h 1161433"/>
                <a:gd name="connsiteX3" fmla="*/ 0 w 446705"/>
                <a:gd name="connsiteY3" fmla="*/ 2978 h 1161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6705" h="1161433">
                  <a:moveTo>
                    <a:pt x="2978" y="0"/>
                  </a:moveTo>
                  <a:lnTo>
                    <a:pt x="461595" y="1173345"/>
                  </a:lnTo>
                  <a:lnTo>
                    <a:pt x="455639" y="1176323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 118">
              <a:extLst>
                <a:ext uri="{FF2B5EF4-FFF2-40B4-BE49-F238E27FC236}">
                  <a16:creationId xmlns:a16="http://schemas.microsoft.com/office/drawing/2014/main" id="{5DC815E3-FEF9-4E5A-B26F-C433B5D0E912}"/>
                </a:ext>
              </a:extLst>
            </p:cNvPr>
            <p:cNvSpPr/>
            <p:nvPr/>
          </p:nvSpPr>
          <p:spPr>
            <a:xfrm>
              <a:off x="11617237" y="6220430"/>
              <a:ext cx="387144" cy="1697479"/>
            </a:xfrm>
            <a:custGeom>
              <a:avLst/>
              <a:gdLst>
                <a:gd name="connsiteX0" fmla="*/ 2978 w 387144"/>
                <a:gd name="connsiteY0" fmla="*/ 0 h 1697479"/>
                <a:gd name="connsiteX1" fmla="*/ 393100 w 387144"/>
                <a:gd name="connsiteY1" fmla="*/ 1709391 h 1697479"/>
                <a:gd name="connsiteX2" fmla="*/ 390122 w 387144"/>
                <a:gd name="connsiteY2" fmla="*/ 1712369 h 1697479"/>
                <a:gd name="connsiteX3" fmla="*/ 0 w 387144"/>
                <a:gd name="connsiteY3" fmla="*/ 2978 h 1697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144" h="1697479">
                  <a:moveTo>
                    <a:pt x="2978" y="0"/>
                  </a:moveTo>
                  <a:lnTo>
                    <a:pt x="393100" y="1709391"/>
                  </a:lnTo>
                  <a:lnTo>
                    <a:pt x="390122" y="1712369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 119">
              <a:extLst>
                <a:ext uri="{FF2B5EF4-FFF2-40B4-BE49-F238E27FC236}">
                  <a16:creationId xmlns:a16="http://schemas.microsoft.com/office/drawing/2014/main" id="{3CB366C8-D27A-43E7-B862-0ACCF5535238}"/>
                </a:ext>
              </a:extLst>
            </p:cNvPr>
            <p:cNvSpPr/>
            <p:nvPr/>
          </p:nvSpPr>
          <p:spPr>
            <a:xfrm>
              <a:off x="11617237" y="6220430"/>
              <a:ext cx="506266" cy="536046"/>
            </a:xfrm>
            <a:custGeom>
              <a:avLst/>
              <a:gdLst>
                <a:gd name="connsiteX0" fmla="*/ 2978 w 506265"/>
                <a:gd name="connsiteY0" fmla="*/ 0 h 536046"/>
                <a:gd name="connsiteX1" fmla="*/ 518178 w 506265"/>
                <a:gd name="connsiteY1" fmla="*/ 536046 h 536046"/>
                <a:gd name="connsiteX2" fmla="*/ 515200 w 506265"/>
                <a:gd name="connsiteY2" fmla="*/ 539024 h 536046"/>
                <a:gd name="connsiteX3" fmla="*/ 0 w 506265"/>
                <a:gd name="connsiteY3" fmla="*/ 2978 h 536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6265" h="536046">
                  <a:moveTo>
                    <a:pt x="2978" y="0"/>
                  </a:moveTo>
                  <a:lnTo>
                    <a:pt x="518178" y="536046"/>
                  </a:lnTo>
                  <a:lnTo>
                    <a:pt x="515200" y="539024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 120">
              <a:extLst>
                <a:ext uri="{FF2B5EF4-FFF2-40B4-BE49-F238E27FC236}">
                  <a16:creationId xmlns:a16="http://schemas.microsoft.com/office/drawing/2014/main" id="{39786678-C682-4083-ACD4-F4D381604639}"/>
                </a:ext>
              </a:extLst>
            </p:cNvPr>
            <p:cNvSpPr/>
            <p:nvPr/>
          </p:nvSpPr>
          <p:spPr>
            <a:xfrm>
              <a:off x="11617237" y="6220430"/>
              <a:ext cx="1459236" cy="2352646"/>
            </a:xfrm>
            <a:custGeom>
              <a:avLst/>
              <a:gdLst>
                <a:gd name="connsiteX0" fmla="*/ 2978 w 1459236"/>
                <a:gd name="connsiteY0" fmla="*/ 0 h 2352646"/>
                <a:gd name="connsiteX1" fmla="*/ 1480083 w 1459236"/>
                <a:gd name="connsiteY1" fmla="*/ 2364559 h 2352646"/>
                <a:gd name="connsiteX2" fmla="*/ 1474127 w 1459236"/>
                <a:gd name="connsiteY2" fmla="*/ 2367537 h 2352646"/>
                <a:gd name="connsiteX3" fmla="*/ 0 w 1459236"/>
                <a:gd name="connsiteY3" fmla="*/ 2978 h 2352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59236" h="2352646">
                  <a:moveTo>
                    <a:pt x="2978" y="0"/>
                  </a:moveTo>
                  <a:lnTo>
                    <a:pt x="1480083" y="2364559"/>
                  </a:lnTo>
                  <a:lnTo>
                    <a:pt x="1474127" y="2367537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 121">
              <a:extLst>
                <a:ext uri="{FF2B5EF4-FFF2-40B4-BE49-F238E27FC236}">
                  <a16:creationId xmlns:a16="http://schemas.microsoft.com/office/drawing/2014/main" id="{B4A0688D-4611-4362-BA3F-EA40BC010B4B}"/>
                </a:ext>
              </a:extLst>
            </p:cNvPr>
            <p:cNvSpPr/>
            <p:nvPr/>
          </p:nvSpPr>
          <p:spPr>
            <a:xfrm>
              <a:off x="11706578" y="7929822"/>
              <a:ext cx="297803" cy="565826"/>
            </a:xfrm>
            <a:custGeom>
              <a:avLst/>
              <a:gdLst>
                <a:gd name="connsiteX0" fmla="*/ 300781 w 297803"/>
                <a:gd name="connsiteY0" fmla="*/ 0 h 565826"/>
                <a:gd name="connsiteX1" fmla="*/ 303759 w 297803"/>
                <a:gd name="connsiteY1" fmla="*/ 2978 h 565826"/>
                <a:gd name="connsiteX2" fmla="*/ 2978 w 297803"/>
                <a:gd name="connsiteY2" fmla="*/ 571782 h 565826"/>
                <a:gd name="connsiteX3" fmla="*/ 0 w 297803"/>
                <a:gd name="connsiteY3" fmla="*/ 568804 h 565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7803" h="565826">
                  <a:moveTo>
                    <a:pt x="300781" y="0"/>
                  </a:moveTo>
                  <a:lnTo>
                    <a:pt x="303759" y="2978"/>
                  </a:lnTo>
                  <a:lnTo>
                    <a:pt x="2978" y="571782"/>
                  </a:lnTo>
                  <a:lnTo>
                    <a:pt x="0" y="568804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 122">
              <a:extLst>
                <a:ext uri="{FF2B5EF4-FFF2-40B4-BE49-F238E27FC236}">
                  <a16:creationId xmlns:a16="http://schemas.microsoft.com/office/drawing/2014/main" id="{6576EBAF-B209-42A6-9549-59789B13B808}"/>
                </a:ext>
              </a:extLst>
            </p:cNvPr>
            <p:cNvSpPr/>
            <p:nvPr/>
          </p:nvSpPr>
          <p:spPr>
            <a:xfrm>
              <a:off x="12007359" y="7929822"/>
              <a:ext cx="1072092" cy="655167"/>
            </a:xfrm>
            <a:custGeom>
              <a:avLst/>
              <a:gdLst>
                <a:gd name="connsiteX0" fmla="*/ 2978 w 1072092"/>
                <a:gd name="connsiteY0" fmla="*/ 0 h 655167"/>
                <a:gd name="connsiteX1" fmla="*/ 1086982 w 1072092"/>
                <a:gd name="connsiteY1" fmla="*/ 655167 h 655167"/>
                <a:gd name="connsiteX2" fmla="*/ 1086982 w 1072092"/>
                <a:gd name="connsiteY2" fmla="*/ 658145 h 655167"/>
                <a:gd name="connsiteX3" fmla="*/ 0 w 1072092"/>
                <a:gd name="connsiteY3" fmla="*/ 2978 h 655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72092" h="655167">
                  <a:moveTo>
                    <a:pt x="2978" y="0"/>
                  </a:moveTo>
                  <a:lnTo>
                    <a:pt x="1086982" y="655167"/>
                  </a:lnTo>
                  <a:lnTo>
                    <a:pt x="1086982" y="658145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 123">
              <a:extLst>
                <a:ext uri="{FF2B5EF4-FFF2-40B4-BE49-F238E27FC236}">
                  <a16:creationId xmlns:a16="http://schemas.microsoft.com/office/drawing/2014/main" id="{C1463516-9F26-48BA-852A-16215D6C38B5}"/>
                </a:ext>
              </a:extLst>
            </p:cNvPr>
            <p:cNvSpPr/>
            <p:nvPr/>
          </p:nvSpPr>
          <p:spPr>
            <a:xfrm>
              <a:off x="12016418" y="6970177"/>
              <a:ext cx="238243" cy="952971"/>
            </a:xfrm>
            <a:custGeom>
              <a:avLst/>
              <a:gdLst>
                <a:gd name="connsiteX0" fmla="*/ 0 w 238242"/>
                <a:gd name="connsiteY0" fmla="*/ 960943 h 952970"/>
                <a:gd name="connsiteX1" fmla="*/ 245045 w 238242"/>
                <a:gd name="connsiteY1" fmla="*/ 0 h 952970"/>
                <a:gd name="connsiteX2" fmla="*/ 247931 w 238242"/>
                <a:gd name="connsiteY2" fmla="*/ 736 h 952970"/>
                <a:gd name="connsiteX3" fmla="*/ 2886 w 238242"/>
                <a:gd name="connsiteY3" fmla="*/ 961679 h 952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242" h="952970">
                  <a:moveTo>
                    <a:pt x="0" y="960943"/>
                  </a:moveTo>
                  <a:lnTo>
                    <a:pt x="245045" y="0"/>
                  </a:lnTo>
                  <a:lnTo>
                    <a:pt x="247931" y="736"/>
                  </a:lnTo>
                  <a:lnTo>
                    <a:pt x="2886" y="961679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 124">
              <a:extLst>
                <a:ext uri="{FF2B5EF4-FFF2-40B4-BE49-F238E27FC236}">
                  <a16:creationId xmlns:a16="http://schemas.microsoft.com/office/drawing/2014/main" id="{D97EA3FF-0AE2-448A-AF35-2A65668ADFF3}"/>
                </a:ext>
              </a:extLst>
            </p:cNvPr>
            <p:cNvSpPr/>
            <p:nvPr/>
          </p:nvSpPr>
          <p:spPr>
            <a:xfrm>
              <a:off x="12132437" y="6756476"/>
              <a:ext cx="119121" cy="208462"/>
            </a:xfrm>
            <a:custGeom>
              <a:avLst/>
              <a:gdLst>
                <a:gd name="connsiteX0" fmla="*/ 2978 w 119121"/>
                <a:gd name="connsiteY0" fmla="*/ 0 h 208462"/>
                <a:gd name="connsiteX1" fmla="*/ 142945 w 119121"/>
                <a:gd name="connsiteY1" fmla="*/ 217397 h 208462"/>
                <a:gd name="connsiteX2" fmla="*/ 136989 w 119121"/>
                <a:gd name="connsiteY2" fmla="*/ 220375 h 208462"/>
                <a:gd name="connsiteX3" fmla="*/ 0 w 119121"/>
                <a:gd name="connsiteY3" fmla="*/ 2978 h 208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9121" h="208462">
                  <a:moveTo>
                    <a:pt x="2978" y="0"/>
                  </a:moveTo>
                  <a:lnTo>
                    <a:pt x="142945" y="217397"/>
                  </a:lnTo>
                  <a:lnTo>
                    <a:pt x="136989" y="220375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 125">
              <a:extLst>
                <a:ext uri="{FF2B5EF4-FFF2-40B4-BE49-F238E27FC236}">
                  <a16:creationId xmlns:a16="http://schemas.microsoft.com/office/drawing/2014/main" id="{9570B740-12AD-4295-9B91-D16FAA21B336}"/>
                </a:ext>
              </a:extLst>
            </p:cNvPr>
            <p:cNvSpPr/>
            <p:nvPr/>
          </p:nvSpPr>
          <p:spPr>
            <a:xfrm>
              <a:off x="12272405" y="6973873"/>
              <a:ext cx="595607" cy="29780"/>
            </a:xfrm>
            <a:custGeom>
              <a:avLst/>
              <a:gdLst>
                <a:gd name="connsiteX0" fmla="*/ 0 w 595606"/>
                <a:gd name="connsiteY0" fmla="*/ 0 h 29780"/>
                <a:gd name="connsiteX1" fmla="*/ 619431 w 595606"/>
                <a:gd name="connsiteY1" fmla="*/ 38715 h 29780"/>
                <a:gd name="connsiteX2" fmla="*/ 619431 w 595606"/>
                <a:gd name="connsiteY2" fmla="*/ 41692 h 29780"/>
                <a:gd name="connsiteX3" fmla="*/ 0 w 595606"/>
                <a:gd name="connsiteY3" fmla="*/ 2978 h 2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5606" h="29780">
                  <a:moveTo>
                    <a:pt x="0" y="0"/>
                  </a:moveTo>
                  <a:lnTo>
                    <a:pt x="619431" y="38715"/>
                  </a:lnTo>
                  <a:lnTo>
                    <a:pt x="619431" y="41692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 126">
              <a:extLst>
                <a:ext uri="{FF2B5EF4-FFF2-40B4-BE49-F238E27FC236}">
                  <a16:creationId xmlns:a16="http://schemas.microsoft.com/office/drawing/2014/main" id="{48DC1AD3-BFCA-42A4-87F6-6430AD238A32}"/>
                </a:ext>
              </a:extLst>
            </p:cNvPr>
            <p:cNvSpPr/>
            <p:nvPr/>
          </p:nvSpPr>
          <p:spPr>
            <a:xfrm>
              <a:off x="12269426" y="6973873"/>
              <a:ext cx="804069" cy="1608138"/>
            </a:xfrm>
            <a:custGeom>
              <a:avLst/>
              <a:gdLst>
                <a:gd name="connsiteX0" fmla="*/ 5956 w 804069"/>
                <a:gd name="connsiteY0" fmla="*/ 0 h 1608138"/>
                <a:gd name="connsiteX1" fmla="*/ 827893 w 804069"/>
                <a:gd name="connsiteY1" fmla="*/ 1611116 h 1608138"/>
                <a:gd name="connsiteX2" fmla="*/ 821937 w 804069"/>
                <a:gd name="connsiteY2" fmla="*/ 1614094 h 1608138"/>
                <a:gd name="connsiteX3" fmla="*/ 0 w 804069"/>
                <a:gd name="connsiteY3" fmla="*/ 2978 h 1608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069" h="1608138">
                  <a:moveTo>
                    <a:pt x="5956" y="0"/>
                  </a:moveTo>
                  <a:lnTo>
                    <a:pt x="827893" y="1611116"/>
                  </a:lnTo>
                  <a:lnTo>
                    <a:pt x="821937" y="1614094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 127">
              <a:extLst>
                <a:ext uri="{FF2B5EF4-FFF2-40B4-BE49-F238E27FC236}">
                  <a16:creationId xmlns:a16="http://schemas.microsoft.com/office/drawing/2014/main" id="{0C03A452-CDC8-4309-B3E8-538B9AE3C47E}"/>
                </a:ext>
              </a:extLst>
            </p:cNvPr>
            <p:cNvSpPr/>
            <p:nvPr/>
          </p:nvSpPr>
          <p:spPr>
            <a:xfrm>
              <a:off x="12888858" y="5702253"/>
              <a:ext cx="29780" cy="1310335"/>
            </a:xfrm>
            <a:custGeom>
              <a:avLst/>
              <a:gdLst>
                <a:gd name="connsiteX0" fmla="*/ 0 w 0"/>
                <a:gd name="connsiteY0" fmla="*/ 0 h 1310334"/>
                <a:gd name="connsiteX1" fmla="*/ 2978 w 0"/>
                <a:gd name="connsiteY1" fmla="*/ 0 h 1310334"/>
                <a:gd name="connsiteX2" fmla="*/ 5956 w 0"/>
                <a:gd name="connsiteY2" fmla="*/ 1313312 h 1310334"/>
                <a:gd name="connsiteX3" fmla="*/ 0 w 0"/>
                <a:gd name="connsiteY3" fmla="*/ 1313312 h 1310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h="1310334">
                  <a:moveTo>
                    <a:pt x="0" y="0"/>
                  </a:moveTo>
                  <a:lnTo>
                    <a:pt x="2978" y="0"/>
                  </a:lnTo>
                  <a:lnTo>
                    <a:pt x="5956" y="1313312"/>
                  </a:lnTo>
                  <a:lnTo>
                    <a:pt x="0" y="1313312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 128">
              <a:extLst>
                <a:ext uri="{FF2B5EF4-FFF2-40B4-BE49-F238E27FC236}">
                  <a16:creationId xmlns:a16="http://schemas.microsoft.com/office/drawing/2014/main" id="{07B61157-1B01-4DD1-8877-F0EB3DBAB857}"/>
                </a:ext>
              </a:extLst>
            </p:cNvPr>
            <p:cNvSpPr/>
            <p:nvPr/>
          </p:nvSpPr>
          <p:spPr>
            <a:xfrm>
              <a:off x="12888858" y="7015565"/>
              <a:ext cx="208462" cy="1548577"/>
            </a:xfrm>
            <a:custGeom>
              <a:avLst/>
              <a:gdLst>
                <a:gd name="connsiteX0" fmla="*/ 5956 w 208462"/>
                <a:gd name="connsiteY0" fmla="*/ 0 h 1548577"/>
                <a:gd name="connsiteX1" fmla="*/ 208462 w 208462"/>
                <a:gd name="connsiteY1" fmla="*/ 1569424 h 1548577"/>
                <a:gd name="connsiteX2" fmla="*/ 202506 w 208462"/>
                <a:gd name="connsiteY2" fmla="*/ 1572402 h 1548577"/>
                <a:gd name="connsiteX3" fmla="*/ 0 w 208462"/>
                <a:gd name="connsiteY3" fmla="*/ 0 h 1548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8462" h="1548577">
                  <a:moveTo>
                    <a:pt x="5956" y="0"/>
                  </a:moveTo>
                  <a:lnTo>
                    <a:pt x="208462" y="1569424"/>
                  </a:lnTo>
                  <a:lnTo>
                    <a:pt x="202506" y="157240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 129">
              <a:extLst>
                <a:ext uri="{FF2B5EF4-FFF2-40B4-BE49-F238E27FC236}">
                  <a16:creationId xmlns:a16="http://schemas.microsoft.com/office/drawing/2014/main" id="{9CC9DA38-A1C7-40D4-BD49-1FACC2E441E8}"/>
                </a:ext>
              </a:extLst>
            </p:cNvPr>
            <p:cNvSpPr/>
            <p:nvPr/>
          </p:nvSpPr>
          <p:spPr>
            <a:xfrm>
              <a:off x="12471933" y="5288306"/>
              <a:ext cx="416925" cy="1727259"/>
            </a:xfrm>
            <a:custGeom>
              <a:avLst/>
              <a:gdLst>
                <a:gd name="connsiteX0" fmla="*/ 2978 w 416924"/>
                <a:gd name="connsiteY0" fmla="*/ 0 h 1727259"/>
                <a:gd name="connsiteX1" fmla="*/ 422881 w 416924"/>
                <a:gd name="connsiteY1" fmla="*/ 1724282 h 1727259"/>
                <a:gd name="connsiteX2" fmla="*/ 416925 w 416924"/>
                <a:gd name="connsiteY2" fmla="*/ 1727259 h 1727259"/>
                <a:gd name="connsiteX3" fmla="*/ 0 w 416924"/>
                <a:gd name="connsiteY3" fmla="*/ 2978 h 1727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924" h="1727259">
                  <a:moveTo>
                    <a:pt x="2978" y="0"/>
                  </a:moveTo>
                  <a:lnTo>
                    <a:pt x="422881" y="1724282"/>
                  </a:lnTo>
                  <a:lnTo>
                    <a:pt x="416925" y="1727259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 130">
              <a:extLst>
                <a:ext uri="{FF2B5EF4-FFF2-40B4-BE49-F238E27FC236}">
                  <a16:creationId xmlns:a16="http://schemas.microsoft.com/office/drawing/2014/main" id="{02F47AEB-3412-470B-B878-C570BDD263F9}"/>
                </a:ext>
              </a:extLst>
            </p:cNvPr>
            <p:cNvSpPr/>
            <p:nvPr/>
          </p:nvSpPr>
          <p:spPr>
            <a:xfrm>
              <a:off x="12471933" y="5288306"/>
              <a:ext cx="416925" cy="416925"/>
            </a:xfrm>
            <a:custGeom>
              <a:avLst/>
              <a:gdLst>
                <a:gd name="connsiteX0" fmla="*/ 2978 w 416924"/>
                <a:gd name="connsiteY0" fmla="*/ 0 h 416924"/>
                <a:gd name="connsiteX1" fmla="*/ 419903 w 416924"/>
                <a:gd name="connsiteY1" fmla="*/ 413947 h 416924"/>
                <a:gd name="connsiteX2" fmla="*/ 416925 w 416924"/>
                <a:gd name="connsiteY2" fmla="*/ 416925 h 416924"/>
                <a:gd name="connsiteX3" fmla="*/ 0 w 416924"/>
                <a:gd name="connsiteY3" fmla="*/ 2978 h 416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924" h="416924">
                  <a:moveTo>
                    <a:pt x="2978" y="0"/>
                  </a:moveTo>
                  <a:lnTo>
                    <a:pt x="419903" y="413947"/>
                  </a:lnTo>
                  <a:lnTo>
                    <a:pt x="416925" y="416925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 131">
              <a:extLst>
                <a:ext uri="{FF2B5EF4-FFF2-40B4-BE49-F238E27FC236}">
                  <a16:creationId xmlns:a16="http://schemas.microsoft.com/office/drawing/2014/main" id="{4A6F9438-323D-4102-8B0D-58F36AE8BC47}"/>
                </a:ext>
              </a:extLst>
            </p:cNvPr>
            <p:cNvSpPr/>
            <p:nvPr/>
          </p:nvSpPr>
          <p:spPr>
            <a:xfrm>
              <a:off x="12888858" y="4409786"/>
              <a:ext cx="59561" cy="1280554"/>
            </a:xfrm>
            <a:custGeom>
              <a:avLst/>
              <a:gdLst>
                <a:gd name="connsiteX0" fmla="*/ 77429 w 59560"/>
                <a:gd name="connsiteY0" fmla="*/ 0 h 1280554"/>
                <a:gd name="connsiteX1" fmla="*/ 80407 w 59560"/>
                <a:gd name="connsiteY1" fmla="*/ 0 h 1280554"/>
                <a:gd name="connsiteX2" fmla="*/ 2978 w 59560"/>
                <a:gd name="connsiteY2" fmla="*/ 1292467 h 1280554"/>
                <a:gd name="connsiteX3" fmla="*/ 0 w 59560"/>
                <a:gd name="connsiteY3" fmla="*/ 1292467 h 1280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560" h="1280554">
                  <a:moveTo>
                    <a:pt x="77429" y="0"/>
                  </a:moveTo>
                  <a:lnTo>
                    <a:pt x="80407" y="0"/>
                  </a:lnTo>
                  <a:lnTo>
                    <a:pt x="2978" y="1292467"/>
                  </a:lnTo>
                  <a:lnTo>
                    <a:pt x="0" y="1292467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 132">
              <a:extLst>
                <a:ext uri="{FF2B5EF4-FFF2-40B4-BE49-F238E27FC236}">
                  <a16:creationId xmlns:a16="http://schemas.microsoft.com/office/drawing/2014/main" id="{E53C5493-2472-482F-AED8-927260C64D58}"/>
                </a:ext>
              </a:extLst>
            </p:cNvPr>
            <p:cNvSpPr/>
            <p:nvPr/>
          </p:nvSpPr>
          <p:spPr>
            <a:xfrm>
              <a:off x="12495757" y="2697417"/>
              <a:ext cx="387144" cy="2978033"/>
            </a:xfrm>
            <a:custGeom>
              <a:avLst/>
              <a:gdLst>
                <a:gd name="connsiteX0" fmla="*/ 5956 w 387144"/>
                <a:gd name="connsiteY0" fmla="*/ 0 h 2978033"/>
                <a:gd name="connsiteX1" fmla="*/ 396079 w 387144"/>
                <a:gd name="connsiteY1" fmla="*/ 3004836 h 2978033"/>
                <a:gd name="connsiteX2" fmla="*/ 393100 w 387144"/>
                <a:gd name="connsiteY2" fmla="*/ 3004836 h 2978033"/>
                <a:gd name="connsiteX3" fmla="*/ 0 w 387144"/>
                <a:gd name="connsiteY3" fmla="*/ 0 h 2978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7144" h="2978033">
                  <a:moveTo>
                    <a:pt x="5956" y="0"/>
                  </a:moveTo>
                  <a:lnTo>
                    <a:pt x="396079" y="3004836"/>
                  </a:lnTo>
                  <a:lnTo>
                    <a:pt x="393100" y="300483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 133">
              <a:extLst>
                <a:ext uri="{FF2B5EF4-FFF2-40B4-BE49-F238E27FC236}">
                  <a16:creationId xmlns:a16="http://schemas.microsoft.com/office/drawing/2014/main" id="{625879CD-0658-4E53-A2CB-99A027E454A4}"/>
                </a:ext>
              </a:extLst>
            </p:cNvPr>
            <p:cNvSpPr/>
            <p:nvPr/>
          </p:nvSpPr>
          <p:spPr>
            <a:xfrm>
              <a:off x="12739956" y="1920150"/>
              <a:ext cx="208462" cy="2471768"/>
            </a:xfrm>
            <a:custGeom>
              <a:avLst/>
              <a:gdLst>
                <a:gd name="connsiteX0" fmla="*/ 0 w 208462"/>
                <a:gd name="connsiteY0" fmla="*/ 0 h 2471767"/>
                <a:gd name="connsiteX1" fmla="*/ 2978 w 208462"/>
                <a:gd name="connsiteY1" fmla="*/ 0 h 2471767"/>
                <a:gd name="connsiteX2" fmla="*/ 229308 w 208462"/>
                <a:gd name="connsiteY2" fmla="*/ 2489636 h 2471767"/>
                <a:gd name="connsiteX3" fmla="*/ 226331 w 208462"/>
                <a:gd name="connsiteY3" fmla="*/ 2489636 h 2471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8462" h="2471767">
                  <a:moveTo>
                    <a:pt x="0" y="0"/>
                  </a:moveTo>
                  <a:lnTo>
                    <a:pt x="2978" y="0"/>
                  </a:lnTo>
                  <a:lnTo>
                    <a:pt x="229308" y="2489636"/>
                  </a:lnTo>
                  <a:lnTo>
                    <a:pt x="226331" y="2489636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 134">
              <a:extLst>
                <a:ext uri="{FF2B5EF4-FFF2-40B4-BE49-F238E27FC236}">
                  <a16:creationId xmlns:a16="http://schemas.microsoft.com/office/drawing/2014/main" id="{56F04999-252F-421C-8042-21085ECA85E9}"/>
                </a:ext>
              </a:extLst>
            </p:cNvPr>
            <p:cNvSpPr/>
            <p:nvPr/>
          </p:nvSpPr>
          <p:spPr>
            <a:xfrm>
              <a:off x="12174130" y="3715904"/>
              <a:ext cx="774289" cy="684948"/>
            </a:xfrm>
            <a:custGeom>
              <a:avLst/>
              <a:gdLst>
                <a:gd name="connsiteX0" fmla="*/ 2978 w 774288"/>
                <a:gd name="connsiteY0" fmla="*/ 0 h 684947"/>
                <a:gd name="connsiteX1" fmla="*/ 795135 w 774288"/>
                <a:gd name="connsiteY1" fmla="*/ 690904 h 684947"/>
                <a:gd name="connsiteX2" fmla="*/ 792157 w 774288"/>
                <a:gd name="connsiteY2" fmla="*/ 693882 h 684947"/>
                <a:gd name="connsiteX3" fmla="*/ 0 w 774288"/>
                <a:gd name="connsiteY3" fmla="*/ 2978 h 684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4288" h="684947">
                  <a:moveTo>
                    <a:pt x="2978" y="0"/>
                  </a:moveTo>
                  <a:lnTo>
                    <a:pt x="795135" y="690904"/>
                  </a:lnTo>
                  <a:lnTo>
                    <a:pt x="792157" y="693882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 135">
              <a:extLst>
                <a:ext uri="{FF2B5EF4-FFF2-40B4-BE49-F238E27FC236}">
                  <a16:creationId xmlns:a16="http://schemas.microsoft.com/office/drawing/2014/main" id="{2C38E174-51E0-4496-A0D8-1426CEE97061}"/>
                </a:ext>
              </a:extLst>
            </p:cNvPr>
            <p:cNvSpPr/>
            <p:nvPr/>
          </p:nvSpPr>
          <p:spPr>
            <a:xfrm>
              <a:off x="11920997" y="2241778"/>
              <a:ext cx="1042312" cy="2144184"/>
            </a:xfrm>
            <a:custGeom>
              <a:avLst/>
              <a:gdLst>
                <a:gd name="connsiteX0" fmla="*/ 2978 w 1042311"/>
                <a:gd name="connsiteY0" fmla="*/ 0 h 2144184"/>
                <a:gd name="connsiteX1" fmla="*/ 1048268 w 1042311"/>
                <a:gd name="connsiteY1" fmla="*/ 2165030 h 2144184"/>
                <a:gd name="connsiteX2" fmla="*/ 1045290 w 1042311"/>
                <a:gd name="connsiteY2" fmla="*/ 2168008 h 2144184"/>
                <a:gd name="connsiteX3" fmla="*/ 0 w 1042311"/>
                <a:gd name="connsiteY3" fmla="*/ 0 h 214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2311" h="2144184">
                  <a:moveTo>
                    <a:pt x="2978" y="0"/>
                  </a:moveTo>
                  <a:lnTo>
                    <a:pt x="1048268" y="2165030"/>
                  </a:lnTo>
                  <a:lnTo>
                    <a:pt x="1045290" y="216800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 136">
              <a:extLst>
                <a:ext uri="{FF2B5EF4-FFF2-40B4-BE49-F238E27FC236}">
                  <a16:creationId xmlns:a16="http://schemas.microsoft.com/office/drawing/2014/main" id="{54417F5A-596D-4153-9DE1-2F0DB47564EA}"/>
                </a:ext>
              </a:extLst>
            </p:cNvPr>
            <p:cNvSpPr/>
            <p:nvPr/>
          </p:nvSpPr>
          <p:spPr>
            <a:xfrm>
              <a:off x="12495757" y="1920150"/>
              <a:ext cx="238243" cy="774289"/>
            </a:xfrm>
            <a:custGeom>
              <a:avLst/>
              <a:gdLst>
                <a:gd name="connsiteX0" fmla="*/ 244199 w 238242"/>
                <a:gd name="connsiteY0" fmla="*/ 0 h 774288"/>
                <a:gd name="connsiteX1" fmla="*/ 247177 w 238242"/>
                <a:gd name="connsiteY1" fmla="*/ 0 h 774288"/>
                <a:gd name="connsiteX2" fmla="*/ 5956 w 238242"/>
                <a:gd name="connsiteY2" fmla="*/ 777267 h 774288"/>
                <a:gd name="connsiteX3" fmla="*/ 0 w 238242"/>
                <a:gd name="connsiteY3" fmla="*/ 777267 h 774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242" h="774288">
                  <a:moveTo>
                    <a:pt x="244199" y="0"/>
                  </a:moveTo>
                  <a:lnTo>
                    <a:pt x="247177" y="0"/>
                  </a:lnTo>
                  <a:lnTo>
                    <a:pt x="5956" y="777267"/>
                  </a:lnTo>
                  <a:lnTo>
                    <a:pt x="0" y="777267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 137">
              <a:extLst>
                <a:ext uri="{FF2B5EF4-FFF2-40B4-BE49-F238E27FC236}">
                  <a16:creationId xmlns:a16="http://schemas.microsoft.com/office/drawing/2014/main" id="{DBD839CA-3F99-4017-B171-C18D78CFB0F2}"/>
                </a:ext>
              </a:extLst>
            </p:cNvPr>
            <p:cNvSpPr/>
            <p:nvPr/>
          </p:nvSpPr>
          <p:spPr>
            <a:xfrm>
              <a:off x="11920997" y="2238800"/>
              <a:ext cx="565826" cy="446705"/>
            </a:xfrm>
            <a:custGeom>
              <a:avLst/>
              <a:gdLst>
                <a:gd name="connsiteX0" fmla="*/ 2978 w 565826"/>
                <a:gd name="connsiteY0" fmla="*/ 0 h 446705"/>
                <a:gd name="connsiteX1" fmla="*/ 577738 w 565826"/>
                <a:gd name="connsiteY1" fmla="*/ 455639 h 446705"/>
                <a:gd name="connsiteX2" fmla="*/ 577738 w 565826"/>
                <a:gd name="connsiteY2" fmla="*/ 458617 h 446705"/>
                <a:gd name="connsiteX3" fmla="*/ 0 w 565826"/>
                <a:gd name="connsiteY3" fmla="*/ 2978 h 446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5826" h="446705">
                  <a:moveTo>
                    <a:pt x="2978" y="0"/>
                  </a:moveTo>
                  <a:lnTo>
                    <a:pt x="577738" y="455639"/>
                  </a:lnTo>
                  <a:lnTo>
                    <a:pt x="577738" y="458617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 138">
              <a:extLst>
                <a:ext uri="{FF2B5EF4-FFF2-40B4-BE49-F238E27FC236}">
                  <a16:creationId xmlns:a16="http://schemas.microsoft.com/office/drawing/2014/main" id="{356C0A88-7060-4371-B844-0F799705F0B4}"/>
                </a:ext>
              </a:extLst>
            </p:cNvPr>
            <p:cNvSpPr/>
            <p:nvPr/>
          </p:nvSpPr>
          <p:spPr>
            <a:xfrm>
              <a:off x="12174130" y="2697417"/>
              <a:ext cx="327584" cy="1012531"/>
            </a:xfrm>
            <a:custGeom>
              <a:avLst/>
              <a:gdLst>
                <a:gd name="connsiteX0" fmla="*/ 321628 w 327583"/>
                <a:gd name="connsiteY0" fmla="*/ 0 h 1012531"/>
                <a:gd name="connsiteX1" fmla="*/ 327584 w 327583"/>
                <a:gd name="connsiteY1" fmla="*/ 0 h 1012531"/>
                <a:gd name="connsiteX2" fmla="*/ 2978 w 327583"/>
                <a:gd name="connsiteY2" fmla="*/ 1021465 h 1012531"/>
                <a:gd name="connsiteX3" fmla="*/ 0 w 327583"/>
                <a:gd name="connsiteY3" fmla="*/ 1021465 h 1012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7583" h="1012531">
                  <a:moveTo>
                    <a:pt x="321628" y="0"/>
                  </a:moveTo>
                  <a:lnTo>
                    <a:pt x="327584" y="0"/>
                  </a:lnTo>
                  <a:lnTo>
                    <a:pt x="2978" y="1021465"/>
                  </a:lnTo>
                  <a:lnTo>
                    <a:pt x="0" y="1021465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 139">
              <a:extLst>
                <a:ext uri="{FF2B5EF4-FFF2-40B4-BE49-F238E27FC236}">
                  <a16:creationId xmlns:a16="http://schemas.microsoft.com/office/drawing/2014/main" id="{45A7EC4A-C147-4FA4-A694-D5C8EA7491AF}"/>
                </a:ext>
              </a:extLst>
            </p:cNvPr>
            <p:cNvSpPr/>
            <p:nvPr/>
          </p:nvSpPr>
          <p:spPr>
            <a:xfrm>
              <a:off x="11965667" y="2989264"/>
              <a:ext cx="208462" cy="714728"/>
            </a:xfrm>
            <a:custGeom>
              <a:avLst/>
              <a:gdLst>
                <a:gd name="connsiteX0" fmla="*/ 2978 w 208462"/>
                <a:gd name="connsiteY0" fmla="*/ 0 h 714728"/>
                <a:gd name="connsiteX1" fmla="*/ 211441 w 208462"/>
                <a:gd name="connsiteY1" fmla="*/ 729618 h 714728"/>
                <a:gd name="connsiteX2" fmla="*/ 208462 w 208462"/>
                <a:gd name="connsiteY2" fmla="*/ 729618 h 714728"/>
                <a:gd name="connsiteX3" fmla="*/ 0 w 208462"/>
                <a:gd name="connsiteY3" fmla="*/ 0 h 71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8462" h="714728">
                  <a:moveTo>
                    <a:pt x="2978" y="0"/>
                  </a:moveTo>
                  <a:lnTo>
                    <a:pt x="211441" y="729618"/>
                  </a:lnTo>
                  <a:lnTo>
                    <a:pt x="208462" y="72961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 140">
              <a:extLst>
                <a:ext uri="{FF2B5EF4-FFF2-40B4-BE49-F238E27FC236}">
                  <a16:creationId xmlns:a16="http://schemas.microsoft.com/office/drawing/2014/main" id="{E654C0B0-27E0-45DF-B4B4-19FEBA7AD1F2}"/>
                </a:ext>
              </a:extLst>
            </p:cNvPr>
            <p:cNvSpPr/>
            <p:nvPr/>
          </p:nvSpPr>
          <p:spPr>
            <a:xfrm>
              <a:off x="11926953" y="3718882"/>
              <a:ext cx="238243" cy="774289"/>
            </a:xfrm>
            <a:custGeom>
              <a:avLst/>
              <a:gdLst>
                <a:gd name="connsiteX0" fmla="*/ 247177 w 238242"/>
                <a:gd name="connsiteY0" fmla="*/ 0 h 774288"/>
                <a:gd name="connsiteX1" fmla="*/ 250155 w 238242"/>
                <a:gd name="connsiteY1" fmla="*/ 0 h 774288"/>
                <a:gd name="connsiteX2" fmla="*/ 5956 w 238242"/>
                <a:gd name="connsiteY2" fmla="*/ 786201 h 774288"/>
                <a:gd name="connsiteX3" fmla="*/ 0 w 238242"/>
                <a:gd name="connsiteY3" fmla="*/ 783223 h 774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242" h="774288">
                  <a:moveTo>
                    <a:pt x="247177" y="0"/>
                  </a:moveTo>
                  <a:lnTo>
                    <a:pt x="250155" y="0"/>
                  </a:lnTo>
                  <a:lnTo>
                    <a:pt x="5956" y="786201"/>
                  </a:lnTo>
                  <a:lnTo>
                    <a:pt x="0" y="783223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 141">
              <a:extLst>
                <a:ext uri="{FF2B5EF4-FFF2-40B4-BE49-F238E27FC236}">
                  <a16:creationId xmlns:a16="http://schemas.microsoft.com/office/drawing/2014/main" id="{F0E25982-3CCD-4B52-851A-55F143E06637}"/>
                </a:ext>
              </a:extLst>
            </p:cNvPr>
            <p:cNvSpPr/>
            <p:nvPr/>
          </p:nvSpPr>
          <p:spPr>
            <a:xfrm>
              <a:off x="10044836" y="3278134"/>
              <a:ext cx="2114404" cy="416925"/>
            </a:xfrm>
            <a:custGeom>
              <a:avLst/>
              <a:gdLst>
                <a:gd name="connsiteX0" fmla="*/ 0 w 2114403"/>
                <a:gd name="connsiteY0" fmla="*/ 0 h 416924"/>
                <a:gd name="connsiteX1" fmla="*/ 2132272 w 2114403"/>
                <a:gd name="connsiteY1" fmla="*/ 437771 h 416924"/>
                <a:gd name="connsiteX2" fmla="*/ 2129294 w 2114403"/>
                <a:gd name="connsiteY2" fmla="*/ 443727 h 416924"/>
                <a:gd name="connsiteX3" fmla="*/ 0 w 2114403"/>
                <a:gd name="connsiteY3" fmla="*/ 5956 h 416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14403" h="416924">
                  <a:moveTo>
                    <a:pt x="0" y="0"/>
                  </a:moveTo>
                  <a:lnTo>
                    <a:pt x="2132272" y="437771"/>
                  </a:lnTo>
                  <a:lnTo>
                    <a:pt x="2129294" y="443727"/>
                  </a:lnTo>
                  <a:lnTo>
                    <a:pt x="0" y="5956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 142">
              <a:extLst>
                <a:ext uri="{FF2B5EF4-FFF2-40B4-BE49-F238E27FC236}">
                  <a16:creationId xmlns:a16="http://schemas.microsoft.com/office/drawing/2014/main" id="{3396F133-13EC-450E-8068-ADE9B62C9D97}"/>
                </a:ext>
              </a:extLst>
            </p:cNvPr>
            <p:cNvSpPr/>
            <p:nvPr/>
          </p:nvSpPr>
          <p:spPr>
            <a:xfrm>
              <a:off x="11280180" y="2249072"/>
              <a:ext cx="595607" cy="268023"/>
            </a:xfrm>
            <a:custGeom>
              <a:avLst/>
              <a:gdLst>
                <a:gd name="connsiteX0" fmla="*/ 0 w 595606"/>
                <a:gd name="connsiteY0" fmla="*/ 290555 h 268023"/>
                <a:gd name="connsiteX1" fmla="*/ 620288 w 595606"/>
                <a:gd name="connsiteY1" fmla="*/ 0 h 268023"/>
                <a:gd name="connsiteX2" fmla="*/ 621552 w 595606"/>
                <a:gd name="connsiteY2" fmla="*/ 2697 h 268023"/>
                <a:gd name="connsiteX3" fmla="*/ 1263 w 595606"/>
                <a:gd name="connsiteY3" fmla="*/ 293252 h 26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5606" h="268023">
                  <a:moveTo>
                    <a:pt x="0" y="290555"/>
                  </a:moveTo>
                  <a:lnTo>
                    <a:pt x="620288" y="0"/>
                  </a:lnTo>
                  <a:lnTo>
                    <a:pt x="621552" y="2697"/>
                  </a:lnTo>
                  <a:lnTo>
                    <a:pt x="1263" y="293252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 143">
              <a:extLst>
                <a:ext uri="{FF2B5EF4-FFF2-40B4-BE49-F238E27FC236}">
                  <a16:creationId xmlns:a16="http://schemas.microsoft.com/office/drawing/2014/main" id="{670986F7-363B-4E5A-ACF4-CEDB20A38716}"/>
                </a:ext>
              </a:extLst>
            </p:cNvPr>
            <p:cNvSpPr/>
            <p:nvPr/>
          </p:nvSpPr>
          <p:spPr>
            <a:xfrm>
              <a:off x="11283698" y="2542559"/>
              <a:ext cx="684948" cy="446705"/>
            </a:xfrm>
            <a:custGeom>
              <a:avLst/>
              <a:gdLst>
                <a:gd name="connsiteX0" fmla="*/ 0 w 684947"/>
                <a:gd name="connsiteY0" fmla="*/ 0 h 446705"/>
                <a:gd name="connsiteX1" fmla="*/ 684948 w 684947"/>
                <a:gd name="connsiteY1" fmla="*/ 443727 h 446705"/>
                <a:gd name="connsiteX2" fmla="*/ 681969 w 684947"/>
                <a:gd name="connsiteY2" fmla="*/ 446705 h 446705"/>
                <a:gd name="connsiteX3" fmla="*/ 0 w 684947"/>
                <a:gd name="connsiteY3" fmla="*/ 5956 h 446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4947" h="446705">
                  <a:moveTo>
                    <a:pt x="0" y="0"/>
                  </a:moveTo>
                  <a:lnTo>
                    <a:pt x="684948" y="443727"/>
                  </a:lnTo>
                  <a:lnTo>
                    <a:pt x="681969" y="446705"/>
                  </a:lnTo>
                  <a:lnTo>
                    <a:pt x="0" y="5956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 144">
              <a:extLst>
                <a:ext uri="{FF2B5EF4-FFF2-40B4-BE49-F238E27FC236}">
                  <a16:creationId xmlns:a16="http://schemas.microsoft.com/office/drawing/2014/main" id="{0B928DF1-1271-4140-9617-BB5D82AA7BBC}"/>
                </a:ext>
              </a:extLst>
            </p:cNvPr>
            <p:cNvSpPr/>
            <p:nvPr/>
          </p:nvSpPr>
          <p:spPr>
            <a:xfrm>
              <a:off x="11280720" y="2545537"/>
              <a:ext cx="625387" cy="1935722"/>
            </a:xfrm>
            <a:custGeom>
              <a:avLst/>
              <a:gdLst>
                <a:gd name="connsiteX0" fmla="*/ 5956 w 625387"/>
                <a:gd name="connsiteY0" fmla="*/ 0 h 1935721"/>
                <a:gd name="connsiteX1" fmla="*/ 652189 w 625387"/>
                <a:gd name="connsiteY1" fmla="*/ 1956568 h 1935721"/>
                <a:gd name="connsiteX2" fmla="*/ 646233 w 625387"/>
                <a:gd name="connsiteY2" fmla="*/ 1959546 h 1935721"/>
                <a:gd name="connsiteX3" fmla="*/ 0 w 625387"/>
                <a:gd name="connsiteY3" fmla="*/ 0 h 1935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5387" h="1935721">
                  <a:moveTo>
                    <a:pt x="5956" y="0"/>
                  </a:moveTo>
                  <a:lnTo>
                    <a:pt x="652189" y="1956568"/>
                  </a:lnTo>
                  <a:lnTo>
                    <a:pt x="646233" y="1959546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 145">
              <a:extLst>
                <a:ext uri="{FF2B5EF4-FFF2-40B4-BE49-F238E27FC236}">
                  <a16:creationId xmlns:a16="http://schemas.microsoft.com/office/drawing/2014/main" id="{CC8E6892-5027-428C-AEFE-7D520CB6A733}"/>
                </a:ext>
              </a:extLst>
            </p:cNvPr>
            <p:cNvSpPr/>
            <p:nvPr/>
          </p:nvSpPr>
          <p:spPr>
            <a:xfrm>
              <a:off x="11965667" y="2694439"/>
              <a:ext cx="506266" cy="268023"/>
            </a:xfrm>
            <a:custGeom>
              <a:avLst/>
              <a:gdLst>
                <a:gd name="connsiteX0" fmla="*/ 533068 w 506265"/>
                <a:gd name="connsiteY0" fmla="*/ 0 h 268023"/>
                <a:gd name="connsiteX1" fmla="*/ 533068 w 506265"/>
                <a:gd name="connsiteY1" fmla="*/ 5956 h 268023"/>
                <a:gd name="connsiteX2" fmla="*/ 2978 w 506265"/>
                <a:gd name="connsiteY2" fmla="*/ 294825 h 268023"/>
                <a:gd name="connsiteX3" fmla="*/ 0 w 506265"/>
                <a:gd name="connsiteY3" fmla="*/ 291847 h 268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6265" h="268023">
                  <a:moveTo>
                    <a:pt x="533068" y="0"/>
                  </a:moveTo>
                  <a:lnTo>
                    <a:pt x="533068" y="5956"/>
                  </a:lnTo>
                  <a:lnTo>
                    <a:pt x="2978" y="294825"/>
                  </a:lnTo>
                  <a:lnTo>
                    <a:pt x="0" y="291847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 146">
              <a:extLst>
                <a:ext uri="{FF2B5EF4-FFF2-40B4-BE49-F238E27FC236}">
                  <a16:creationId xmlns:a16="http://schemas.microsoft.com/office/drawing/2014/main" id="{70E1580B-062B-4D20-AD0D-E5D0A529F44B}"/>
                </a:ext>
              </a:extLst>
            </p:cNvPr>
            <p:cNvSpPr/>
            <p:nvPr/>
          </p:nvSpPr>
          <p:spPr>
            <a:xfrm>
              <a:off x="11965667" y="1896326"/>
              <a:ext cx="774289" cy="1072092"/>
            </a:xfrm>
            <a:custGeom>
              <a:avLst/>
              <a:gdLst>
                <a:gd name="connsiteX0" fmla="*/ 771310 w 774288"/>
                <a:gd name="connsiteY0" fmla="*/ 0 h 1072092"/>
                <a:gd name="connsiteX1" fmla="*/ 774289 w 774288"/>
                <a:gd name="connsiteY1" fmla="*/ 2978 h 1072092"/>
                <a:gd name="connsiteX2" fmla="*/ 2978 w 774288"/>
                <a:gd name="connsiteY2" fmla="*/ 1092938 h 1072092"/>
                <a:gd name="connsiteX3" fmla="*/ 0 w 774288"/>
                <a:gd name="connsiteY3" fmla="*/ 1089960 h 1072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4288" h="1072092">
                  <a:moveTo>
                    <a:pt x="771310" y="0"/>
                  </a:moveTo>
                  <a:lnTo>
                    <a:pt x="774289" y="2978"/>
                  </a:lnTo>
                  <a:lnTo>
                    <a:pt x="2978" y="1092938"/>
                  </a:lnTo>
                  <a:lnTo>
                    <a:pt x="0" y="1089960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 147">
              <a:extLst>
                <a:ext uri="{FF2B5EF4-FFF2-40B4-BE49-F238E27FC236}">
                  <a16:creationId xmlns:a16="http://schemas.microsoft.com/office/drawing/2014/main" id="{4B76AEEB-CF47-4FED-B8DA-7248667A187E}"/>
                </a:ext>
              </a:extLst>
            </p:cNvPr>
            <p:cNvSpPr/>
            <p:nvPr/>
          </p:nvSpPr>
          <p:spPr>
            <a:xfrm>
              <a:off x="10044836" y="2986286"/>
              <a:ext cx="1905941" cy="297803"/>
            </a:xfrm>
            <a:custGeom>
              <a:avLst/>
              <a:gdLst>
                <a:gd name="connsiteX0" fmla="*/ 1923810 w 1905941"/>
                <a:gd name="connsiteY0" fmla="*/ 0 h 297803"/>
                <a:gd name="connsiteX1" fmla="*/ 1923810 w 1905941"/>
                <a:gd name="connsiteY1" fmla="*/ 2978 h 297803"/>
                <a:gd name="connsiteX2" fmla="*/ 0 w 1905941"/>
                <a:gd name="connsiteY2" fmla="*/ 297803 h 297803"/>
                <a:gd name="connsiteX3" fmla="*/ 0 w 1905941"/>
                <a:gd name="connsiteY3" fmla="*/ 291847 h 297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941" h="297803">
                  <a:moveTo>
                    <a:pt x="1923810" y="0"/>
                  </a:moveTo>
                  <a:lnTo>
                    <a:pt x="1923810" y="2978"/>
                  </a:lnTo>
                  <a:lnTo>
                    <a:pt x="0" y="297803"/>
                  </a:lnTo>
                  <a:lnTo>
                    <a:pt x="0" y="291847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 148">
              <a:extLst>
                <a:ext uri="{FF2B5EF4-FFF2-40B4-BE49-F238E27FC236}">
                  <a16:creationId xmlns:a16="http://schemas.microsoft.com/office/drawing/2014/main" id="{F0EC27F2-6014-4EAA-91B0-E138906EA527}"/>
                </a:ext>
              </a:extLst>
            </p:cNvPr>
            <p:cNvSpPr/>
            <p:nvPr/>
          </p:nvSpPr>
          <p:spPr>
            <a:xfrm>
              <a:off x="11929931" y="4406808"/>
              <a:ext cx="1012531" cy="89341"/>
            </a:xfrm>
            <a:custGeom>
              <a:avLst/>
              <a:gdLst>
                <a:gd name="connsiteX0" fmla="*/ 0 w 1012531"/>
                <a:gd name="connsiteY0" fmla="*/ 95297 h 89341"/>
                <a:gd name="connsiteX1" fmla="*/ 1036356 w 1012531"/>
                <a:gd name="connsiteY1" fmla="*/ 0 h 89341"/>
                <a:gd name="connsiteX2" fmla="*/ 1039333 w 1012531"/>
                <a:gd name="connsiteY2" fmla="*/ 2978 h 89341"/>
                <a:gd name="connsiteX3" fmla="*/ 0 w 1012531"/>
                <a:gd name="connsiteY3" fmla="*/ 98275 h 89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2531" h="89341">
                  <a:moveTo>
                    <a:pt x="0" y="95297"/>
                  </a:moveTo>
                  <a:lnTo>
                    <a:pt x="1036356" y="0"/>
                  </a:lnTo>
                  <a:lnTo>
                    <a:pt x="1039333" y="2978"/>
                  </a:lnTo>
                  <a:lnTo>
                    <a:pt x="0" y="98275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 149">
              <a:extLst>
                <a:ext uri="{FF2B5EF4-FFF2-40B4-BE49-F238E27FC236}">
                  <a16:creationId xmlns:a16="http://schemas.microsoft.com/office/drawing/2014/main" id="{4FC3A632-3086-4DE7-A8F8-D7362E9095C8}"/>
                </a:ext>
              </a:extLst>
            </p:cNvPr>
            <p:cNvSpPr/>
            <p:nvPr/>
          </p:nvSpPr>
          <p:spPr>
            <a:xfrm>
              <a:off x="11923975" y="4442545"/>
              <a:ext cx="536046" cy="833849"/>
            </a:xfrm>
            <a:custGeom>
              <a:avLst/>
              <a:gdLst>
                <a:gd name="connsiteX0" fmla="*/ 2978 w 536046"/>
                <a:gd name="connsiteY0" fmla="*/ 0 h 833849"/>
                <a:gd name="connsiteX1" fmla="*/ 550936 w 536046"/>
                <a:gd name="connsiteY1" fmla="*/ 845761 h 833849"/>
                <a:gd name="connsiteX2" fmla="*/ 547958 w 536046"/>
                <a:gd name="connsiteY2" fmla="*/ 848740 h 833849"/>
                <a:gd name="connsiteX3" fmla="*/ 0 w 536046"/>
                <a:gd name="connsiteY3" fmla="*/ 2978 h 833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6046" h="833849">
                  <a:moveTo>
                    <a:pt x="2978" y="0"/>
                  </a:moveTo>
                  <a:lnTo>
                    <a:pt x="550936" y="845761"/>
                  </a:lnTo>
                  <a:lnTo>
                    <a:pt x="547958" y="848740"/>
                  </a:lnTo>
                  <a:lnTo>
                    <a:pt x="0" y="2978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 150">
              <a:extLst>
                <a:ext uri="{FF2B5EF4-FFF2-40B4-BE49-F238E27FC236}">
                  <a16:creationId xmlns:a16="http://schemas.microsoft.com/office/drawing/2014/main" id="{9C0B18EE-BEBE-4D4B-AC6F-18E9098FFE48}"/>
                </a:ext>
              </a:extLst>
            </p:cNvPr>
            <p:cNvSpPr/>
            <p:nvPr/>
          </p:nvSpPr>
          <p:spPr>
            <a:xfrm>
              <a:off x="11116928" y="4254928"/>
              <a:ext cx="804069" cy="238243"/>
            </a:xfrm>
            <a:custGeom>
              <a:avLst/>
              <a:gdLst>
                <a:gd name="connsiteX0" fmla="*/ 0 w 804069"/>
                <a:gd name="connsiteY0" fmla="*/ 0 h 238242"/>
                <a:gd name="connsiteX1" fmla="*/ 813003 w 804069"/>
                <a:gd name="connsiteY1" fmla="*/ 247177 h 238242"/>
                <a:gd name="connsiteX2" fmla="*/ 813003 w 804069"/>
                <a:gd name="connsiteY2" fmla="*/ 250155 h 238242"/>
                <a:gd name="connsiteX3" fmla="*/ 0 w 804069"/>
                <a:gd name="connsiteY3" fmla="*/ 5956 h 238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069" h="238242">
                  <a:moveTo>
                    <a:pt x="0" y="0"/>
                  </a:moveTo>
                  <a:lnTo>
                    <a:pt x="813003" y="247177"/>
                  </a:lnTo>
                  <a:lnTo>
                    <a:pt x="813003" y="250155"/>
                  </a:lnTo>
                  <a:lnTo>
                    <a:pt x="0" y="5956"/>
                  </a:lnTo>
                  <a:close/>
                </a:path>
              </a:pathLst>
            </a:custGeom>
            <a:grpFill/>
            <a:ln w="297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0" name="Rectangle: Rounded Corners 100">
            <a:extLst>
              <a:ext uri="{FF2B5EF4-FFF2-40B4-BE49-F238E27FC236}">
                <a16:creationId xmlns:a16="http://schemas.microsoft.com/office/drawing/2014/main" id="{7D34658D-2256-7647-A820-64056B14665B}"/>
              </a:ext>
            </a:extLst>
          </p:cNvPr>
          <p:cNvSpPr/>
          <p:nvPr/>
        </p:nvSpPr>
        <p:spPr>
          <a:xfrm>
            <a:off x="1553945" y="1146523"/>
            <a:ext cx="8474959" cy="1859534"/>
          </a:xfrm>
          <a:prstGeom prst="roundRect">
            <a:avLst>
              <a:gd name="adj" fmla="val 11344"/>
            </a:avLst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tx2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44494665-02F1-0147-BFF2-544F67FA5B00}"/>
              </a:ext>
            </a:extLst>
          </p:cNvPr>
          <p:cNvSpPr/>
          <p:nvPr/>
        </p:nvSpPr>
        <p:spPr>
          <a:xfrm>
            <a:off x="0" y="5649645"/>
            <a:ext cx="12192000" cy="1211283"/>
          </a:xfrm>
          <a:prstGeom prst="rect">
            <a:avLst/>
          </a:prstGeom>
          <a:solidFill>
            <a:schemeClr val="bg1">
              <a:alpha val="79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Montserrat" panose="02000505000000020004" pitchFamily="2" charset="77"/>
            </a:endParaRPr>
          </a:p>
        </p:txBody>
      </p:sp>
      <p:pic>
        <p:nvPicPr>
          <p:cNvPr id="172" name="Bild 10">
            <a:extLst>
              <a:ext uri="{FF2B5EF4-FFF2-40B4-BE49-F238E27FC236}">
                <a16:creationId xmlns:a16="http://schemas.microsoft.com/office/drawing/2014/main" id="{F57A0D8B-C7C2-8245-A1EE-D5D114DC414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98767" y="6016237"/>
            <a:ext cx="2158722" cy="420741"/>
          </a:xfrm>
          <a:prstGeom prst="rect">
            <a:avLst/>
          </a:prstGeom>
        </p:spPr>
      </p:pic>
      <p:sp>
        <p:nvSpPr>
          <p:cNvPr id="173" name="Title 87">
            <a:extLst>
              <a:ext uri="{FF2B5EF4-FFF2-40B4-BE49-F238E27FC236}">
                <a16:creationId xmlns:a16="http://schemas.microsoft.com/office/drawing/2014/main" id="{504511DC-61F9-DF47-99ED-68C93BE50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545" y="5854267"/>
            <a:ext cx="8901598" cy="712554"/>
          </a:xfrm>
        </p:spPr>
        <p:txBody>
          <a:bodyPr>
            <a:normAutofit/>
          </a:bodyPr>
          <a:lstStyle/>
          <a:p>
            <a:r>
              <a:rPr lang="de-DE" sz="3200">
                <a:latin typeface="Montserrat" panose="02000505000000020004" pitchFamily="2" charset="77"/>
              </a:rPr>
              <a:t>KONTAKT</a:t>
            </a:r>
            <a:endParaRPr lang="en-US" sz="3200">
              <a:latin typeface="Montserrat" panose="02000505000000020004" pitchFamily="2" charset="77"/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4F589AC7-1BBD-F54E-9F06-A0A2F8C68BE6}"/>
              </a:ext>
            </a:extLst>
          </p:cNvPr>
          <p:cNvSpPr/>
          <p:nvPr/>
        </p:nvSpPr>
        <p:spPr>
          <a:xfrm>
            <a:off x="3211561" y="1471063"/>
            <a:ext cx="31833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/>
            </a:pPr>
            <a:r>
              <a:rPr lang="de-DE" altLang="de-DE"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YURIY GOROVOY</a:t>
            </a:r>
          </a:p>
        </p:txBody>
      </p:sp>
      <p:sp>
        <p:nvSpPr>
          <p:cNvPr id="175" name="Rectangle: Rounded Corners 178">
            <a:extLst>
              <a:ext uri="{FF2B5EF4-FFF2-40B4-BE49-F238E27FC236}">
                <a16:creationId xmlns:a16="http://schemas.microsoft.com/office/drawing/2014/main" id="{3A1785E0-41BC-D444-9BD9-A01F7A0C2005}"/>
              </a:ext>
            </a:extLst>
          </p:cNvPr>
          <p:cNvSpPr/>
          <p:nvPr/>
        </p:nvSpPr>
        <p:spPr>
          <a:xfrm>
            <a:off x="3174372" y="1865479"/>
            <a:ext cx="4524876" cy="469061"/>
          </a:xfrm>
          <a:prstGeom prst="roundRect">
            <a:avLst>
              <a:gd name="adj" fmla="val 50000"/>
            </a:avLst>
          </a:prstGeom>
          <a:noFill/>
          <a:ln w="6350">
            <a:noFill/>
          </a:ln>
          <a:effectLst>
            <a:outerShdw blurRad="63500" sx="102000" sy="102000" algn="ctr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altLang="de-DE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Director</a:t>
            </a:r>
            <a:r>
              <a:rPr lang="de-DE" altLang="de-DE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Partnerships &amp; </a:t>
            </a:r>
            <a:r>
              <a:rPr lang="de-DE" altLang="de-DE" sz="1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Ecosystem</a:t>
            </a:r>
            <a:endParaRPr lang="de-DE" altLang="de-DE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6" name="Rounded Rectangle 175">
            <a:extLst>
              <a:ext uri="{FF2B5EF4-FFF2-40B4-BE49-F238E27FC236}">
                <a16:creationId xmlns:a16="http://schemas.microsoft.com/office/drawing/2014/main" id="{F4909CCF-6D78-E948-B040-71F414D1B0CF}"/>
              </a:ext>
            </a:extLst>
          </p:cNvPr>
          <p:cNvSpPr/>
          <p:nvPr/>
        </p:nvSpPr>
        <p:spPr>
          <a:xfrm>
            <a:off x="3243347" y="2513001"/>
            <a:ext cx="2644775" cy="1990122"/>
          </a:xfrm>
          <a:prstGeom prst="roundRect">
            <a:avLst/>
          </a:prstGeom>
          <a:solidFill>
            <a:schemeClr val="bg1">
              <a:alpha val="80000"/>
            </a:schemeClr>
          </a:solidFill>
          <a:ln w="6350">
            <a:noFill/>
          </a:ln>
          <a:effectLst>
            <a:outerShdw blurRad="63500" sx="102000" sy="102000" algn="ctr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7" name="Rounded Rectangle 176">
            <a:extLst>
              <a:ext uri="{FF2B5EF4-FFF2-40B4-BE49-F238E27FC236}">
                <a16:creationId xmlns:a16="http://schemas.microsoft.com/office/drawing/2014/main" id="{D74CA0B9-2481-584D-A143-F16E73A83CCA}"/>
              </a:ext>
            </a:extLst>
          </p:cNvPr>
          <p:cNvSpPr/>
          <p:nvPr/>
        </p:nvSpPr>
        <p:spPr>
          <a:xfrm>
            <a:off x="5992573" y="2513001"/>
            <a:ext cx="2644775" cy="1990122"/>
          </a:xfrm>
          <a:prstGeom prst="roundRect">
            <a:avLst/>
          </a:prstGeom>
          <a:solidFill>
            <a:schemeClr val="bg1">
              <a:alpha val="80000"/>
            </a:schemeClr>
          </a:solidFill>
          <a:ln w="6350">
            <a:noFill/>
          </a:ln>
          <a:effectLst>
            <a:outerShdw blurRad="63500" sx="102000" sy="102000" algn="ctr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6" name="Rounded Rectangle 185">
            <a:extLst>
              <a:ext uri="{FF2B5EF4-FFF2-40B4-BE49-F238E27FC236}">
                <a16:creationId xmlns:a16="http://schemas.microsoft.com/office/drawing/2014/main" id="{0DBD2C23-F39D-1645-B167-ABD094EB81E8}"/>
              </a:ext>
            </a:extLst>
          </p:cNvPr>
          <p:cNvSpPr/>
          <p:nvPr/>
        </p:nvSpPr>
        <p:spPr>
          <a:xfrm>
            <a:off x="8741800" y="2513001"/>
            <a:ext cx="2644775" cy="1990122"/>
          </a:xfrm>
          <a:prstGeom prst="roundRect">
            <a:avLst/>
          </a:prstGeom>
          <a:solidFill>
            <a:schemeClr val="bg1">
              <a:alpha val="80000"/>
            </a:schemeClr>
          </a:solidFill>
          <a:ln w="6350">
            <a:noFill/>
          </a:ln>
          <a:effectLst>
            <a:outerShdw blurRad="63500" sx="102000" sy="102000" algn="ctr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7" name="Text Placeholder 3">
            <a:extLst>
              <a:ext uri="{FF2B5EF4-FFF2-40B4-BE49-F238E27FC236}">
                <a16:creationId xmlns:a16="http://schemas.microsoft.com/office/drawing/2014/main" id="{409DF408-FE9E-B641-A558-244109488F2B}"/>
              </a:ext>
            </a:extLst>
          </p:cNvPr>
          <p:cNvSpPr txBox="1">
            <a:spLocks/>
          </p:cNvSpPr>
          <p:nvPr/>
        </p:nvSpPr>
        <p:spPr>
          <a:xfrm>
            <a:off x="6387201" y="2684278"/>
            <a:ext cx="635870" cy="646327"/>
          </a:xfrm>
          <a:prstGeom prst="round2DiagRect">
            <a:avLst>
              <a:gd name="adj1" fmla="val 26492"/>
              <a:gd name="adj2" fmla="val 0"/>
            </a:avLst>
          </a:prstGeom>
          <a:solidFill>
            <a:schemeClr val="accent2"/>
          </a:solidFill>
          <a:effectLst>
            <a:outerShdw blurRad="50800" dist="38100" algn="l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ü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v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8" name="Text Placeholder 3">
            <a:extLst>
              <a:ext uri="{FF2B5EF4-FFF2-40B4-BE49-F238E27FC236}">
                <a16:creationId xmlns:a16="http://schemas.microsoft.com/office/drawing/2014/main" id="{880D6908-A796-CC4D-AD24-004A8ECF1F0B}"/>
              </a:ext>
            </a:extLst>
          </p:cNvPr>
          <p:cNvSpPr txBox="1">
            <a:spLocks/>
          </p:cNvSpPr>
          <p:nvPr/>
        </p:nvSpPr>
        <p:spPr>
          <a:xfrm>
            <a:off x="3660855" y="2678306"/>
            <a:ext cx="635870" cy="646327"/>
          </a:xfrm>
          <a:prstGeom prst="round2DiagRect">
            <a:avLst>
              <a:gd name="adj1" fmla="val 26492"/>
              <a:gd name="adj2" fmla="val 0"/>
            </a:avLst>
          </a:prstGeom>
          <a:solidFill>
            <a:srgbClr val="EF8F73"/>
          </a:solidFill>
          <a:effectLst>
            <a:outerShdw blurRad="50800" dist="38100" algn="l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ü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v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9" name="Text Placeholder 3">
            <a:extLst>
              <a:ext uri="{FF2B5EF4-FFF2-40B4-BE49-F238E27FC236}">
                <a16:creationId xmlns:a16="http://schemas.microsoft.com/office/drawing/2014/main" id="{90277F10-83D1-7F47-8731-2753FACDBFB9}"/>
              </a:ext>
            </a:extLst>
          </p:cNvPr>
          <p:cNvSpPr txBox="1">
            <a:spLocks/>
          </p:cNvSpPr>
          <p:nvPr/>
        </p:nvSpPr>
        <p:spPr>
          <a:xfrm>
            <a:off x="9102070" y="2678306"/>
            <a:ext cx="635870" cy="646327"/>
          </a:xfrm>
          <a:prstGeom prst="round2DiagRect">
            <a:avLst>
              <a:gd name="adj1" fmla="val 26492"/>
              <a:gd name="adj2" fmla="val 0"/>
            </a:avLst>
          </a:prstGeom>
          <a:solidFill>
            <a:schemeClr val="accent2"/>
          </a:solidFill>
          <a:effectLst>
            <a:outerShdw blurRad="50800" dist="38100" algn="l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ü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v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0" name="Picture Placeholder 71">
            <a:extLst>
              <a:ext uri="{FF2B5EF4-FFF2-40B4-BE49-F238E27FC236}">
                <a16:creationId xmlns:a16="http://schemas.microsoft.com/office/drawing/2014/main" id="{0971E0CF-B00C-084A-9BD6-089ACD8CE4B7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3788777" y="2795615"/>
            <a:ext cx="398586" cy="398586"/>
          </a:xfrm>
          <a:prstGeom prst="rect">
            <a:avLst/>
          </a:prstGeom>
        </p:spPr>
      </p:pic>
      <p:sp>
        <p:nvSpPr>
          <p:cNvPr id="191" name="Rectangle 190">
            <a:extLst>
              <a:ext uri="{FF2B5EF4-FFF2-40B4-BE49-F238E27FC236}">
                <a16:creationId xmlns:a16="http://schemas.microsoft.com/office/drawing/2014/main" id="{5B38081A-E0B5-9B40-8F6B-260981DC0A45}"/>
              </a:ext>
            </a:extLst>
          </p:cNvPr>
          <p:cNvSpPr/>
          <p:nvPr/>
        </p:nvSpPr>
        <p:spPr>
          <a:xfrm>
            <a:off x="3547162" y="3498593"/>
            <a:ext cx="2673987" cy="549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de-DE" altLang="de-DE" sz="1050" err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Balanstr</a:t>
            </a:r>
            <a:r>
              <a:rPr lang="de-DE" altLang="de-DE" sz="105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73, Haus 8</a:t>
            </a:r>
          </a:p>
          <a:p>
            <a:pPr>
              <a:lnSpc>
                <a:spcPct val="90000"/>
              </a:lnSpc>
              <a:defRPr/>
            </a:pPr>
            <a:r>
              <a:rPr lang="de-DE" altLang="de-DE" sz="105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81541 München</a:t>
            </a:r>
          </a:p>
          <a:p>
            <a:pPr>
              <a:lnSpc>
                <a:spcPct val="90000"/>
              </a:lnSpc>
              <a:defRPr/>
            </a:pPr>
            <a:endParaRPr lang="de-DE" altLang="de-DE" sz="120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2" name="Picture Placeholder 73">
            <a:extLst>
              <a:ext uri="{FF2B5EF4-FFF2-40B4-BE49-F238E27FC236}">
                <a16:creationId xmlns:a16="http://schemas.microsoft.com/office/drawing/2014/main" id="{EA2C1FA0-013F-184B-A8BC-E5546C61259A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6518731" y="2795615"/>
            <a:ext cx="398586" cy="398586"/>
          </a:xfrm>
          <a:prstGeom prst="rect">
            <a:avLst/>
          </a:prstGeom>
        </p:spPr>
      </p:pic>
      <p:sp>
        <p:nvSpPr>
          <p:cNvPr id="193" name="Rectangle 192">
            <a:extLst>
              <a:ext uri="{FF2B5EF4-FFF2-40B4-BE49-F238E27FC236}">
                <a16:creationId xmlns:a16="http://schemas.microsoft.com/office/drawing/2014/main" id="{3CE16BB5-A6DA-084F-9B69-FE9B00C920F2}"/>
              </a:ext>
            </a:extLst>
          </p:cNvPr>
          <p:cNvSpPr/>
          <p:nvPr/>
        </p:nvSpPr>
        <p:spPr>
          <a:xfrm>
            <a:off x="6168189" y="3463427"/>
            <a:ext cx="2551360" cy="237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fr-FR" altLang="de-DE" sz="1050" err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yuriy.gorovoy@convercus.com</a:t>
            </a:r>
            <a:endParaRPr lang="fr-FR" altLang="de-DE" sz="105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4" name="Picture Placeholder 75">
            <a:extLst>
              <a:ext uri="{FF2B5EF4-FFF2-40B4-BE49-F238E27FC236}">
                <a16:creationId xmlns:a16="http://schemas.microsoft.com/office/drawing/2014/main" id="{4163B431-CDD5-734B-8153-67AD8818B9E7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31" r="431"/>
          <a:stretch>
            <a:fillRect/>
          </a:stretch>
        </p:blipFill>
        <p:spPr>
          <a:xfrm>
            <a:off x="9220712" y="2795615"/>
            <a:ext cx="398586" cy="398586"/>
          </a:xfrm>
          <a:prstGeom prst="rect">
            <a:avLst/>
          </a:prstGeom>
        </p:spPr>
      </p:pic>
      <p:sp>
        <p:nvSpPr>
          <p:cNvPr id="195" name="Rectangle 194">
            <a:extLst>
              <a:ext uri="{FF2B5EF4-FFF2-40B4-BE49-F238E27FC236}">
                <a16:creationId xmlns:a16="http://schemas.microsoft.com/office/drawing/2014/main" id="{3ABF018E-4E1F-0B41-9D89-1C7134855F1E}"/>
              </a:ext>
            </a:extLst>
          </p:cNvPr>
          <p:cNvSpPr/>
          <p:nvPr/>
        </p:nvSpPr>
        <p:spPr>
          <a:xfrm>
            <a:off x="9007310" y="3469692"/>
            <a:ext cx="2901327" cy="244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nb-NO" altLang="de-DE" sz="105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+49 1512 297 56 38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C6F2E28E-AAFE-4815-9C7C-8D6B86F63CF1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783" t="3652" r="10499" b="20630"/>
          <a:stretch/>
        </p:blipFill>
        <p:spPr>
          <a:xfrm>
            <a:off x="1878240" y="1497788"/>
            <a:ext cx="1141200" cy="11412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4116212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EE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50;p35">
            <a:extLst>
              <a:ext uri="{FF2B5EF4-FFF2-40B4-BE49-F238E27FC236}">
                <a16:creationId xmlns:a16="http://schemas.microsoft.com/office/drawing/2014/main" id="{48607409-F454-98E6-2D52-0606D5B5D82B}"/>
              </a:ext>
            </a:extLst>
          </p:cNvPr>
          <p:cNvSpPr txBox="1">
            <a:spLocks noChangeAspect="1"/>
          </p:cNvSpPr>
          <p:nvPr/>
        </p:nvSpPr>
        <p:spPr>
          <a:xfrm>
            <a:off x="1420963" y="1302995"/>
            <a:ext cx="3672320" cy="476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143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</a:pPr>
            <a:r>
              <a:rPr lang="de-DE" sz="1200" b="1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Kunden gezielt begeistern und binden</a:t>
            </a:r>
          </a:p>
          <a:p>
            <a:pPr marL="2857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  <a:buFont typeface="Symbol" pitchFamily="2" charset="2"/>
              <a:buChar char="-"/>
            </a:pPr>
            <a:r>
              <a:rPr lang="de-DE" sz="1200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Engagement mit Punktesammel- und </a:t>
            </a:r>
            <a:r>
              <a:rPr lang="de-DE" sz="1200" err="1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Einlösefunktionen</a:t>
            </a:r>
            <a:r>
              <a:rPr lang="de-DE" sz="1200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 steigern, Status-Level sowie einer leistungsstarken Coupon-Engine. </a:t>
            </a:r>
          </a:p>
          <a:p>
            <a:pPr marL="2857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  <a:buFont typeface="Symbol" pitchFamily="2" charset="2"/>
              <a:buChar char="-"/>
            </a:pPr>
            <a:r>
              <a:rPr lang="de-DE" sz="1200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Belohnungen sind transaktionsbasiert, eventgesteuert oder personalisiert und können durch Gamification-Elemente ergänzt werden.</a:t>
            </a:r>
          </a:p>
          <a:p>
            <a:pPr marL="2857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  <a:buFont typeface="Symbol" pitchFamily="2" charset="2"/>
              <a:buChar char="-"/>
            </a:pPr>
            <a:endParaRPr lang="de-DE" sz="1200" b="1">
              <a:solidFill>
                <a:schemeClr val="accent4">
                  <a:lumMod val="25000"/>
                </a:schemeClr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1143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</a:pPr>
            <a:r>
              <a:rPr lang="de-DE" sz="1200" b="1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Reibungslose Mitglieder-Onboarding</a:t>
            </a:r>
          </a:p>
          <a:p>
            <a:pPr marL="2857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  <a:buFont typeface="Symbol" pitchFamily="2" charset="2"/>
              <a:buChar char="-"/>
            </a:pPr>
            <a:r>
              <a:rPr lang="de-DE" sz="1200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Erfassen Sie GDPR-konforme, hochwertige Kundendaten nahtlos, sicher und mit deren Zustimmung – für einen einfachen und vertrauensvollen Einstieg.</a:t>
            </a:r>
          </a:p>
          <a:p>
            <a:pPr marL="1143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</a:pPr>
            <a:endParaRPr lang="de-DE" sz="1200">
              <a:solidFill>
                <a:schemeClr val="accent4">
                  <a:lumMod val="25000"/>
                </a:schemeClr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1143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</a:pPr>
            <a:endParaRPr lang="de-DE" sz="1200">
              <a:solidFill>
                <a:schemeClr val="accent4">
                  <a:lumMod val="25000"/>
                </a:schemeClr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1143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</a:pPr>
            <a:r>
              <a:rPr lang="de-DE" sz="1200" b="1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Nahtlose Integration der </a:t>
            </a:r>
            <a:r>
              <a:rPr lang="de-DE" sz="1200" b="1" err="1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Loyalty</a:t>
            </a:r>
            <a:r>
              <a:rPr lang="de-DE" sz="1200" b="1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-ID</a:t>
            </a:r>
          </a:p>
          <a:p>
            <a:pPr marL="2857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  <a:buFont typeface="Symbol" pitchFamily="2" charset="2"/>
              <a:buChar char="-"/>
            </a:pPr>
            <a:r>
              <a:rPr lang="de-DE" sz="1200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Integrieren Sie unsere digitale </a:t>
            </a:r>
            <a:r>
              <a:rPr lang="de-DE" sz="1200" err="1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Loyalty</a:t>
            </a:r>
            <a:r>
              <a:rPr lang="de-DE" sz="1200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-ID an jedem Touchpoint – von Apps über E-Commerce bis hin zu Point-</a:t>
            </a:r>
            <a:r>
              <a:rPr lang="de-DE" sz="1200" err="1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of</a:t>
            </a:r>
            <a:r>
              <a:rPr lang="de-DE" sz="1200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-Sale-Systemen – für eine reibungslose Nutzung..</a:t>
            </a:r>
          </a:p>
          <a:p>
            <a:pPr marL="1143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</a:pPr>
            <a:endParaRPr lang="de-DE" sz="1200" b="1">
              <a:solidFill>
                <a:schemeClr val="accent4">
                  <a:lumMod val="25000"/>
                </a:schemeClr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1143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</a:pPr>
            <a:endParaRPr lang="de-DE" sz="1200">
              <a:solidFill>
                <a:schemeClr val="accent4">
                  <a:lumMod val="25000"/>
                </a:schemeClr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1143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</a:pPr>
            <a:br>
              <a:rPr lang="de-DE" sz="1200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</a:br>
            <a:r>
              <a:rPr lang="de-DE" sz="1200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 </a:t>
            </a:r>
            <a:endParaRPr lang="de-DE" sz="1200">
              <a:solidFill>
                <a:schemeClr val="accent4">
                  <a:lumMod val="25000"/>
                </a:schemeClr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</a:endParaRPr>
          </a:p>
        </p:txBody>
      </p:sp>
      <p:sp>
        <p:nvSpPr>
          <p:cNvPr id="14" name="Google Shape;155;p35">
            <a:extLst>
              <a:ext uri="{FF2B5EF4-FFF2-40B4-BE49-F238E27FC236}">
                <a16:creationId xmlns:a16="http://schemas.microsoft.com/office/drawing/2014/main" id="{1578DCC7-7DE5-D16F-3A46-08DD53F6BFAF}"/>
              </a:ext>
            </a:extLst>
          </p:cNvPr>
          <p:cNvSpPr txBox="1">
            <a:spLocks noChangeAspect="1"/>
          </p:cNvSpPr>
          <p:nvPr/>
        </p:nvSpPr>
        <p:spPr>
          <a:xfrm>
            <a:off x="6415425" y="1302995"/>
            <a:ext cx="3672320" cy="476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143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</a:pPr>
            <a:r>
              <a:rPr lang="de-DE" sz="1200" b="1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Mühelose Programmverwaltung</a:t>
            </a:r>
          </a:p>
          <a:p>
            <a:pPr marL="285750" marR="0" lvl="0" indent="-171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  <a:buFont typeface="Symbol" pitchFamily="2" charset="2"/>
              <a:buChar char="-"/>
            </a:pPr>
            <a:r>
              <a:rPr lang="de-DE" sz="1200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Erledigen Sie tägliche Aufgaben in der </a:t>
            </a:r>
            <a:r>
              <a:rPr lang="de-DE" sz="1200" err="1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Conversus</a:t>
            </a:r>
            <a:r>
              <a:rPr lang="de-DE" sz="1200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-Selfservice-Oberfläche mit einfacher Kundensuche, Punktehistorie, </a:t>
            </a:r>
            <a:r>
              <a:rPr lang="de-DE" sz="1200" err="1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Loyalty</a:t>
            </a:r>
            <a:r>
              <a:rPr lang="de-DE" sz="1200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-Karten- und Coupon-Verwaltung sowie Registrierung neuer Mitglieder.</a:t>
            </a:r>
          </a:p>
          <a:p>
            <a:pPr marL="1143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</a:pPr>
            <a:endParaRPr lang="de-DE" sz="1200">
              <a:solidFill>
                <a:schemeClr val="accent4">
                  <a:lumMod val="25000"/>
                </a:schemeClr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114300">
              <a:lnSpc>
                <a:spcPct val="115000"/>
              </a:lnSpc>
              <a:buClr>
                <a:srgbClr val="3F3F3F"/>
              </a:buClr>
              <a:buSzPts val="1000"/>
            </a:pPr>
            <a:endParaRPr lang="de-DE" sz="1200" b="1">
              <a:solidFill>
                <a:schemeClr val="accent4">
                  <a:lumMod val="25000"/>
                </a:schemeClr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114300">
              <a:lnSpc>
                <a:spcPct val="115000"/>
              </a:lnSpc>
              <a:buClr>
                <a:srgbClr val="3F3F3F"/>
              </a:buClr>
              <a:buSzPts val="1000"/>
            </a:pPr>
            <a:r>
              <a:rPr lang="de-DE" sz="1200" b="1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Datengetriebene Einblicke freischalten</a:t>
            </a:r>
          </a:p>
          <a:p>
            <a:pPr marL="285750" indent="-171450">
              <a:lnSpc>
                <a:spcPct val="115000"/>
              </a:lnSpc>
              <a:buClr>
                <a:srgbClr val="3F3F3F"/>
              </a:buClr>
              <a:buSzPts val="1000"/>
              <a:buFont typeface="Symbol" pitchFamily="2" charset="2"/>
              <a:buChar char="-"/>
            </a:pPr>
            <a:r>
              <a:rPr lang="de-DE" sz="1200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Gewinnen Sie umsetzbare Einblicke und segmentieren Sie Mitglieder des Loyalitätsprogramms basierend auf ihrem Kaufverhalten am POS. Identifizieren Sie Trends und Muster beim Einkaufen.</a:t>
            </a:r>
          </a:p>
          <a:p>
            <a:pPr marL="114300">
              <a:lnSpc>
                <a:spcPct val="115000"/>
              </a:lnSpc>
              <a:buClr>
                <a:srgbClr val="3F3F3F"/>
              </a:buClr>
              <a:buSzPts val="1000"/>
            </a:pPr>
            <a:endParaRPr lang="de-DE" sz="1200">
              <a:solidFill>
                <a:schemeClr val="accent4">
                  <a:lumMod val="25000"/>
                </a:schemeClr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114300">
              <a:lnSpc>
                <a:spcPct val="115000"/>
              </a:lnSpc>
              <a:buClr>
                <a:srgbClr val="3F3F3F"/>
              </a:buClr>
              <a:buSzPts val="1000"/>
            </a:pPr>
            <a:endParaRPr lang="de-DE" sz="1200">
              <a:solidFill>
                <a:schemeClr val="accent4">
                  <a:lumMod val="25000"/>
                </a:schemeClr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114300">
              <a:lnSpc>
                <a:spcPct val="115000"/>
              </a:lnSpc>
              <a:buClr>
                <a:srgbClr val="3F3F3F"/>
              </a:buClr>
              <a:buSzPts val="1000"/>
            </a:pPr>
            <a:r>
              <a:rPr lang="de-DE" sz="1200" b="1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Professionelle Unterstützung beim Onboarding</a:t>
            </a:r>
          </a:p>
          <a:p>
            <a:pPr marL="285750" indent="-171450">
              <a:lnSpc>
                <a:spcPct val="115000"/>
              </a:lnSpc>
              <a:buClr>
                <a:srgbClr val="3F3F3F"/>
              </a:buClr>
              <a:buSzPts val="1000"/>
              <a:buFont typeface="Symbol" pitchFamily="2" charset="2"/>
              <a:buChar char="-"/>
            </a:pPr>
            <a:r>
              <a:rPr lang="de-DE" sz="1200">
                <a:solidFill>
                  <a:schemeClr val="accent4">
                    <a:lumMod val="25000"/>
                  </a:schemeClr>
                </a:solidFill>
                <a:latin typeface="Arial" panose="020B0604020202020204" pitchFamily="34" charset="0"/>
                <a:ea typeface="Montserrat"/>
                <a:cs typeface="Arial" panose="020B0604020202020204" pitchFamily="34" charset="0"/>
                <a:sym typeface="Montserrat"/>
              </a:rPr>
              <a:t>Unser Onboarding-Team sorgt für einen reibungslosen Programmstart mit Fachwissen und Integrationsvorlagen in jeder Phase.</a:t>
            </a:r>
            <a:endParaRPr lang="de-DE" sz="1200" b="1">
              <a:solidFill>
                <a:schemeClr val="accent4">
                  <a:lumMod val="25000"/>
                </a:schemeClr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  <a:p>
            <a:pPr marL="114300">
              <a:lnSpc>
                <a:spcPct val="115000"/>
              </a:lnSpc>
              <a:buClr>
                <a:srgbClr val="3F3F3F"/>
              </a:buClr>
              <a:buSzPts val="1000"/>
            </a:pPr>
            <a:endParaRPr lang="de-DE" sz="1200" b="1">
              <a:solidFill>
                <a:schemeClr val="accent4">
                  <a:lumMod val="25000"/>
                </a:schemeClr>
              </a:solidFill>
              <a:latin typeface="Arial" panose="020B0604020202020204" pitchFamily="34" charset="0"/>
              <a:ea typeface="Montserrat"/>
              <a:cs typeface="Arial" panose="020B0604020202020204" pitchFamily="34" charset="0"/>
              <a:sym typeface="Montserrat"/>
            </a:endParaRPr>
          </a:p>
        </p:txBody>
      </p:sp>
      <p:sp>
        <p:nvSpPr>
          <p:cNvPr id="30" name="Titel 1">
            <a:extLst>
              <a:ext uri="{FF2B5EF4-FFF2-40B4-BE49-F238E27FC236}">
                <a16:creationId xmlns:a16="http://schemas.microsoft.com/office/drawing/2014/main" id="{535124F7-B0DA-B27E-52C8-7CD3512EE455}"/>
              </a:ext>
            </a:extLst>
          </p:cNvPr>
          <p:cNvSpPr txBox="1">
            <a:spLocks/>
          </p:cNvSpPr>
          <p:nvPr/>
        </p:nvSpPr>
        <p:spPr>
          <a:xfrm>
            <a:off x="1227340" y="919207"/>
            <a:ext cx="9099917" cy="383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de-DE" sz="2400">
              <a:solidFill>
                <a:schemeClr val="accent4">
                  <a:lumMod val="25000"/>
                </a:schemeClr>
              </a:solidFill>
              <a:latin typeface="Montserrat"/>
            </a:endParaRPr>
          </a:p>
        </p:txBody>
      </p:sp>
      <p:pic>
        <p:nvPicPr>
          <p:cNvPr id="33" name="Grafik 32">
            <a:extLst>
              <a:ext uri="{FF2B5EF4-FFF2-40B4-BE49-F238E27FC236}">
                <a16:creationId xmlns:a16="http://schemas.microsoft.com/office/drawing/2014/main" id="{CD1F8716-5C49-7443-03A9-AF89719D133D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93893" y="357040"/>
            <a:ext cx="2150239" cy="431809"/>
          </a:xfrm>
          <a:prstGeom prst="rect">
            <a:avLst/>
          </a:prstGeom>
        </p:spPr>
      </p:pic>
      <p:sp>
        <p:nvSpPr>
          <p:cNvPr id="26" name="Google Shape;155;p35">
            <a:extLst>
              <a:ext uri="{FF2B5EF4-FFF2-40B4-BE49-F238E27FC236}">
                <a16:creationId xmlns:a16="http://schemas.microsoft.com/office/drawing/2014/main" id="{9CBE7B44-6C0A-D379-9D5B-BDA1ED396C9F}"/>
              </a:ext>
            </a:extLst>
          </p:cNvPr>
          <p:cNvSpPr txBox="1">
            <a:spLocks noChangeAspect="1"/>
          </p:cNvSpPr>
          <p:nvPr/>
        </p:nvSpPr>
        <p:spPr>
          <a:xfrm>
            <a:off x="10087745" y="6267939"/>
            <a:ext cx="4637862" cy="254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14300"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000"/>
            </a:pPr>
            <a:r>
              <a:rPr lang="de-DE" sz="14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  <a:ea typeface="Montserrat"/>
                <a:cs typeface="Montserrat"/>
                <a:sym typeface="Montserrat"/>
              </a:rPr>
              <a:t>Und viel mehr…</a:t>
            </a:r>
          </a:p>
        </p:txBody>
      </p:sp>
      <p:sp>
        <p:nvSpPr>
          <p:cNvPr id="2" name="Google Shape;231;p37">
            <a:extLst>
              <a:ext uri="{FF2B5EF4-FFF2-40B4-BE49-F238E27FC236}">
                <a16:creationId xmlns:a16="http://schemas.microsoft.com/office/drawing/2014/main" id="{CCD0D1ED-4C79-0A48-82F9-86AEF4FA19D9}"/>
              </a:ext>
            </a:extLst>
          </p:cNvPr>
          <p:cNvSpPr txBox="1">
            <a:spLocks/>
          </p:cNvSpPr>
          <p:nvPr/>
        </p:nvSpPr>
        <p:spPr>
          <a:xfrm>
            <a:off x="353623" y="165902"/>
            <a:ext cx="11002858" cy="38565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200" b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Maximieren Sie Kundenbindung und Umsatz mit </a:t>
            </a:r>
            <a:r>
              <a:rPr lang="de-DE" sz="2200" b="1" err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Convercus</a:t>
            </a:r>
            <a:endParaRPr lang="de-DE" sz="2200" b="1">
              <a:solidFill>
                <a:schemeClr val="accent4">
                  <a:lumMod val="25000"/>
                </a:schemeClr>
              </a:solidFill>
              <a:latin typeface="Montserrat" panose="02000505000000020004" pitchFamily="2" charset="77"/>
            </a:endParaRP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245003EE-D360-97DF-35B3-28B92764566D}"/>
              </a:ext>
            </a:extLst>
          </p:cNvPr>
          <p:cNvSpPr txBox="1">
            <a:spLocks/>
          </p:cNvSpPr>
          <p:nvPr/>
        </p:nvSpPr>
        <p:spPr>
          <a:xfrm>
            <a:off x="393975" y="551659"/>
            <a:ext cx="11585815" cy="3837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6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Mehr Engagement. Mehr Flexibilität. Mehr Erfolg.</a:t>
            </a:r>
          </a:p>
        </p:txBody>
      </p:sp>
    </p:spTree>
    <p:extLst>
      <p:ext uri="{BB962C8B-B14F-4D97-AF65-F5344CB8AC3E}">
        <p14:creationId xmlns:p14="http://schemas.microsoft.com/office/powerpoint/2010/main" val="12582852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F43CEF7-0FA7-6BC1-741E-BAD72956A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hteck 56">
            <a:extLst>
              <a:ext uri="{FF2B5EF4-FFF2-40B4-BE49-F238E27FC236}">
                <a16:creationId xmlns:a16="http://schemas.microsoft.com/office/drawing/2014/main" id="{ABDB2C91-DF76-55F4-576D-0C6F7A42686E}"/>
              </a:ext>
            </a:extLst>
          </p:cNvPr>
          <p:cNvSpPr/>
          <p:nvPr/>
        </p:nvSpPr>
        <p:spPr>
          <a:xfrm>
            <a:off x="586842" y="5506565"/>
            <a:ext cx="10917692" cy="79502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73" name="Rechteck 72">
            <a:extLst>
              <a:ext uri="{FF2B5EF4-FFF2-40B4-BE49-F238E27FC236}">
                <a16:creationId xmlns:a16="http://schemas.microsoft.com/office/drawing/2014/main" id="{937E376F-03D0-BB08-3F37-6E467801E50B}"/>
              </a:ext>
            </a:extLst>
          </p:cNvPr>
          <p:cNvSpPr/>
          <p:nvPr/>
        </p:nvSpPr>
        <p:spPr>
          <a:xfrm>
            <a:off x="-45437" y="3513041"/>
            <a:ext cx="12300857" cy="1835680"/>
          </a:xfrm>
          <a:prstGeom prst="rect">
            <a:avLst/>
          </a:prstGeom>
          <a:gradFill>
            <a:gsLst>
              <a:gs pos="0">
                <a:schemeClr val="accent1">
                  <a:alpha val="44000"/>
                </a:schemeClr>
              </a:gs>
              <a:gs pos="100000">
                <a:schemeClr val="accent1"/>
              </a:gs>
            </a:gsLst>
            <a:lin ang="5400000" scaled="1"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74" name="Freihandform: Form 73">
            <a:extLst>
              <a:ext uri="{FF2B5EF4-FFF2-40B4-BE49-F238E27FC236}">
                <a16:creationId xmlns:a16="http://schemas.microsoft.com/office/drawing/2014/main" id="{E14AAE16-56A5-2466-8628-B95CFBC47D72}"/>
              </a:ext>
            </a:extLst>
          </p:cNvPr>
          <p:cNvSpPr/>
          <p:nvPr/>
        </p:nvSpPr>
        <p:spPr>
          <a:xfrm>
            <a:off x="565069" y="2519719"/>
            <a:ext cx="3261637" cy="1051859"/>
          </a:xfrm>
          <a:custGeom>
            <a:avLst/>
            <a:gdLst>
              <a:gd name="connsiteX0" fmla="*/ 2572696 w 3398181"/>
              <a:gd name="connsiteY0" fmla="*/ 15 h 1095894"/>
              <a:gd name="connsiteX1" fmla="*/ 2798283 w 3398181"/>
              <a:gd name="connsiteY1" fmla="*/ 43007 h 1095894"/>
              <a:gd name="connsiteX2" fmla="*/ 3013556 w 3398181"/>
              <a:gd name="connsiteY2" fmla="*/ 189917 h 1095894"/>
              <a:gd name="connsiteX3" fmla="*/ 3170024 w 3398181"/>
              <a:gd name="connsiteY3" fmla="*/ 367788 h 1095894"/>
              <a:gd name="connsiteX4" fmla="*/ 3255011 w 3398181"/>
              <a:gd name="connsiteY4" fmla="*/ 516152 h 1095894"/>
              <a:gd name="connsiteX5" fmla="*/ 3386335 w 3398181"/>
              <a:gd name="connsiteY5" fmla="*/ 788776 h 1095894"/>
              <a:gd name="connsiteX6" fmla="*/ 3398181 w 3398181"/>
              <a:gd name="connsiteY6" fmla="*/ 814127 h 1095894"/>
              <a:gd name="connsiteX7" fmla="*/ 3356623 w 3398181"/>
              <a:gd name="connsiteY7" fmla="*/ 733919 h 1095894"/>
              <a:gd name="connsiteX8" fmla="*/ 3228621 w 3398181"/>
              <a:gd name="connsiteY8" fmla="*/ 508048 h 1095894"/>
              <a:gd name="connsiteX9" fmla="*/ 2950801 w 3398181"/>
              <a:gd name="connsiteY9" fmla="*/ 181813 h 1095894"/>
              <a:gd name="connsiteX10" fmla="*/ 2774385 w 3398181"/>
              <a:gd name="connsiteY10" fmla="*/ 79371 h 1095894"/>
              <a:gd name="connsiteX11" fmla="*/ 2527527 w 3398181"/>
              <a:gd name="connsiteY11" fmla="*/ 52981 h 1095894"/>
              <a:gd name="connsiteX12" fmla="*/ 2342383 w 3398181"/>
              <a:gd name="connsiteY12" fmla="*/ 99943 h 1095894"/>
              <a:gd name="connsiteX13" fmla="*/ 2150174 w 3398181"/>
              <a:gd name="connsiteY13" fmla="*/ 199268 h 1095894"/>
              <a:gd name="connsiteX14" fmla="*/ 2002641 w 3398181"/>
              <a:gd name="connsiteY14" fmla="*/ 318333 h 1095894"/>
              <a:gd name="connsiteX15" fmla="*/ 1791314 w 3398181"/>
              <a:gd name="connsiteY15" fmla="*/ 533607 h 1095894"/>
              <a:gd name="connsiteX16" fmla="*/ 1650017 w 3398181"/>
              <a:gd name="connsiteY16" fmla="*/ 679062 h 1095894"/>
              <a:gd name="connsiteX17" fmla="*/ 1343521 w 3398181"/>
              <a:gd name="connsiteY17" fmla="*/ 928413 h 1095894"/>
              <a:gd name="connsiteX18" fmla="*/ 1114949 w 3398181"/>
              <a:gd name="connsiteY18" fmla="*/ 1039583 h 1095894"/>
              <a:gd name="connsiteX19" fmla="*/ 824039 w 3398181"/>
              <a:gd name="connsiteY19" fmla="*/ 1091115 h 1095894"/>
              <a:gd name="connsiteX20" fmla="*/ 753389 w 3398181"/>
              <a:gd name="connsiteY20" fmla="*/ 1095894 h 1095894"/>
              <a:gd name="connsiteX21" fmla="*/ 0 w 3398181"/>
              <a:gd name="connsiteY21" fmla="*/ 1095894 h 1095894"/>
              <a:gd name="connsiteX22" fmla="*/ 0 w 3398181"/>
              <a:gd name="connsiteY22" fmla="*/ 953765 h 1095894"/>
              <a:gd name="connsiteX23" fmla="*/ 15878 w 3398181"/>
              <a:gd name="connsiteY23" fmla="*/ 953765 h 1095894"/>
              <a:gd name="connsiteX24" fmla="*/ 155358 w 3398181"/>
              <a:gd name="connsiteY24" fmla="*/ 953765 h 1095894"/>
              <a:gd name="connsiteX25" fmla="*/ 616661 w 3398181"/>
              <a:gd name="connsiteY25" fmla="*/ 957713 h 1095894"/>
              <a:gd name="connsiteX26" fmla="*/ 892401 w 3398181"/>
              <a:gd name="connsiteY26" fmla="*/ 955427 h 1095894"/>
              <a:gd name="connsiteX27" fmla="*/ 929596 w 3398181"/>
              <a:gd name="connsiteY27" fmla="*/ 952933 h 1095894"/>
              <a:gd name="connsiteX28" fmla="*/ 1113909 w 3398181"/>
              <a:gd name="connsiteY28" fmla="*/ 909296 h 1095894"/>
              <a:gd name="connsiteX29" fmla="*/ 1377600 w 3398181"/>
              <a:gd name="connsiteY29" fmla="*/ 771114 h 1095894"/>
              <a:gd name="connsiteX30" fmla="*/ 1573756 w 3398181"/>
              <a:gd name="connsiteY30" fmla="*/ 614022 h 1095894"/>
              <a:gd name="connsiteX31" fmla="*/ 1866744 w 3398181"/>
              <a:gd name="connsiteY31" fmla="*/ 334333 h 1095894"/>
              <a:gd name="connsiteX32" fmla="*/ 2004927 w 3398181"/>
              <a:gd name="connsiteY32" fmla="*/ 216099 h 1095894"/>
              <a:gd name="connsiteX33" fmla="*/ 2225603 w 3398181"/>
              <a:gd name="connsiteY33" fmla="*/ 77916 h 1095894"/>
              <a:gd name="connsiteX34" fmla="*/ 2495734 w 3398181"/>
              <a:gd name="connsiteY34" fmla="*/ 4151 h 1095894"/>
              <a:gd name="connsiteX35" fmla="*/ 2572696 w 3398181"/>
              <a:gd name="connsiteY35" fmla="*/ 15 h 1095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3398181" h="1095894">
                <a:moveTo>
                  <a:pt x="2572696" y="15"/>
                </a:moveTo>
                <a:cubicBezTo>
                  <a:pt x="2649645" y="548"/>
                  <a:pt x="2726126" y="15033"/>
                  <a:pt x="2798283" y="43007"/>
                </a:cubicBezTo>
                <a:cubicBezTo>
                  <a:pt x="2891997" y="81034"/>
                  <a:pt x="2951217" y="134021"/>
                  <a:pt x="3013556" y="189917"/>
                </a:cubicBezTo>
                <a:cubicBezTo>
                  <a:pt x="3072568" y="242842"/>
                  <a:pt x="3125141" y="302541"/>
                  <a:pt x="3170024" y="367788"/>
                </a:cubicBezTo>
                <a:cubicBezTo>
                  <a:pt x="3201607" y="415332"/>
                  <a:pt x="3229868" y="464890"/>
                  <a:pt x="3255011" y="516152"/>
                </a:cubicBezTo>
                <a:cubicBezTo>
                  <a:pt x="3290959" y="585348"/>
                  <a:pt x="3331272" y="673660"/>
                  <a:pt x="3386335" y="788776"/>
                </a:cubicBezTo>
                <a:lnTo>
                  <a:pt x="3398181" y="814127"/>
                </a:lnTo>
                <a:lnTo>
                  <a:pt x="3356623" y="733919"/>
                </a:lnTo>
                <a:cubicBezTo>
                  <a:pt x="3319426" y="655664"/>
                  <a:pt x="3276622" y="580173"/>
                  <a:pt x="3228621" y="508048"/>
                </a:cubicBezTo>
                <a:cubicBezTo>
                  <a:pt x="3160256" y="400828"/>
                  <a:pt x="3085035" y="285709"/>
                  <a:pt x="2950801" y="181813"/>
                </a:cubicBezTo>
                <a:cubicBezTo>
                  <a:pt x="2898438" y="137574"/>
                  <a:pt x="2838801" y="102915"/>
                  <a:pt x="2774385" y="79371"/>
                </a:cubicBezTo>
                <a:cubicBezTo>
                  <a:pt x="2695008" y="52420"/>
                  <a:pt x="2610852" y="43402"/>
                  <a:pt x="2527527" y="52981"/>
                </a:cubicBezTo>
                <a:cubicBezTo>
                  <a:pt x="2463941" y="59964"/>
                  <a:pt x="2401602" y="75778"/>
                  <a:pt x="2342383" y="99943"/>
                </a:cubicBezTo>
                <a:cubicBezTo>
                  <a:pt x="2274849" y="125689"/>
                  <a:pt x="2210226" y="158998"/>
                  <a:pt x="2150174" y="199268"/>
                </a:cubicBezTo>
                <a:cubicBezTo>
                  <a:pt x="2097810" y="234863"/>
                  <a:pt x="2048563" y="274675"/>
                  <a:pt x="2002641" y="318333"/>
                </a:cubicBezTo>
                <a:cubicBezTo>
                  <a:pt x="1934900" y="379425"/>
                  <a:pt x="1904771" y="414541"/>
                  <a:pt x="1791314" y="533607"/>
                </a:cubicBezTo>
                <a:cubicBezTo>
                  <a:pt x="1712355" y="614646"/>
                  <a:pt x="1674327" y="655374"/>
                  <a:pt x="1650017" y="679062"/>
                </a:cubicBezTo>
                <a:cubicBezTo>
                  <a:pt x="1557963" y="773919"/>
                  <a:pt x="1455106" y="857618"/>
                  <a:pt x="1343521" y="928413"/>
                </a:cubicBezTo>
                <a:cubicBezTo>
                  <a:pt x="1272456" y="975292"/>
                  <a:pt x="1195573" y="1012652"/>
                  <a:pt x="1114949" y="1039583"/>
                </a:cubicBezTo>
                <a:cubicBezTo>
                  <a:pt x="1020194" y="1067468"/>
                  <a:pt x="922533" y="1084735"/>
                  <a:pt x="824039" y="1091115"/>
                </a:cubicBezTo>
                <a:cubicBezTo>
                  <a:pt x="794947" y="1093817"/>
                  <a:pt x="770221" y="1095894"/>
                  <a:pt x="753389" y="1095894"/>
                </a:cubicBezTo>
                <a:lnTo>
                  <a:pt x="0" y="1095894"/>
                </a:lnTo>
                <a:lnTo>
                  <a:pt x="0" y="953765"/>
                </a:lnTo>
                <a:lnTo>
                  <a:pt x="15878" y="953765"/>
                </a:lnTo>
                <a:cubicBezTo>
                  <a:pt x="56242" y="953765"/>
                  <a:pt x="103410" y="953765"/>
                  <a:pt x="155358" y="953765"/>
                </a:cubicBezTo>
                <a:cubicBezTo>
                  <a:pt x="424037" y="955011"/>
                  <a:pt x="558478" y="955841"/>
                  <a:pt x="616661" y="957713"/>
                </a:cubicBezTo>
                <a:cubicBezTo>
                  <a:pt x="616661" y="957713"/>
                  <a:pt x="733441" y="961868"/>
                  <a:pt x="892401" y="955427"/>
                </a:cubicBezTo>
                <a:cubicBezTo>
                  <a:pt x="901337" y="955011"/>
                  <a:pt x="913596" y="954595"/>
                  <a:pt x="929596" y="952933"/>
                </a:cubicBezTo>
                <a:cubicBezTo>
                  <a:pt x="992767" y="946741"/>
                  <a:pt x="1054689" y="932070"/>
                  <a:pt x="1113909" y="909296"/>
                </a:cubicBezTo>
                <a:cubicBezTo>
                  <a:pt x="1207000" y="873951"/>
                  <a:pt x="1295520" y="827571"/>
                  <a:pt x="1377600" y="771114"/>
                </a:cubicBezTo>
                <a:cubicBezTo>
                  <a:pt x="1446586" y="723405"/>
                  <a:pt x="1512041" y="670917"/>
                  <a:pt x="1573756" y="614022"/>
                </a:cubicBezTo>
                <a:cubicBezTo>
                  <a:pt x="1693860" y="507633"/>
                  <a:pt x="1712146" y="475010"/>
                  <a:pt x="1866744" y="334333"/>
                </a:cubicBezTo>
                <a:cubicBezTo>
                  <a:pt x="1952978" y="255787"/>
                  <a:pt x="1989550" y="227735"/>
                  <a:pt x="2004927" y="216099"/>
                </a:cubicBezTo>
                <a:cubicBezTo>
                  <a:pt x="2072668" y="161346"/>
                  <a:pt x="2146851" y="114946"/>
                  <a:pt x="2225603" y="77916"/>
                </a:cubicBezTo>
                <a:cubicBezTo>
                  <a:pt x="2310590" y="37314"/>
                  <a:pt x="2402019" y="12317"/>
                  <a:pt x="2495734" y="4151"/>
                </a:cubicBezTo>
                <a:cubicBezTo>
                  <a:pt x="2521345" y="1211"/>
                  <a:pt x="2547047" y="-162"/>
                  <a:pt x="2572696" y="15"/>
                </a:cubicBezTo>
                <a:close/>
              </a:path>
            </a:pathLst>
          </a:custGeom>
          <a:solidFill>
            <a:schemeClr val="accent1">
              <a:lumMod val="90000"/>
            </a:schemeClr>
          </a:solidFill>
          <a:ln w="12547" cap="rnd">
            <a:noFill/>
            <a:prstDash val="solid"/>
            <a:round/>
          </a:ln>
        </p:spPr>
        <p:txBody>
          <a:bodyPr wrap="square" rtlCol="0" anchor="ctr"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Freihandform: Form 74">
            <a:extLst>
              <a:ext uri="{FF2B5EF4-FFF2-40B4-BE49-F238E27FC236}">
                <a16:creationId xmlns:a16="http://schemas.microsoft.com/office/drawing/2014/main" id="{2C623D51-7455-8082-5D53-333E4166B0AA}"/>
              </a:ext>
            </a:extLst>
          </p:cNvPr>
          <p:cNvSpPr/>
          <p:nvPr/>
        </p:nvSpPr>
        <p:spPr>
          <a:xfrm>
            <a:off x="3935044" y="3657839"/>
            <a:ext cx="1668943" cy="832207"/>
          </a:xfrm>
          <a:custGeom>
            <a:avLst/>
            <a:gdLst>
              <a:gd name="connsiteX0" fmla="*/ 111633 w 1400946"/>
              <a:gd name="connsiteY0" fmla="*/ -753 h 698572"/>
              <a:gd name="connsiteX1" fmla="*/ 198021 w 1400946"/>
              <a:gd name="connsiteY1" fmla="*/ 208518 h 698572"/>
              <a:gd name="connsiteX2" fmla="*/ 363094 w 1400946"/>
              <a:gd name="connsiteY2" fmla="*/ 463829 h 698572"/>
              <a:gd name="connsiteX3" fmla="*/ 548424 w 1400946"/>
              <a:gd name="connsiteY3" fmla="*/ 617016 h 698572"/>
              <a:gd name="connsiteX4" fmla="*/ 697426 w 1400946"/>
              <a:gd name="connsiteY4" fmla="*/ 654851 h 698572"/>
              <a:gd name="connsiteX5" fmla="*/ 896486 w 1400946"/>
              <a:gd name="connsiteY5" fmla="*/ 633758 h 698572"/>
              <a:gd name="connsiteX6" fmla="*/ 1038455 w 1400946"/>
              <a:gd name="connsiteY6" fmla="*/ 551220 h 698572"/>
              <a:gd name="connsiteX7" fmla="*/ 1262459 w 1400946"/>
              <a:gd name="connsiteY7" fmla="*/ 288209 h 698572"/>
              <a:gd name="connsiteX8" fmla="*/ 1365421 w 1400946"/>
              <a:gd name="connsiteY8" fmla="*/ 106394 h 698572"/>
              <a:gd name="connsiteX9" fmla="*/ 1399908 w 1400946"/>
              <a:gd name="connsiteY9" fmla="*/ 41603 h 698572"/>
              <a:gd name="connsiteX10" fmla="*/ 1391370 w 1400946"/>
              <a:gd name="connsiteY10" fmla="*/ 62196 h 698572"/>
              <a:gd name="connsiteX11" fmla="*/ 1285395 w 1400946"/>
              <a:gd name="connsiteY11" fmla="*/ 281847 h 698572"/>
              <a:gd name="connsiteX12" fmla="*/ 1216922 w 1400946"/>
              <a:gd name="connsiteY12" fmla="*/ 401383 h 698572"/>
              <a:gd name="connsiteX13" fmla="*/ 1091024 w 1400946"/>
              <a:gd name="connsiteY13" fmla="*/ 544859 h 698572"/>
              <a:gd name="connsiteX14" fmla="*/ 917580 w 1400946"/>
              <a:gd name="connsiteY14" fmla="*/ 663222 h 698572"/>
              <a:gd name="connsiteX15" fmla="*/ 673820 w 1400946"/>
              <a:gd name="connsiteY15" fmla="*/ 694529 h 698572"/>
              <a:gd name="connsiteX16" fmla="*/ 456177 w 1400946"/>
              <a:gd name="connsiteY16" fmla="*/ 634929 h 698572"/>
              <a:gd name="connsiteX17" fmla="*/ 279218 w 1400946"/>
              <a:gd name="connsiteY17" fmla="*/ 486765 h 698572"/>
              <a:gd name="connsiteX18" fmla="*/ 108286 w 1400946"/>
              <a:gd name="connsiteY18" fmla="*/ 241164 h 698572"/>
              <a:gd name="connsiteX19" fmla="*/ -1038 w 1400946"/>
              <a:gd name="connsiteY19" fmla="*/ 10798 h 698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400946" h="698572">
                <a:moveTo>
                  <a:pt x="111633" y="-753"/>
                </a:moveTo>
                <a:cubicBezTo>
                  <a:pt x="135240" y="71018"/>
                  <a:pt x="164203" y="140966"/>
                  <a:pt x="198021" y="208518"/>
                </a:cubicBezTo>
                <a:cubicBezTo>
                  <a:pt x="241214" y="300715"/>
                  <a:pt x="296796" y="386600"/>
                  <a:pt x="363094" y="463829"/>
                </a:cubicBezTo>
                <a:cubicBezTo>
                  <a:pt x="419179" y="527615"/>
                  <a:pt x="466224" y="580184"/>
                  <a:pt x="548424" y="617016"/>
                </a:cubicBezTo>
                <a:cubicBezTo>
                  <a:pt x="595637" y="637808"/>
                  <a:pt x="646030" y="650599"/>
                  <a:pt x="697426" y="654851"/>
                </a:cubicBezTo>
                <a:cubicBezTo>
                  <a:pt x="764561" y="662553"/>
                  <a:pt x="832531" y="655354"/>
                  <a:pt x="896486" y="633758"/>
                </a:cubicBezTo>
                <a:cubicBezTo>
                  <a:pt x="948217" y="614672"/>
                  <a:pt x="996266" y="586746"/>
                  <a:pt x="1038455" y="551220"/>
                </a:cubicBezTo>
                <a:cubicBezTo>
                  <a:pt x="1146606" y="467512"/>
                  <a:pt x="1207211" y="374763"/>
                  <a:pt x="1262459" y="288209"/>
                </a:cubicBezTo>
                <a:cubicBezTo>
                  <a:pt x="1301134" y="230148"/>
                  <a:pt x="1335453" y="169393"/>
                  <a:pt x="1365421" y="106394"/>
                </a:cubicBezTo>
                <a:lnTo>
                  <a:pt x="1399908" y="41603"/>
                </a:lnTo>
                <a:lnTo>
                  <a:pt x="1391370" y="62196"/>
                </a:lnTo>
                <a:cubicBezTo>
                  <a:pt x="1347006" y="154944"/>
                  <a:pt x="1314526" y="226096"/>
                  <a:pt x="1285395" y="281847"/>
                </a:cubicBezTo>
                <a:cubicBezTo>
                  <a:pt x="1265306" y="323232"/>
                  <a:pt x="1242538" y="363177"/>
                  <a:pt x="1216922" y="401383"/>
                </a:cubicBezTo>
                <a:cubicBezTo>
                  <a:pt x="1180760" y="454052"/>
                  <a:pt x="1138570" y="502217"/>
                  <a:pt x="1091024" y="544859"/>
                </a:cubicBezTo>
                <a:cubicBezTo>
                  <a:pt x="1040799" y="589727"/>
                  <a:pt x="993086" y="632585"/>
                  <a:pt x="917580" y="663222"/>
                </a:cubicBezTo>
                <a:cubicBezTo>
                  <a:pt x="840066" y="693173"/>
                  <a:pt x="756357" y="703905"/>
                  <a:pt x="673820" y="694529"/>
                </a:cubicBezTo>
                <a:cubicBezTo>
                  <a:pt x="597981" y="689926"/>
                  <a:pt x="523815" y="669634"/>
                  <a:pt x="456177" y="634929"/>
                </a:cubicBezTo>
                <a:cubicBezTo>
                  <a:pt x="378330" y="594414"/>
                  <a:pt x="333461" y="545696"/>
                  <a:pt x="279218" y="486765"/>
                </a:cubicBezTo>
                <a:cubicBezTo>
                  <a:pt x="212251" y="412332"/>
                  <a:pt x="154826" y="329828"/>
                  <a:pt x="108286" y="241164"/>
                </a:cubicBezTo>
                <a:cubicBezTo>
                  <a:pt x="66432" y="167049"/>
                  <a:pt x="29934" y="90070"/>
                  <a:pt x="-1038" y="10798"/>
                </a:cubicBezTo>
                <a:close/>
              </a:path>
            </a:pathLst>
          </a:custGeom>
          <a:solidFill>
            <a:schemeClr val="accent1">
              <a:lumMod val="90000"/>
            </a:schemeClr>
          </a:solidFill>
          <a:ln w="12547" cap="rnd">
            <a:noFill/>
            <a:prstDash val="solid"/>
            <a:round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Freihandform: Form 75">
            <a:extLst>
              <a:ext uri="{FF2B5EF4-FFF2-40B4-BE49-F238E27FC236}">
                <a16:creationId xmlns:a16="http://schemas.microsoft.com/office/drawing/2014/main" id="{F9287D9A-2AE8-1F06-7F46-E63F39C7510F}"/>
              </a:ext>
            </a:extLst>
          </p:cNvPr>
          <p:cNvSpPr/>
          <p:nvPr/>
        </p:nvSpPr>
        <p:spPr>
          <a:xfrm>
            <a:off x="7462606" y="3657839"/>
            <a:ext cx="1668744" cy="832207"/>
          </a:xfrm>
          <a:custGeom>
            <a:avLst/>
            <a:gdLst>
              <a:gd name="connsiteX0" fmla="*/ 111633 w 1400778"/>
              <a:gd name="connsiteY0" fmla="*/ -753 h 698572"/>
              <a:gd name="connsiteX1" fmla="*/ 198021 w 1400778"/>
              <a:gd name="connsiteY1" fmla="*/ 208518 h 698572"/>
              <a:gd name="connsiteX2" fmla="*/ 363094 w 1400778"/>
              <a:gd name="connsiteY2" fmla="*/ 463829 h 698572"/>
              <a:gd name="connsiteX3" fmla="*/ 548257 w 1400778"/>
              <a:gd name="connsiteY3" fmla="*/ 617016 h 698572"/>
              <a:gd name="connsiteX4" fmla="*/ 697426 w 1400778"/>
              <a:gd name="connsiteY4" fmla="*/ 654851 h 698572"/>
              <a:gd name="connsiteX5" fmla="*/ 896318 w 1400778"/>
              <a:gd name="connsiteY5" fmla="*/ 633758 h 698572"/>
              <a:gd name="connsiteX6" fmla="*/ 1038455 w 1400778"/>
              <a:gd name="connsiteY6" fmla="*/ 551220 h 698572"/>
              <a:gd name="connsiteX7" fmla="*/ 1262292 w 1400778"/>
              <a:gd name="connsiteY7" fmla="*/ 288209 h 698572"/>
              <a:gd name="connsiteX8" fmla="*/ 1365421 w 1400778"/>
              <a:gd name="connsiteY8" fmla="*/ 106394 h 698572"/>
              <a:gd name="connsiteX9" fmla="*/ 1399741 w 1400778"/>
              <a:gd name="connsiteY9" fmla="*/ 41603 h 698572"/>
              <a:gd name="connsiteX10" fmla="*/ 1391370 w 1400778"/>
              <a:gd name="connsiteY10" fmla="*/ 62196 h 698572"/>
              <a:gd name="connsiteX11" fmla="*/ 1285395 w 1400778"/>
              <a:gd name="connsiteY11" fmla="*/ 281847 h 698572"/>
              <a:gd name="connsiteX12" fmla="*/ 1216922 w 1400778"/>
              <a:gd name="connsiteY12" fmla="*/ 401383 h 698572"/>
              <a:gd name="connsiteX13" fmla="*/ 1090857 w 1400778"/>
              <a:gd name="connsiteY13" fmla="*/ 544859 h 698572"/>
              <a:gd name="connsiteX14" fmla="*/ 917580 w 1400778"/>
              <a:gd name="connsiteY14" fmla="*/ 663222 h 698572"/>
              <a:gd name="connsiteX15" fmla="*/ 673820 w 1400778"/>
              <a:gd name="connsiteY15" fmla="*/ 694529 h 698572"/>
              <a:gd name="connsiteX16" fmla="*/ 456177 w 1400778"/>
              <a:gd name="connsiteY16" fmla="*/ 634929 h 698572"/>
              <a:gd name="connsiteX17" fmla="*/ 279218 w 1400778"/>
              <a:gd name="connsiteY17" fmla="*/ 486765 h 698572"/>
              <a:gd name="connsiteX18" fmla="*/ 108453 w 1400778"/>
              <a:gd name="connsiteY18" fmla="*/ 241164 h 698572"/>
              <a:gd name="connsiteX19" fmla="*/ -1038 w 1400778"/>
              <a:gd name="connsiteY19" fmla="*/ 10798 h 698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400778" h="698572">
                <a:moveTo>
                  <a:pt x="111633" y="-753"/>
                </a:moveTo>
                <a:cubicBezTo>
                  <a:pt x="135240" y="71052"/>
                  <a:pt x="164035" y="140998"/>
                  <a:pt x="198021" y="208518"/>
                </a:cubicBezTo>
                <a:cubicBezTo>
                  <a:pt x="241214" y="300715"/>
                  <a:pt x="296798" y="386600"/>
                  <a:pt x="363094" y="463829"/>
                </a:cubicBezTo>
                <a:cubicBezTo>
                  <a:pt x="419011" y="527615"/>
                  <a:pt x="466224" y="580184"/>
                  <a:pt x="548257" y="617016"/>
                </a:cubicBezTo>
                <a:cubicBezTo>
                  <a:pt x="595470" y="637792"/>
                  <a:pt x="646030" y="650582"/>
                  <a:pt x="697426" y="654851"/>
                </a:cubicBezTo>
                <a:cubicBezTo>
                  <a:pt x="764393" y="662569"/>
                  <a:pt x="832365" y="655354"/>
                  <a:pt x="896318" y="633758"/>
                </a:cubicBezTo>
                <a:cubicBezTo>
                  <a:pt x="948049" y="614672"/>
                  <a:pt x="996266" y="586746"/>
                  <a:pt x="1038455" y="551220"/>
                </a:cubicBezTo>
                <a:cubicBezTo>
                  <a:pt x="1146606" y="467512"/>
                  <a:pt x="1207211" y="374763"/>
                  <a:pt x="1262292" y="288209"/>
                </a:cubicBezTo>
                <a:cubicBezTo>
                  <a:pt x="1300966" y="230164"/>
                  <a:pt x="1335453" y="169393"/>
                  <a:pt x="1365421" y="106394"/>
                </a:cubicBezTo>
                <a:lnTo>
                  <a:pt x="1399741" y="41603"/>
                </a:lnTo>
                <a:lnTo>
                  <a:pt x="1391370" y="62196"/>
                </a:lnTo>
                <a:cubicBezTo>
                  <a:pt x="1347006" y="154944"/>
                  <a:pt x="1314358" y="226096"/>
                  <a:pt x="1285395" y="281847"/>
                </a:cubicBezTo>
                <a:cubicBezTo>
                  <a:pt x="1265306" y="323232"/>
                  <a:pt x="1242538" y="363177"/>
                  <a:pt x="1216922" y="401383"/>
                </a:cubicBezTo>
                <a:cubicBezTo>
                  <a:pt x="1180760" y="454018"/>
                  <a:pt x="1138403" y="502167"/>
                  <a:pt x="1090857" y="544859"/>
                </a:cubicBezTo>
                <a:cubicBezTo>
                  <a:pt x="1040632" y="589727"/>
                  <a:pt x="993086" y="632585"/>
                  <a:pt x="917580" y="663222"/>
                </a:cubicBezTo>
                <a:cubicBezTo>
                  <a:pt x="840066" y="693173"/>
                  <a:pt x="756357" y="703905"/>
                  <a:pt x="673820" y="694529"/>
                </a:cubicBezTo>
                <a:cubicBezTo>
                  <a:pt x="597981" y="689892"/>
                  <a:pt x="523815" y="669601"/>
                  <a:pt x="456177" y="634929"/>
                </a:cubicBezTo>
                <a:cubicBezTo>
                  <a:pt x="378495" y="594414"/>
                  <a:pt x="333629" y="545696"/>
                  <a:pt x="279218" y="486765"/>
                </a:cubicBezTo>
                <a:cubicBezTo>
                  <a:pt x="212419" y="412281"/>
                  <a:pt x="154994" y="329778"/>
                  <a:pt x="108453" y="241164"/>
                </a:cubicBezTo>
                <a:cubicBezTo>
                  <a:pt x="66599" y="167015"/>
                  <a:pt x="30101" y="90054"/>
                  <a:pt x="-1038" y="10798"/>
                </a:cubicBezTo>
                <a:close/>
              </a:path>
            </a:pathLst>
          </a:custGeom>
          <a:solidFill>
            <a:schemeClr val="accent1">
              <a:lumMod val="90000"/>
            </a:schemeClr>
          </a:solidFill>
          <a:ln w="12547" cap="rnd">
            <a:noFill/>
            <a:prstDash val="solid"/>
            <a:round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Freihandform: Form 76">
            <a:extLst>
              <a:ext uri="{FF2B5EF4-FFF2-40B4-BE49-F238E27FC236}">
                <a16:creationId xmlns:a16="http://schemas.microsoft.com/office/drawing/2014/main" id="{D801A3C1-0134-5179-197E-958AAC8CB5B0}"/>
              </a:ext>
            </a:extLst>
          </p:cNvPr>
          <p:cNvSpPr/>
          <p:nvPr/>
        </p:nvSpPr>
        <p:spPr>
          <a:xfrm>
            <a:off x="5689750" y="2520618"/>
            <a:ext cx="1668946" cy="832073"/>
          </a:xfrm>
          <a:custGeom>
            <a:avLst/>
            <a:gdLst>
              <a:gd name="connsiteX0" fmla="*/ 110963 w 1400948"/>
              <a:gd name="connsiteY0" fmla="*/ 697706 h 698459"/>
              <a:gd name="connsiteX1" fmla="*/ 197351 w 1400948"/>
              <a:gd name="connsiteY1" fmla="*/ 488435 h 698459"/>
              <a:gd name="connsiteX2" fmla="*/ 362424 w 1400948"/>
              <a:gd name="connsiteY2" fmla="*/ 233124 h 698459"/>
              <a:gd name="connsiteX3" fmla="*/ 547589 w 1400948"/>
              <a:gd name="connsiteY3" fmla="*/ 79937 h 698459"/>
              <a:gd name="connsiteX4" fmla="*/ 696758 w 1400948"/>
              <a:gd name="connsiteY4" fmla="*/ 42101 h 698459"/>
              <a:gd name="connsiteX5" fmla="*/ 895648 w 1400948"/>
              <a:gd name="connsiteY5" fmla="*/ 63363 h 698459"/>
              <a:gd name="connsiteX6" fmla="*/ 1037787 w 1400948"/>
              <a:gd name="connsiteY6" fmla="*/ 145899 h 698459"/>
              <a:gd name="connsiteX7" fmla="*/ 1261624 w 1400948"/>
              <a:gd name="connsiteY7" fmla="*/ 408744 h 698459"/>
              <a:gd name="connsiteX8" fmla="*/ 1365421 w 1400948"/>
              <a:gd name="connsiteY8" fmla="*/ 590727 h 698459"/>
              <a:gd name="connsiteX9" fmla="*/ 1399910 w 1400948"/>
              <a:gd name="connsiteY9" fmla="*/ 655349 h 698459"/>
              <a:gd name="connsiteX10" fmla="*/ 1391372 w 1400948"/>
              <a:gd name="connsiteY10" fmla="*/ 634757 h 698459"/>
              <a:gd name="connsiteX11" fmla="*/ 1285563 w 1400948"/>
              <a:gd name="connsiteY11" fmla="*/ 415106 h 698459"/>
              <a:gd name="connsiteX12" fmla="*/ 1217090 w 1400948"/>
              <a:gd name="connsiteY12" fmla="*/ 295570 h 698459"/>
              <a:gd name="connsiteX13" fmla="*/ 1091024 w 1400948"/>
              <a:gd name="connsiteY13" fmla="*/ 152261 h 698459"/>
              <a:gd name="connsiteX14" fmla="*/ 917580 w 1400948"/>
              <a:gd name="connsiteY14" fmla="*/ 33897 h 698459"/>
              <a:gd name="connsiteX15" fmla="*/ 673820 w 1400948"/>
              <a:gd name="connsiteY15" fmla="*/ 2591 h 698459"/>
              <a:gd name="connsiteX16" fmla="*/ 456177 w 1400948"/>
              <a:gd name="connsiteY16" fmla="*/ 62023 h 698459"/>
              <a:gd name="connsiteX17" fmla="*/ 279218 w 1400948"/>
              <a:gd name="connsiteY17" fmla="*/ 210188 h 698459"/>
              <a:gd name="connsiteX18" fmla="*/ 108453 w 1400948"/>
              <a:gd name="connsiteY18" fmla="*/ 455789 h 698459"/>
              <a:gd name="connsiteX19" fmla="*/ -1038 w 1400948"/>
              <a:gd name="connsiteY19" fmla="*/ 686155 h 698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400948" h="698459">
                <a:moveTo>
                  <a:pt x="110963" y="697706"/>
                </a:moveTo>
                <a:cubicBezTo>
                  <a:pt x="134569" y="625918"/>
                  <a:pt x="163532" y="555971"/>
                  <a:pt x="197351" y="488435"/>
                </a:cubicBezTo>
                <a:cubicBezTo>
                  <a:pt x="240546" y="396204"/>
                  <a:pt x="295960" y="310303"/>
                  <a:pt x="362424" y="233124"/>
                </a:cubicBezTo>
                <a:cubicBezTo>
                  <a:pt x="418343" y="169338"/>
                  <a:pt x="465554" y="116769"/>
                  <a:pt x="547589" y="79937"/>
                </a:cubicBezTo>
                <a:cubicBezTo>
                  <a:pt x="594799" y="59144"/>
                  <a:pt x="645360" y="46354"/>
                  <a:pt x="696758" y="42101"/>
                </a:cubicBezTo>
                <a:cubicBezTo>
                  <a:pt x="763890" y="34383"/>
                  <a:pt x="831695" y="41649"/>
                  <a:pt x="895648" y="63363"/>
                </a:cubicBezTo>
                <a:cubicBezTo>
                  <a:pt x="947549" y="82331"/>
                  <a:pt x="995597" y="110257"/>
                  <a:pt x="1037787" y="145899"/>
                </a:cubicBezTo>
                <a:cubicBezTo>
                  <a:pt x="1145938" y="229608"/>
                  <a:pt x="1206543" y="322357"/>
                  <a:pt x="1261624" y="408744"/>
                </a:cubicBezTo>
                <a:cubicBezTo>
                  <a:pt x="1300463" y="466838"/>
                  <a:pt x="1335286" y="527660"/>
                  <a:pt x="1365421" y="590727"/>
                </a:cubicBezTo>
                <a:lnTo>
                  <a:pt x="1399910" y="655349"/>
                </a:lnTo>
                <a:lnTo>
                  <a:pt x="1391372" y="634757"/>
                </a:lnTo>
                <a:cubicBezTo>
                  <a:pt x="1347006" y="542009"/>
                  <a:pt x="1314526" y="470857"/>
                  <a:pt x="1285563" y="415106"/>
                </a:cubicBezTo>
                <a:cubicBezTo>
                  <a:pt x="1265306" y="373805"/>
                  <a:pt x="1242538" y="333876"/>
                  <a:pt x="1217090" y="295570"/>
                </a:cubicBezTo>
                <a:cubicBezTo>
                  <a:pt x="1180927" y="243001"/>
                  <a:pt x="1138570" y="194902"/>
                  <a:pt x="1091024" y="152261"/>
                </a:cubicBezTo>
                <a:cubicBezTo>
                  <a:pt x="1040799" y="107226"/>
                  <a:pt x="993086" y="64535"/>
                  <a:pt x="917580" y="33897"/>
                </a:cubicBezTo>
                <a:cubicBezTo>
                  <a:pt x="840066" y="3846"/>
                  <a:pt x="756357" y="-6885"/>
                  <a:pt x="673820" y="2591"/>
                </a:cubicBezTo>
                <a:cubicBezTo>
                  <a:pt x="597981" y="7127"/>
                  <a:pt x="523815" y="27368"/>
                  <a:pt x="456177" y="62023"/>
                </a:cubicBezTo>
                <a:cubicBezTo>
                  <a:pt x="378330" y="102539"/>
                  <a:pt x="333461" y="151257"/>
                  <a:pt x="279218" y="210188"/>
                </a:cubicBezTo>
                <a:cubicBezTo>
                  <a:pt x="212419" y="284671"/>
                  <a:pt x="154994" y="367174"/>
                  <a:pt x="108453" y="455789"/>
                </a:cubicBezTo>
                <a:cubicBezTo>
                  <a:pt x="66599" y="529938"/>
                  <a:pt x="30101" y="606899"/>
                  <a:pt x="-1038" y="686155"/>
                </a:cubicBezTo>
                <a:close/>
              </a:path>
            </a:pathLst>
          </a:custGeom>
          <a:solidFill>
            <a:schemeClr val="accent1">
              <a:lumMod val="90000"/>
            </a:schemeClr>
          </a:solidFill>
          <a:ln w="12547" cap="rnd">
            <a:noFill/>
            <a:prstDash val="solid"/>
            <a:round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Freihandform: Form 77">
            <a:extLst>
              <a:ext uri="{FF2B5EF4-FFF2-40B4-BE49-F238E27FC236}">
                <a16:creationId xmlns:a16="http://schemas.microsoft.com/office/drawing/2014/main" id="{80CD8071-ECF5-2988-1A59-89F0880B8218}"/>
              </a:ext>
            </a:extLst>
          </p:cNvPr>
          <p:cNvSpPr/>
          <p:nvPr/>
        </p:nvSpPr>
        <p:spPr>
          <a:xfrm>
            <a:off x="9223295" y="2510949"/>
            <a:ext cx="3122092" cy="1002092"/>
          </a:xfrm>
          <a:custGeom>
            <a:avLst/>
            <a:gdLst>
              <a:gd name="connsiteX0" fmla="*/ 2619710 w 2620748"/>
              <a:gd name="connsiteY0" fmla="*/ 840424 h 841177"/>
              <a:gd name="connsiteX1" fmla="*/ 2138553 w 2620748"/>
              <a:gd name="connsiteY1" fmla="*/ 840424 h 841177"/>
              <a:gd name="connsiteX2" fmla="*/ 2033582 w 2620748"/>
              <a:gd name="connsiteY2" fmla="*/ 828872 h 841177"/>
              <a:gd name="connsiteX3" fmla="*/ 1775091 w 2620748"/>
              <a:gd name="connsiteY3" fmla="*/ 748344 h 841177"/>
              <a:gd name="connsiteX4" fmla="*/ 1532001 w 2620748"/>
              <a:gd name="connsiteY4" fmla="*/ 589633 h 841177"/>
              <a:gd name="connsiteX5" fmla="*/ 1343824 w 2620748"/>
              <a:gd name="connsiteY5" fmla="*/ 420709 h 841177"/>
              <a:gd name="connsiteX6" fmla="*/ 1141752 w 2620748"/>
              <a:gd name="connsiteY6" fmla="*/ 241573 h 841177"/>
              <a:gd name="connsiteX7" fmla="*/ 989401 w 2620748"/>
              <a:gd name="connsiteY7" fmla="*/ 132752 h 841177"/>
              <a:gd name="connsiteX8" fmla="*/ 884430 w 2620748"/>
              <a:gd name="connsiteY8" fmla="*/ 86712 h 841177"/>
              <a:gd name="connsiteX9" fmla="*/ 597812 w 2620748"/>
              <a:gd name="connsiteY9" fmla="*/ 79011 h 841177"/>
              <a:gd name="connsiteX10" fmla="*/ 449480 w 2620748"/>
              <a:gd name="connsiteY10" fmla="*/ 158367 h 841177"/>
              <a:gd name="connsiteX11" fmla="*/ 363595 w 2620748"/>
              <a:gd name="connsiteY11" fmla="*/ 231863 h 841177"/>
              <a:gd name="connsiteX12" fmla="*/ 198522 w 2620748"/>
              <a:gd name="connsiteY12" fmla="*/ 487174 h 841177"/>
              <a:gd name="connsiteX13" fmla="*/ 112136 w 2620748"/>
              <a:gd name="connsiteY13" fmla="*/ 696445 h 841177"/>
              <a:gd name="connsiteX14" fmla="*/ -1038 w 2620748"/>
              <a:gd name="connsiteY14" fmla="*/ 684894 h 841177"/>
              <a:gd name="connsiteX15" fmla="*/ 108284 w 2620748"/>
              <a:gd name="connsiteY15" fmla="*/ 454528 h 841177"/>
              <a:gd name="connsiteX16" fmla="*/ 279051 w 2620748"/>
              <a:gd name="connsiteY16" fmla="*/ 208927 h 841177"/>
              <a:gd name="connsiteX17" fmla="*/ 456177 w 2620748"/>
              <a:gd name="connsiteY17" fmla="*/ 60762 h 841177"/>
              <a:gd name="connsiteX18" fmla="*/ 673820 w 2620748"/>
              <a:gd name="connsiteY18" fmla="*/ 1330 h 841177"/>
              <a:gd name="connsiteX19" fmla="*/ 917580 w 2620748"/>
              <a:gd name="connsiteY19" fmla="*/ 32636 h 841177"/>
              <a:gd name="connsiteX20" fmla="*/ 1034772 w 2620748"/>
              <a:gd name="connsiteY20" fmla="*/ 92572 h 841177"/>
              <a:gd name="connsiteX21" fmla="*/ 1228641 w 2620748"/>
              <a:gd name="connsiteY21" fmla="*/ 249943 h 841177"/>
              <a:gd name="connsiteX22" fmla="*/ 1410958 w 2620748"/>
              <a:gd name="connsiteY22" fmla="*/ 426569 h 841177"/>
              <a:gd name="connsiteX23" fmla="*/ 1556946 w 2620748"/>
              <a:gd name="connsiteY23" fmla="*/ 558996 h 841177"/>
              <a:gd name="connsiteX24" fmla="*/ 1681673 w 2620748"/>
              <a:gd name="connsiteY24" fmla="*/ 660618 h 841177"/>
              <a:gd name="connsiteX25" fmla="*/ 1893454 w 2620748"/>
              <a:gd name="connsiteY25" fmla="*/ 770108 h 841177"/>
              <a:gd name="connsiteX26" fmla="*/ 2075103 w 2620748"/>
              <a:gd name="connsiteY26" fmla="*/ 818660 h 841177"/>
              <a:gd name="connsiteX27" fmla="*/ 2139726 w 2620748"/>
              <a:gd name="connsiteY27" fmla="*/ 825022 h 841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2620748" h="841177">
                <a:moveTo>
                  <a:pt x="2619710" y="840424"/>
                </a:moveTo>
                <a:lnTo>
                  <a:pt x="2138553" y="840424"/>
                </a:lnTo>
                <a:cubicBezTo>
                  <a:pt x="2103396" y="838515"/>
                  <a:pt x="2068406" y="834648"/>
                  <a:pt x="2033582" y="828872"/>
                </a:cubicBezTo>
                <a:cubicBezTo>
                  <a:pt x="1944182" y="813972"/>
                  <a:pt x="1857126" y="786884"/>
                  <a:pt x="1775091" y="748344"/>
                </a:cubicBezTo>
                <a:cubicBezTo>
                  <a:pt x="1687700" y="706005"/>
                  <a:pt x="1606000" y="652666"/>
                  <a:pt x="1532001" y="589633"/>
                </a:cubicBezTo>
                <a:cubicBezTo>
                  <a:pt x="1507223" y="570046"/>
                  <a:pt x="1452813" y="520322"/>
                  <a:pt x="1343824" y="420709"/>
                </a:cubicBezTo>
                <a:cubicBezTo>
                  <a:pt x="1300296" y="380864"/>
                  <a:pt x="1232491" y="318753"/>
                  <a:pt x="1141752" y="241573"/>
                </a:cubicBezTo>
                <a:cubicBezTo>
                  <a:pt x="1095210" y="199636"/>
                  <a:pt x="1044147" y="163138"/>
                  <a:pt x="989401" y="132752"/>
                </a:cubicBezTo>
                <a:cubicBezTo>
                  <a:pt x="955917" y="114035"/>
                  <a:pt x="920760" y="98615"/>
                  <a:pt x="884430" y="86712"/>
                </a:cubicBezTo>
                <a:cubicBezTo>
                  <a:pt x="841907" y="73319"/>
                  <a:pt x="726054" y="36487"/>
                  <a:pt x="597812" y="79011"/>
                </a:cubicBezTo>
                <a:cubicBezTo>
                  <a:pt x="544742" y="98214"/>
                  <a:pt x="494852" y="124950"/>
                  <a:pt x="449480" y="158367"/>
                </a:cubicBezTo>
                <a:cubicBezTo>
                  <a:pt x="418844" y="180416"/>
                  <a:pt x="390048" y="205009"/>
                  <a:pt x="363595" y="231863"/>
                </a:cubicBezTo>
                <a:cubicBezTo>
                  <a:pt x="285245" y="311386"/>
                  <a:pt x="246403" y="391411"/>
                  <a:pt x="198522" y="487174"/>
                </a:cubicBezTo>
                <a:cubicBezTo>
                  <a:pt x="164703" y="554710"/>
                  <a:pt x="135740" y="624657"/>
                  <a:pt x="112136" y="696445"/>
                </a:cubicBezTo>
                <a:lnTo>
                  <a:pt x="-1038" y="684894"/>
                </a:lnTo>
                <a:cubicBezTo>
                  <a:pt x="29934" y="605622"/>
                  <a:pt x="66429" y="528643"/>
                  <a:pt x="108284" y="454528"/>
                </a:cubicBezTo>
                <a:cubicBezTo>
                  <a:pt x="154826" y="365913"/>
                  <a:pt x="212251" y="283411"/>
                  <a:pt x="279051" y="208927"/>
                </a:cubicBezTo>
                <a:cubicBezTo>
                  <a:pt x="333461" y="149996"/>
                  <a:pt x="378328" y="101278"/>
                  <a:pt x="456177" y="60762"/>
                </a:cubicBezTo>
                <a:cubicBezTo>
                  <a:pt x="523815" y="26091"/>
                  <a:pt x="597979" y="5850"/>
                  <a:pt x="673820" y="1330"/>
                </a:cubicBezTo>
                <a:cubicBezTo>
                  <a:pt x="756357" y="-5668"/>
                  <a:pt x="839396" y="5013"/>
                  <a:pt x="917580" y="32636"/>
                </a:cubicBezTo>
                <a:cubicBezTo>
                  <a:pt x="958764" y="48307"/>
                  <a:pt x="997939" y="68397"/>
                  <a:pt x="1034772" y="92572"/>
                </a:cubicBezTo>
                <a:cubicBezTo>
                  <a:pt x="1072609" y="115676"/>
                  <a:pt x="1118481" y="147652"/>
                  <a:pt x="1228641" y="249943"/>
                </a:cubicBezTo>
                <a:cubicBezTo>
                  <a:pt x="1309670" y="324947"/>
                  <a:pt x="1303811" y="325281"/>
                  <a:pt x="1410958" y="426569"/>
                </a:cubicBezTo>
                <a:cubicBezTo>
                  <a:pt x="1482947" y="493536"/>
                  <a:pt x="1525806" y="532209"/>
                  <a:pt x="1556946" y="558996"/>
                </a:cubicBezTo>
                <a:cubicBezTo>
                  <a:pt x="1596791" y="594991"/>
                  <a:pt x="1638310" y="628909"/>
                  <a:pt x="1681673" y="660618"/>
                </a:cubicBezTo>
                <a:cubicBezTo>
                  <a:pt x="1747467" y="705586"/>
                  <a:pt x="1818619" y="742368"/>
                  <a:pt x="1893454" y="770108"/>
                </a:cubicBezTo>
                <a:cubicBezTo>
                  <a:pt x="1952218" y="792258"/>
                  <a:pt x="2013158" y="808531"/>
                  <a:pt x="2075103" y="818660"/>
                </a:cubicBezTo>
                <a:cubicBezTo>
                  <a:pt x="2101052" y="822845"/>
                  <a:pt x="2123820" y="823850"/>
                  <a:pt x="2139726" y="825022"/>
                </a:cubicBezTo>
                <a:close/>
              </a:path>
            </a:pathLst>
          </a:custGeom>
          <a:solidFill>
            <a:schemeClr val="accent1">
              <a:lumMod val="90000"/>
            </a:schemeClr>
          </a:solidFill>
          <a:ln w="12547" cap="rnd">
            <a:noFill/>
            <a:prstDash val="solid"/>
            <a:round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Rechteck: abgerundete Ecken 83">
            <a:extLst>
              <a:ext uri="{FF2B5EF4-FFF2-40B4-BE49-F238E27FC236}">
                <a16:creationId xmlns:a16="http://schemas.microsoft.com/office/drawing/2014/main" id="{B282A5E0-6502-099B-AAD9-98D3EB794E7D}"/>
              </a:ext>
            </a:extLst>
          </p:cNvPr>
          <p:cNvSpPr/>
          <p:nvPr/>
        </p:nvSpPr>
        <p:spPr>
          <a:xfrm>
            <a:off x="2991474" y="3357349"/>
            <a:ext cx="1597544" cy="290044"/>
          </a:xfrm>
          <a:prstGeom prst="roundRect">
            <a:avLst>
              <a:gd name="adj" fmla="val 46120"/>
            </a:avLst>
          </a:prstGeom>
          <a:solidFill>
            <a:schemeClr val="accent4"/>
          </a:solidFill>
          <a:ln w="12547" cap="rnd">
            <a:solidFill>
              <a:schemeClr val="bg1"/>
            </a:solidFill>
            <a:prstDash val="solid"/>
            <a:round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Basis </a:t>
            </a:r>
            <a:r>
              <a:rPr lang="en-US" sz="11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Belohnung</a:t>
            </a:r>
            <a:endParaRPr lang="en-US" sz="11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Rechteck: abgerundete Ecken 84">
            <a:extLst>
              <a:ext uri="{FF2B5EF4-FFF2-40B4-BE49-F238E27FC236}">
                <a16:creationId xmlns:a16="http://schemas.microsoft.com/office/drawing/2014/main" id="{5FBECB7B-02D9-6162-D5B7-38F29746449A}"/>
              </a:ext>
            </a:extLst>
          </p:cNvPr>
          <p:cNvSpPr/>
          <p:nvPr/>
        </p:nvSpPr>
        <p:spPr>
          <a:xfrm>
            <a:off x="8455037" y="3357349"/>
            <a:ext cx="1597544" cy="290044"/>
          </a:xfrm>
          <a:prstGeom prst="roundRect">
            <a:avLst>
              <a:gd name="adj" fmla="val 46120"/>
            </a:avLst>
          </a:prstGeom>
          <a:solidFill>
            <a:schemeClr val="accent4"/>
          </a:solidFill>
          <a:ln w="12547" cap="rnd">
            <a:solidFill>
              <a:schemeClr val="bg1"/>
            </a:solidFill>
            <a:prstDash val="solid"/>
            <a:round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next buy</a:t>
            </a:r>
          </a:p>
        </p:txBody>
      </p:sp>
      <p:sp>
        <p:nvSpPr>
          <p:cNvPr id="86" name="Rechteck: abgerundete Ecken 85">
            <a:extLst>
              <a:ext uri="{FF2B5EF4-FFF2-40B4-BE49-F238E27FC236}">
                <a16:creationId xmlns:a16="http://schemas.microsoft.com/office/drawing/2014/main" id="{5B5D3FF2-8AFF-E0ED-1992-11BEE13A339D}"/>
              </a:ext>
            </a:extLst>
          </p:cNvPr>
          <p:cNvSpPr/>
          <p:nvPr/>
        </p:nvSpPr>
        <p:spPr>
          <a:xfrm>
            <a:off x="6967188" y="3357349"/>
            <a:ext cx="945163" cy="290044"/>
          </a:xfrm>
          <a:prstGeom prst="roundRect">
            <a:avLst>
              <a:gd name="adj" fmla="val 46120"/>
            </a:avLst>
          </a:prstGeom>
          <a:solidFill>
            <a:schemeClr val="accent4"/>
          </a:solidFill>
          <a:ln w="12547" cap="rnd">
            <a:solidFill>
              <a:schemeClr val="bg1"/>
            </a:solidFill>
            <a:prstDash val="solid"/>
            <a:round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Reward</a:t>
            </a:r>
          </a:p>
        </p:txBody>
      </p:sp>
      <p:sp>
        <p:nvSpPr>
          <p:cNvPr id="87" name="Rechteck: abgerundete Ecken 86">
            <a:extLst>
              <a:ext uri="{FF2B5EF4-FFF2-40B4-BE49-F238E27FC236}">
                <a16:creationId xmlns:a16="http://schemas.microsoft.com/office/drawing/2014/main" id="{7E13D624-92C7-8528-FFE2-1FEDD3E761F2}"/>
              </a:ext>
            </a:extLst>
          </p:cNvPr>
          <p:cNvSpPr/>
          <p:nvPr/>
        </p:nvSpPr>
        <p:spPr>
          <a:xfrm>
            <a:off x="5268924" y="3357349"/>
            <a:ext cx="685886" cy="290044"/>
          </a:xfrm>
          <a:prstGeom prst="roundRect">
            <a:avLst>
              <a:gd name="adj" fmla="val 46120"/>
            </a:avLst>
          </a:prstGeom>
          <a:solidFill>
            <a:schemeClr val="accent4"/>
          </a:solidFill>
          <a:ln w="12547" cap="rnd">
            <a:solidFill>
              <a:schemeClr val="bg1"/>
            </a:solidFill>
            <a:prstDash val="solid"/>
            <a:round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Buy</a:t>
            </a:r>
          </a:p>
        </p:txBody>
      </p:sp>
      <p:sp>
        <p:nvSpPr>
          <p:cNvPr id="88" name="Freihandform: Form 87">
            <a:extLst>
              <a:ext uri="{FF2B5EF4-FFF2-40B4-BE49-F238E27FC236}">
                <a16:creationId xmlns:a16="http://schemas.microsoft.com/office/drawing/2014/main" id="{BD83367C-67D4-DE48-E653-942FF14ECC82}"/>
              </a:ext>
            </a:extLst>
          </p:cNvPr>
          <p:cNvSpPr/>
          <p:nvPr/>
        </p:nvSpPr>
        <p:spPr>
          <a:xfrm>
            <a:off x="10849730" y="2990671"/>
            <a:ext cx="179557" cy="179557"/>
          </a:xfrm>
          <a:custGeom>
            <a:avLst/>
            <a:gdLst>
              <a:gd name="connsiteX0" fmla="*/ 78686 w 78686"/>
              <a:gd name="connsiteY0" fmla="*/ 39343 h 78686"/>
              <a:gd name="connsiteX1" fmla="*/ 39343 w 78686"/>
              <a:gd name="connsiteY1" fmla="*/ 78686 h 78686"/>
              <a:gd name="connsiteX2" fmla="*/ 0 w 78686"/>
              <a:gd name="connsiteY2" fmla="*/ 39343 h 78686"/>
              <a:gd name="connsiteX3" fmla="*/ 39343 w 78686"/>
              <a:gd name="connsiteY3" fmla="*/ 0 h 78686"/>
              <a:gd name="connsiteX4" fmla="*/ 78686 w 78686"/>
              <a:gd name="connsiteY4" fmla="*/ 39343 h 78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686" h="78686">
                <a:moveTo>
                  <a:pt x="78686" y="39343"/>
                </a:moveTo>
                <a:cubicBezTo>
                  <a:pt x="78686" y="61072"/>
                  <a:pt x="61071" y="78686"/>
                  <a:pt x="39343" y="78686"/>
                </a:cubicBezTo>
                <a:cubicBezTo>
                  <a:pt x="17615" y="78686"/>
                  <a:pt x="0" y="61072"/>
                  <a:pt x="0" y="39343"/>
                </a:cubicBezTo>
                <a:cubicBezTo>
                  <a:pt x="0" y="17614"/>
                  <a:pt x="17615" y="0"/>
                  <a:pt x="39343" y="0"/>
                </a:cubicBezTo>
                <a:cubicBezTo>
                  <a:pt x="61071" y="0"/>
                  <a:pt x="78686" y="17614"/>
                  <a:pt x="78686" y="39343"/>
                </a:cubicBezTo>
                <a:close/>
              </a:path>
            </a:pathLst>
          </a:custGeom>
          <a:solidFill>
            <a:schemeClr val="tx1"/>
          </a:solidFill>
          <a:ln w="381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Freihandform: Form 88">
            <a:extLst>
              <a:ext uri="{FF2B5EF4-FFF2-40B4-BE49-F238E27FC236}">
                <a16:creationId xmlns:a16="http://schemas.microsoft.com/office/drawing/2014/main" id="{95A958AC-85B1-9A0F-0CFB-F246F3E28D6E}"/>
              </a:ext>
            </a:extLst>
          </p:cNvPr>
          <p:cNvSpPr/>
          <p:nvPr/>
        </p:nvSpPr>
        <p:spPr>
          <a:xfrm>
            <a:off x="9962803" y="2453371"/>
            <a:ext cx="179557" cy="179557"/>
          </a:xfrm>
          <a:custGeom>
            <a:avLst/>
            <a:gdLst>
              <a:gd name="connsiteX0" fmla="*/ 78686 w 78686"/>
              <a:gd name="connsiteY0" fmla="*/ 39343 h 78686"/>
              <a:gd name="connsiteX1" fmla="*/ 39343 w 78686"/>
              <a:gd name="connsiteY1" fmla="*/ 78686 h 78686"/>
              <a:gd name="connsiteX2" fmla="*/ 0 w 78686"/>
              <a:gd name="connsiteY2" fmla="*/ 39343 h 78686"/>
              <a:gd name="connsiteX3" fmla="*/ 39343 w 78686"/>
              <a:gd name="connsiteY3" fmla="*/ 0 h 78686"/>
              <a:gd name="connsiteX4" fmla="*/ 78686 w 78686"/>
              <a:gd name="connsiteY4" fmla="*/ 39343 h 78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686" h="78686">
                <a:moveTo>
                  <a:pt x="78686" y="39343"/>
                </a:moveTo>
                <a:cubicBezTo>
                  <a:pt x="78686" y="61072"/>
                  <a:pt x="61072" y="78686"/>
                  <a:pt x="39343" y="78686"/>
                </a:cubicBezTo>
                <a:cubicBezTo>
                  <a:pt x="17614" y="78686"/>
                  <a:pt x="0" y="61072"/>
                  <a:pt x="0" y="39343"/>
                </a:cubicBezTo>
                <a:cubicBezTo>
                  <a:pt x="0" y="17614"/>
                  <a:pt x="17614" y="0"/>
                  <a:pt x="39343" y="0"/>
                </a:cubicBezTo>
                <a:cubicBezTo>
                  <a:pt x="61072" y="0"/>
                  <a:pt x="78686" y="17614"/>
                  <a:pt x="78686" y="39343"/>
                </a:cubicBezTo>
                <a:close/>
              </a:path>
            </a:pathLst>
          </a:custGeom>
          <a:solidFill>
            <a:schemeClr val="tx1"/>
          </a:solidFill>
          <a:ln w="381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Freihandform: Form 89">
            <a:extLst>
              <a:ext uri="{FF2B5EF4-FFF2-40B4-BE49-F238E27FC236}">
                <a16:creationId xmlns:a16="http://schemas.microsoft.com/office/drawing/2014/main" id="{C08FC19B-9155-4175-6B4A-AAD5B313BAB5}"/>
              </a:ext>
            </a:extLst>
          </p:cNvPr>
          <p:cNvSpPr/>
          <p:nvPr/>
        </p:nvSpPr>
        <p:spPr>
          <a:xfrm>
            <a:off x="8929286" y="3831524"/>
            <a:ext cx="179557" cy="179557"/>
          </a:xfrm>
          <a:custGeom>
            <a:avLst/>
            <a:gdLst>
              <a:gd name="connsiteX0" fmla="*/ 78686 w 78686"/>
              <a:gd name="connsiteY0" fmla="*/ 39343 h 78686"/>
              <a:gd name="connsiteX1" fmla="*/ 39343 w 78686"/>
              <a:gd name="connsiteY1" fmla="*/ 78686 h 78686"/>
              <a:gd name="connsiteX2" fmla="*/ 0 w 78686"/>
              <a:gd name="connsiteY2" fmla="*/ 39343 h 78686"/>
              <a:gd name="connsiteX3" fmla="*/ 39343 w 78686"/>
              <a:gd name="connsiteY3" fmla="*/ 0 h 78686"/>
              <a:gd name="connsiteX4" fmla="*/ 78686 w 78686"/>
              <a:gd name="connsiteY4" fmla="*/ 39343 h 78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686" h="78686">
                <a:moveTo>
                  <a:pt x="78686" y="39343"/>
                </a:moveTo>
                <a:cubicBezTo>
                  <a:pt x="78686" y="61071"/>
                  <a:pt x="61072" y="78686"/>
                  <a:pt x="39343" y="78686"/>
                </a:cubicBezTo>
                <a:cubicBezTo>
                  <a:pt x="17614" y="78686"/>
                  <a:pt x="0" y="61071"/>
                  <a:pt x="0" y="39343"/>
                </a:cubicBezTo>
                <a:cubicBezTo>
                  <a:pt x="0" y="17614"/>
                  <a:pt x="17614" y="0"/>
                  <a:pt x="39343" y="0"/>
                </a:cubicBezTo>
                <a:cubicBezTo>
                  <a:pt x="61072" y="0"/>
                  <a:pt x="78686" y="17614"/>
                  <a:pt x="78686" y="39343"/>
                </a:cubicBezTo>
                <a:close/>
              </a:path>
            </a:pathLst>
          </a:custGeom>
          <a:solidFill>
            <a:schemeClr val="tx1"/>
          </a:solidFill>
          <a:ln w="38100" cap="flat">
            <a:solidFill>
              <a:srgbClr val="F0F0F0"/>
            </a:solidFill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Freihandform: Form 90">
            <a:extLst>
              <a:ext uri="{FF2B5EF4-FFF2-40B4-BE49-F238E27FC236}">
                <a16:creationId xmlns:a16="http://schemas.microsoft.com/office/drawing/2014/main" id="{942A5C01-7865-3CF9-6947-9012DE10FF78}"/>
              </a:ext>
            </a:extLst>
          </p:cNvPr>
          <p:cNvSpPr/>
          <p:nvPr/>
        </p:nvSpPr>
        <p:spPr>
          <a:xfrm>
            <a:off x="8228042" y="4380193"/>
            <a:ext cx="179557" cy="179557"/>
          </a:xfrm>
          <a:custGeom>
            <a:avLst/>
            <a:gdLst>
              <a:gd name="connsiteX0" fmla="*/ 78686 w 78686"/>
              <a:gd name="connsiteY0" fmla="*/ 39343 h 78686"/>
              <a:gd name="connsiteX1" fmla="*/ 39343 w 78686"/>
              <a:gd name="connsiteY1" fmla="*/ 78686 h 78686"/>
              <a:gd name="connsiteX2" fmla="*/ 0 w 78686"/>
              <a:gd name="connsiteY2" fmla="*/ 39343 h 78686"/>
              <a:gd name="connsiteX3" fmla="*/ 39343 w 78686"/>
              <a:gd name="connsiteY3" fmla="*/ 0 h 78686"/>
              <a:gd name="connsiteX4" fmla="*/ 78686 w 78686"/>
              <a:gd name="connsiteY4" fmla="*/ 39343 h 78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686" h="78686">
                <a:moveTo>
                  <a:pt x="78686" y="39343"/>
                </a:moveTo>
                <a:cubicBezTo>
                  <a:pt x="78686" y="61071"/>
                  <a:pt x="61072" y="78686"/>
                  <a:pt x="39343" y="78686"/>
                </a:cubicBezTo>
                <a:cubicBezTo>
                  <a:pt x="17614" y="78686"/>
                  <a:pt x="0" y="61071"/>
                  <a:pt x="0" y="39343"/>
                </a:cubicBezTo>
                <a:cubicBezTo>
                  <a:pt x="0" y="17614"/>
                  <a:pt x="17614" y="0"/>
                  <a:pt x="39343" y="0"/>
                </a:cubicBezTo>
                <a:cubicBezTo>
                  <a:pt x="61072" y="0"/>
                  <a:pt x="78686" y="17614"/>
                  <a:pt x="78686" y="39343"/>
                </a:cubicBezTo>
                <a:close/>
              </a:path>
            </a:pathLst>
          </a:custGeom>
          <a:solidFill>
            <a:schemeClr val="tx1"/>
          </a:solidFill>
          <a:ln w="38100" cap="flat">
            <a:solidFill>
              <a:srgbClr val="F0F0F0"/>
            </a:solidFill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Freihandform: Form 91">
            <a:extLst>
              <a:ext uri="{FF2B5EF4-FFF2-40B4-BE49-F238E27FC236}">
                <a16:creationId xmlns:a16="http://schemas.microsoft.com/office/drawing/2014/main" id="{D24C14E1-E50A-AB7B-BAAE-0559A56E5543}"/>
              </a:ext>
            </a:extLst>
          </p:cNvPr>
          <p:cNvSpPr/>
          <p:nvPr/>
        </p:nvSpPr>
        <p:spPr>
          <a:xfrm>
            <a:off x="7549334" y="3831524"/>
            <a:ext cx="179557" cy="179557"/>
          </a:xfrm>
          <a:custGeom>
            <a:avLst/>
            <a:gdLst>
              <a:gd name="connsiteX0" fmla="*/ 78686 w 78686"/>
              <a:gd name="connsiteY0" fmla="*/ 39343 h 78686"/>
              <a:gd name="connsiteX1" fmla="*/ 39343 w 78686"/>
              <a:gd name="connsiteY1" fmla="*/ 78686 h 78686"/>
              <a:gd name="connsiteX2" fmla="*/ 0 w 78686"/>
              <a:gd name="connsiteY2" fmla="*/ 39343 h 78686"/>
              <a:gd name="connsiteX3" fmla="*/ 39343 w 78686"/>
              <a:gd name="connsiteY3" fmla="*/ 0 h 78686"/>
              <a:gd name="connsiteX4" fmla="*/ 78686 w 78686"/>
              <a:gd name="connsiteY4" fmla="*/ 39343 h 78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686" h="78686">
                <a:moveTo>
                  <a:pt x="78686" y="39343"/>
                </a:moveTo>
                <a:cubicBezTo>
                  <a:pt x="78686" y="61071"/>
                  <a:pt x="61072" y="78686"/>
                  <a:pt x="39343" y="78686"/>
                </a:cubicBezTo>
                <a:cubicBezTo>
                  <a:pt x="17614" y="78686"/>
                  <a:pt x="0" y="61071"/>
                  <a:pt x="0" y="39343"/>
                </a:cubicBezTo>
                <a:cubicBezTo>
                  <a:pt x="0" y="17614"/>
                  <a:pt x="17614" y="0"/>
                  <a:pt x="39343" y="0"/>
                </a:cubicBezTo>
                <a:cubicBezTo>
                  <a:pt x="61072" y="0"/>
                  <a:pt x="78686" y="17614"/>
                  <a:pt x="78686" y="39343"/>
                </a:cubicBezTo>
                <a:close/>
              </a:path>
            </a:pathLst>
          </a:custGeom>
          <a:solidFill>
            <a:schemeClr val="tx1"/>
          </a:solidFill>
          <a:ln w="38100" cap="flat">
            <a:solidFill>
              <a:srgbClr val="F0F0F0"/>
            </a:solidFill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Freihandform: Form 92">
            <a:extLst>
              <a:ext uri="{FF2B5EF4-FFF2-40B4-BE49-F238E27FC236}">
                <a16:creationId xmlns:a16="http://schemas.microsoft.com/office/drawing/2014/main" id="{8E9048CC-AAF1-2547-D0E9-E431ED995F26}"/>
              </a:ext>
            </a:extLst>
          </p:cNvPr>
          <p:cNvSpPr/>
          <p:nvPr/>
        </p:nvSpPr>
        <p:spPr>
          <a:xfrm>
            <a:off x="7052322" y="2828325"/>
            <a:ext cx="179557" cy="179557"/>
          </a:xfrm>
          <a:custGeom>
            <a:avLst/>
            <a:gdLst>
              <a:gd name="connsiteX0" fmla="*/ 78686 w 78686"/>
              <a:gd name="connsiteY0" fmla="*/ 39343 h 78686"/>
              <a:gd name="connsiteX1" fmla="*/ 39343 w 78686"/>
              <a:gd name="connsiteY1" fmla="*/ 78686 h 78686"/>
              <a:gd name="connsiteX2" fmla="*/ 0 w 78686"/>
              <a:gd name="connsiteY2" fmla="*/ 39343 h 78686"/>
              <a:gd name="connsiteX3" fmla="*/ 39343 w 78686"/>
              <a:gd name="connsiteY3" fmla="*/ 0 h 78686"/>
              <a:gd name="connsiteX4" fmla="*/ 78686 w 78686"/>
              <a:gd name="connsiteY4" fmla="*/ 39343 h 78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686" h="78686">
                <a:moveTo>
                  <a:pt x="78686" y="39343"/>
                </a:moveTo>
                <a:cubicBezTo>
                  <a:pt x="78686" y="61072"/>
                  <a:pt x="61072" y="78686"/>
                  <a:pt x="39343" y="78686"/>
                </a:cubicBezTo>
                <a:cubicBezTo>
                  <a:pt x="17614" y="78686"/>
                  <a:pt x="0" y="61072"/>
                  <a:pt x="0" y="39343"/>
                </a:cubicBezTo>
                <a:cubicBezTo>
                  <a:pt x="0" y="17614"/>
                  <a:pt x="17614" y="0"/>
                  <a:pt x="39343" y="0"/>
                </a:cubicBezTo>
                <a:cubicBezTo>
                  <a:pt x="61072" y="0"/>
                  <a:pt x="78686" y="17614"/>
                  <a:pt x="78686" y="39343"/>
                </a:cubicBezTo>
                <a:close/>
              </a:path>
            </a:pathLst>
          </a:custGeom>
          <a:solidFill>
            <a:schemeClr val="tx1"/>
          </a:solidFill>
          <a:ln w="381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Freihandform: Form 93">
            <a:extLst>
              <a:ext uri="{FF2B5EF4-FFF2-40B4-BE49-F238E27FC236}">
                <a16:creationId xmlns:a16="http://schemas.microsoft.com/office/drawing/2014/main" id="{2E6CBE63-1189-C1C4-29F8-D24079561A68}"/>
              </a:ext>
            </a:extLst>
          </p:cNvPr>
          <p:cNvSpPr/>
          <p:nvPr/>
        </p:nvSpPr>
        <p:spPr>
          <a:xfrm>
            <a:off x="6465358" y="2454966"/>
            <a:ext cx="179557" cy="179557"/>
          </a:xfrm>
          <a:custGeom>
            <a:avLst/>
            <a:gdLst>
              <a:gd name="connsiteX0" fmla="*/ 78686 w 78686"/>
              <a:gd name="connsiteY0" fmla="*/ 39343 h 78686"/>
              <a:gd name="connsiteX1" fmla="*/ 39343 w 78686"/>
              <a:gd name="connsiteY1" fmla="*/ 78686 h 78686"/>
              <a:gd name="connsiteX2" fmla="*/ 0 w 78686"/>
              <a:gd name="connsiteY2" fmla="*/ 39343 h 78686"/>
              <a:gd name="connsiteX3" fmla="*/ 39343 w 78686"/>
              <a:gd name="connsiteY3" fmla="*/ 0 h 78686"/>
              <a:gd name="connsiteX4" fmla="*/ 78686 w 78686"/>
              <a:gd name="connsiteY4" fmla="*/ 39343 h 78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686" h="78686">
                <a:moveTo>
                  <a:pt x="78686" y="39343"/>
                </a:moveTo>
                <a:cubicBezTo>
                  <a:pt x="78686" y="61072"/>
                  <a:pt x="61072" y="78686"/>
                  <a:pt x="39343" y="78686"/>
                </a:cubicBezTo>
                <a:cubicBezTo>
                  <a:pt x="17614" y="78686"/>
                  <a:pt x="0" y="61072"/>
                  <a:pt x="0" y="39343"/>
                </a:cubicBezTo>
                <a:cubicBezTo>
                  <a:pt x="0" y="17614"/>
                  <a:pt x="17614" y="0"/>
                  <a:pt x="39343" y="0"/>
                </a:cubicBezTo>
                <a:cubicBezTo>
                  <a:pt x="61072" y="0"/>
                  <a:pt x="78686" y="17614"/>
                  <a:pt x="78686" y="39343"/>
                </a:cubicBezTo>
                <a:close/>
              </a:path>
            </a:pathLst>
          </a:custGeom>
          <a:solidFill>
            <a:schemeClr val="tx1"/>
          </a:solidFill>
          <a:ln w="381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Freihandform: Form 94">
            <a:extLst>
              <a:ext uri="{FF2B5EF4-FFF2-40B4-BE49-F238E27FC236}">
                <a16:creationId xmlns:a16="http://schemas.microsoft.com/office/drawing/2014/main" id="{57A92626-F288-8EBD-AD72-F3CD9F0074EF}"/>
              </a:ext>
            </a:extLst>
          </p:cNvPr>
          <p:cNvSpPr/>
          <p:nvPr/>
        </p:nvSpPr>
        <p:spPr>
          <a:xfrm>
            <a:off x="5883182" y="2828325"/>
            <a:ext cx="179557" cy="179557"/>
          </a:xfrm>
          <a:custGeom>
            <a:avLst/>
            <a:gdLst>
              <a:gd name="connsiteX0" fmla="*/ 78686 w 78686"/>
              <a:gd name="connsiteY0" fmla="*/ 39343 h 78686"/>
              <a:gd name="connsiteX1" fmla="*/ 39343 w 78686"/>
              <a:gd name="connsiteY1" fmla="*/ 78686 h 78686"/>
              <a:gd name="connsiteX2" fmla="*/ 0 w 78686"/>
              <a:gd name="connsiteY2" fmla="*/ 39343 h 78686"/>
              <a:gd name="connsiteX3" fmla="*/ 39343 w 78686"/>
              <a:gd name="connsiteY3" fmla="*/ 0 h 78686"/>
              <a:gd name="connsiteX4" fmla="*/ 78686 w 78686"/>
              <a:gd name="connsiteY4" fmla="*/ 39343 h 78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686" h="78686">
                <a:moveTo>
                  <a:pt x="78686" y="39343"/>
                </a:moveTo>
                <a:cubicBezTo>
                  <a:pt x="78686" y="61072"/>
                  <a:pt x="61072" y="78686"/>
                  <a:pt x="39343" y="78686"/>
                </a:cubicBezTo>
                <a:cubicBezTo>
                  <a:pt x="17614" y="78686"/>
                  <a:pt x="0" y="61072"/>
                  <a:pt x="0" y="39343"/>
                </a:cubicBezTo>
                <a:cubicBezTo>
                  <a:pt x="0" y="17614"/>
                  <a:pt x="17614" y="0"/>
                  <a:pt x="39343" y="0"/>
                </a:cubicBezTo>
                <a:cubicBezTo>
                  <a:pt x="61072" y="0"/>
                  <a:pt x="78686" y="17614"/>
                  <a:pt x="78686" y="39343"/>
                </a:cubicBezTo>
                <a:close/>
              </a:path>
            </a:pathLst>
          </a:custGeom>
          <a:solidFill>
            <a:schemeClr val="tx1"/>
          </a:solidFill>
          <a:ln w="381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Freihandform: Form 95">
            <a:extLst>
              <a:ext uri="{FF2B5EF4-FFF2-40B4-BE49-F238E27FC236}">
                <a16:creationId xmlns:a16="http://schemas.microsoft.com/office/drawing/2014/main" id="{8DB86624-4DCA-A413-DD84-CBEE80AC812C}"/>
              </a:ext>
            </a:extLst>
          </p:cNvPr>
          <p:cNvSpPr/>
          <p:nvPr/>
        </p:nvSpPr>
        <p:spPr>
          <a:xfrm>
            <a:off x="5349669" y="3937031"/>
            <a:ext cx="179557" cy="179557"/>
          </a:xfrm>
          <a:custGeom>
            <a:avLst/>
            <a:gdLst>
              <a:gd name="connsiteX0" fmla="*/ 78686 w 78686"/>
              <a:gd name="connsiteY0" fmla="*/ 39343 h 78686"/>
              <a:gd name="connsiteX1" fmla="*/ 39343 w 78686"/>
              <a:gd name="connsiteY1" fmla="*/ 78686 h 78686"/>
              <a:gd name="connsiteX2" fmla="*/ 0 w 78686"/>
              <a:gd name="connsiteY2" fmla="*/ 39343 h 78686"/>
              <a:gd name="connsiteX3" fmla="*/ 39343 w 78686"/>
              <a:gd name="connsiteY3" fmla="*/ 0 h 78686"/>
              <a:gd name="connsiteX4" fmla="*/ 78686 w 78686"/>
              <a:gd name="connsiteY4" fmla="*/ 39343 h 78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686" h="78686">
                <a:moveTo>
                  <a:pt x="78686" y="39343"/>
                </a:moveTo>
                <a:cubicBezTo>
                  <a:pt x="78686" y="61071"/>
                  <a:pt x="61072" y="78686"/>
                  <a:pt x="39343" y="78686"/>
                </a:cubicBezTo>
                <a:cubicBezTo>
                  <a:pt x="17614" y="78686"/>
                  <a:pt x="0" y="61071"/>
                  <a:pt x="0" y="39343"/>
                </a:cubicBezTo>
                <a:cubicBezTo>
                  <a:pt x="0" y="17614"/>
                  <a:pt x="17614" y="0"/>
                  <a:pt x="39343" y="0"/>
                </a:cubicBezTo>
                <a:cubicBezTo>
                  <a:pt x="61072" y="0"/>
                  <a:pt x="78686" y="17614"/>
                  <a:pt x="78686" y="39343"/>
                </a:cubicBezTo>
                <a:close/>
              </a:path>
            </a:pathLst>
          </a:custGeom>
          <a:solidFill>
            <a:schemeClr val="tx1"/>
          </a:solidFill>
          <a:ln w="38100" cap="flat">
            <a:solidFill>
              <a:srgbClr val="F0F0F0"/>
            </a:solidFill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Freihandform: Form 96">
            <a:extLst>
              <a:ext uri="{FF2B5EF4-FFF2-40B4-BE49-F238E27FC236}">
                <a16:creationId xmlns:a16="http://schemas.microsoft.com/office/drawing/2014/main" id="{1DEB528F-8FB1-DB55-6107-49A23E30037E}"/>
              </a:ext>
            </a:extLst>
          </p:cNvPr>
          <p:cNvSpPr/>
          <p:nvPr/>
        </p:nvSpPr>
        <p:spPr>
          <a:xfrm>
            <a:off x="4081207" y="3937031"/>
            <a:ext cx="179557" cy="179557"/>
          </a:xfrm>
          <a:custGeom>
            <a:avLst/>
            <a:gdLst>
              <a:gd name="connsiteX0" fmla="*/ 78686 w 78686"/>
              <a:gd name="connsiteY0" fmla="*/ 39343 h 78686"/>
              <a:gd name="connsiteX1" fmla="*/ 39343 w 78686"/>
              <a:gd name="connsiteY1" fmla="*/ 78686 h 78686"/>
              <a:gd name="connsiteX2" fmla="*/ 0 w 78686"/>
              <a:gd name="connsiteY2" fmla="*/ 39343 h 78686"/>
              <a:gd name="connsiteX3" fmla="*/ 39343 w 78686"/>
              <a:gd name="connsiteY3" fmla="*/ 0 h 78686"/>
              <a:gd name="connsiteX4" fmla="*/ 78686 w 78686"/>
              <a:gd name="connsiteY4" fmla="*/ 39343 h 78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686" h="78686">
                <a:moveTo>
                  <a:pt x="78686" y="39343"/>
                </a:moveTo>
                <a:cubicBezTo>
                  <a:pt x="78686" y="61071"/>
                  <a:pt x="61072" y="78686"/>
                  <a:pt x="39343" y="78686"/>
                </a:cubicBezTo>
                <a:cubicBezTo>
                  <a:pt x="17614" y="78686"/>
                  <a:pt x="0" y="61071"/>
                  <a:pt x="0" y="39343"/>
                </a:cubicBezTo>
                <a:cubicBezTo>
                  <a:pt x="0" y="17614"/>
                  <a:pt x="17614" y="0"/>
                  <a:pt x="39343" y="0"/>
                </a:cubicBezTo>
                <a:cubicBezTo>
                  <a:pt x="61071" y="0"/>
                  <a:pt x="78686" y="17614"/>
                  <a:pt x="78686" y="39343"/>
                </a:cubicBezTo>
                <a:close/>
              </a:path>
            </a:pathLst>
          </a:custGeom>
          <a:solidFill>
            <a:schemeClr val="tx1"/>
          </a:solidFill>
          <a:ln w="38100" cap="flat">
            <a:solidFill>
              <a:srgbClr val="F0F0F0"/>
            </a:solidFill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Freihandform: Form 97">
            <a:extLst>
              <a:ext uri="{FF2B5EF4-FFF2-40B4-BE49-F238E27FC236}">
                <a16:creationId xmlns:a16="http://schemas.microsoft.com/office/drawing/2014/main" id="{E50424D6-4D35-5E78-6B35-67E7B914B09C}"/>
              </a:ext>
            </a:extLst>
          </p:cNvPr>
          <p:cNvSpPr/>
          <p:nvPr/>
        </p:nvSpPr>
        <p:spPr>
          <a:xfrm>
            <a:off x="3535529" y="2828325"/>
            <a:ext cx="179557" cy="179557"/>
          </a:xfrm>
          <a:custGeom>
            <a:avLst/>
            <a:gdLst>
              <a:gd name="connsiteX0" fmla="*/ 78686 w 78686"/>
              <a:gd name="connsiteY0" fmla="*/ 39343 h 78686"/>
              <a:gd name="connsiteX1" fmla="*/ 39343 w 78686"/>
              <a:gd name="connsiteY1" fmla="*/ 78686 h 78686"/>
              <a:gd name="connsiteX2" fmla="*/ 0 w 78686"/>
              <a:gd name="connsiteY2" fmla="*/ 39343 h 78686"/>
              <a:gd name="connsiteX3" fmla="*/ 39343 w 78686"/>
              <a:gd name="connsiteY3" fmla="*/ 0 h 78686"/>
              <a:gd name="connsiteX4" fmla="*/ 78686 w 78686"/>
              <a:gd name="connsiteY4" fmla="*/ 39343 h 78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686" h="78686">
                <a:moveTo>
                  <a:pt x="78686" y="39343"/>
                </a:moveTo>
                <a:cubicBezTo>
                  <a:pt x="78686" y="61072"/>
                  <a:pt x="61072" y="78686"/>
                  <a:pt x="39343" y="78686"/>
                </a:cubicBezTo>
                <a:cubicBezTo>
                  <a:pt x="17614" y="78686"/>
                  <a:pt x="0" y="61072"/>
                  <a:pt x="0" y="39343"/>
                </a:cubicBezTo>
                <a:cubicBezTo>
                  <a:pt x="0" y="17614"/>
                  <a:pt x="17614" y="0"/>
                  <a:pt x="39343" y="0"/>
                </a:cubicBezTo>
                <a:cubicBezTo>
                  <a:pt x="61071" y="0"/>
                  <a:pt x="78686" y="17614"/>
                  <a:pt x="78686" y="39343"/>
                </a:cubicBezTo>
                <a:close/>
              </a:path>
            </a:pathLst>
          </a:custGeom>
          <a:solidFill>
            <a:schemeClr val="tx1"/>
          </a:solidFill>
          <a:ln w="381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Freihandform: Form 98">
            <a:extLst>
              <a:ext uri="{FF2B5EF4-FFF2-40B4-BE49-F238E27FC236}">
                <a16:creationId xmlns:a16="http://schemas.microsoft.com/office/drawing/2014/main" id="{8BEF7E76-B414-93E2-8E23-342EBC81C1A0}"/>
              </a:ext>
            </a:extLst>
          </p:cNvPr>
          <p:cNvSpPr/>
          <p:nvPr/>
        </p:nvSpPr>
        <p:spPr>
          <a:xfrm>
            <a:off x="2245925" y="2828325"/>
            <a:ext cx="179557" cy="179557"/>
          </a:xfrm>
          <a:custGeom>
            <a:avLst/>
            <a:gdLst>
              <a:gd name="connsiteX0" fmla="*/ 78686 w 78686"/>
              <a:gd name="connsiteY0" fmla="*/ 39343 h 78686"/>
              <a:gd name="connsiteX1" fmla="*/ 39343 w 78686"/>
              <a:gd name="connsiteY1" fmla="*/ 78686 h 78686"/>
              <a:gd name="connsiteX2" fmla="*/ 0 w 78686"/>
              <a:gd name="connsiteY2" fmla="*/ 39343 h 78686"/>
              <a:gd name="connsiteX3" fmla="*/ 39343 w 78686"/>
              <a:gd name="connsiteY3" fmla="*/ 0 h 78686"/>
              <a:gd name="connsiteX4" fmla="*/ 78686 w 78686"/>
              <a:gd name="connsiteY4" fmla="*/ 39343 h 78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686" h="78686">
                <a:moveTo>
                  <a:pt x="78686" y="39343"/>
                </a:moveTo>
                <a:cubicBezTo>
                  <a:pt x="78686" y="61072"/>
                  <a:pt x="61072" y="78686"/>
                  <a:pt x="39343" y="78686"/>
                </a:cubicBezTo>
                <a:cubicBezTo>
                  <a:pt x="17615" y="78686"/>
                  <a:pt x="0" y="61072"/>
                  <a:pt x="0" y="39343"/>
                </a:cubicBezTo>
                <a:cubicBezTo>
                  <a:pt x="0" y="17614"/>
                  <a:pt x="17615" y="0"/>
                  <a:pt x="39343" y="0"/>
                </a:cubicBezTo>
                <a:cubicBezTo>
                  <a:pt x="61072" y="0"/>
                  <a:pt x="78686" y="17614"/>
                  <a:pt x="78686" y="39343"/>
                </a:cubicBezTo>
                <a:close/>
              </a:path>
            </a:pathLst>
          </a:custGeom>
          <a:solidFill>
            <a:schemeClr val="tx1"/>
          </a:solidFill>
          <a:ln w="381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Freihandform: Form 99">
            <a:extLst>
              <a:ext uri="{FF2B5EF4-FFF2-40B4-BE49-F238E27FC236}">
                <a16:creationId xmlns:a16="http://schemas.microsoft.com/office/drawing/2014/main" id="{7B939FB9-68B3-57F4-167A-F8CDA37ACEA2}"/>
              </a:ext>
            </a:extLst>
          </p:cNvPr>
          <p:cNvSpPr/>
          <p:nvPr/>
        </p:nvSpPr>
        <p:spPr>
          <a:xfrm>
            <a:off x="1090348" y="3412693"/>
            <a:ext cx="179557" cy="179557"/>
          </a:xfrm>
          <a:custGeom>
            <a:avLst/>
            <a:gdLst>
              <a:gd name="connsiteX0" fmla="*/ 78686 w 78686"/>
              <a:gd name="connsiteY0" fmla="*/ 39343 h 78686"/>
              <a:gd name="connsiteX1" fmla="*/ 39343 w 78686"/>
              <a:gd name="connsiteY1" fmla="*/ 78686 h 78686"/>
              <a:gd name="connsiteX2" fmla="*/ 0 w 78686"/>
              <a:gd name="connsiteY2" fmla="*/ 39343 h 78686"/>
              <a:gd name="connsiteX3" fmla="*/ 39343 w 78686"/>
              <a:gd name="connsiteY3" fmla="*/ 0 h 78686"/>
              <a:gd name="connsiteX4" fmla="*/ 78686 w 78686"/>
              <a:gd name="connsiteY4" fmla="*/ 39343 h 78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686" h="78686">
                <a:moveTo>
                  <a:pt x="78686" y="39343"/>
                </a:moveTo>
                <a:cubicBezTo>
                  <a:pt x="78686" y="61072"/>
                  <a:pt x="61072" y="78686"/>
                  <a:pt x="39343" y="78686"/>
                </a:cubicBezTo>
                <a:cubicBezTo>
                  <a:pt x="17614" y="78686"/>
                  <a:pt x="0" y="61072"/>
                  <a:pt x="0" y="39343"/>
                </a:cubicBezTo>
                <a:cubicBezTo>
                  <a:pt x="0" y="17614"/>
                  <a:pt x="17615" y="0"/>
                  <a:pt x="39343" y="0"/>
                </a:cubicBezTo>
                <a:cubicBezTo>
                  <a:pt x="61072" y="0"/>
                  <a:pt x="78686" y="17615"/>
                  <a:pt x="78686" y="39343"/>
                </a:cubicBezTo>
                <a:close/>
              </a:path>
            </a:pathLst>
          </a:custGeom>
          <a:solidFill>
            <a:schemeClr val="tx1"/>
          </a:solidFill>
          <a:ln w="381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Textfeld 34">
            <a:extLst>
              <a:ext uri="{FF2B5EF4-FFF2-40B4-BE49-F238E27FC236}">
                <a16:creationId xmlns:a16="http://schemas.microsoft.com/office/drawing/2014/main" id="{6CF15F26-E3B8-BB89-CD29-D870AFBEAE92}"/>
              </a:ext>
            </a:extLst>
          </p:cNvPr>
          <p:cNvSpPr txBox="1"/>
          <p:nvPr/>
        </p:nvSpPr>
        <p:spPr>
          <a:xfrm>
            <a:off x="886877" y="2867505"/>
            <a:ext cx="586499" cy="3770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Inhalt</a:t>
            </a:r>
            <a:endParaRPr lang="en-US" sz="105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700">
                <a:latin typeface="Arial" panose="020B0604020202020204" pitchFamily="34" charset="0"/>
                <a:cs typeface="Arial" panose="020B0604020202020204" pitchFamily="34" charset="0"/>
              </a:rPr>
              <a:t>Inspiration,</a:t>
            </a:r>
            <a:br>
              <a:rPr lang="en-US" sz="7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700">
                <a:latin typeface="Arial" panose="020B0604020202020204" pitchFamily="34" charset="0"/>
                <a:cs typeface="Arial" panose="020B0604020202020204" pitchFamily="34" charset="0"/>
              </a:rPr>
              <a:t>Information</a:t>
            </a:r>
          </a:p>
        </p:txBody>
      </p:sp>
      <p:sp>
        <p:nvSpPr>
          <p:cNvPr id="102" name="Textfeld 35">
            <a:extLst>
              <a:ext uri="{FF2B5EF4-FFF2-40B4-BE49-F238E27FC236}">
                <a16:creationId xmlns:a16="http://schemas.microsoft.com/office/drawing/2014/main" id="{AD258BD6-13B2-F83E-B9F8-12B2C6552648}"/>
              </a:ext>
            </a:extLst>
          </p:cNvPr>
          <p:cNvSpPr txBox="1"/>
          <p:nvPr/>
        </p:nvSpPr>
        <p:spPr>
          <a:xfrm>
            <a:off x="1589127" y="2418924"/>
            <a:ext cx="956820" cy="2693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Registrierung</a:t>
            </a:r>
            <a:endParaRPr lang="en-US" sz="105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700" err="1">
                <a:latin typeface="Arial" panose="020B0604020202020204" pitchFamily="34" charset="0"/>
                <a:cs typeface="Arial" panose="020B0604020202020204" pitchFamily="34" charset="0"/>
              </a:rPr>
              <a:t>Daten</a:t>
            </a:r>
            <a:r>
              <a:rPr lang="en-US" sz="7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00" err="1">
                <a:latin typeface="Arial" panose="020B0604020202020204" pitchFamily="34" charset="0"/>
                <a:cs typeface="Arial" panose="020B0604020202020204" pitchFamily="34" charset="0"/>
              </a:rPr>
              <a:t>erfassen</a:t>
            </a:r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3" name="Gruppieren 102">
            <a:extLst>
              <a:ext uri="{FF2B5EF4-FFF2-40B4-BE49-F238E27FC236}">
                <a16:creationId xmlns:a16="http://schemas.microsoft.com/office/drawing/2014/main" id="{611BD83E-D0E0-5DCA-F18D-B51AD204D7A7}"/>
              </a:ext>
            </a:extLst>
          </p:cNvPr>
          <p:cNvGrpSpPr/>
          <p:nvPr/>
        </p:nvGrpSpPr>
        <p:grpSpPr>
          <a:xfrm>
            <a:off x="1911003" y="2066562"/>
            <a:ext cx="313068" cy="313068"/>
            <a:chOff x="1402279" y="1628998"/>
            <a:chExt cx="326174" cy="326174"/>
          </a:xfrm>
        </p:grpSpPr>
        <p:sp>
          <p:nvSpPr>
            <p:cNvPr id="235" name="Ellipse 234">
              <a:extLst>
                <a:ext uri="{FF2B5EF4-FFF2-40B4-BE49-F238E27FC236}">
                  <a16:creationId xmlns:a16="http://schemas.microsoft.com/office/drawing/2014/main" id="{AC94CBE5-1A62-94F9-06F6-4209FAD69D3E}"/>
                </a:ext>
              </a:extLst>
            </p:cNvPr>
            <p:cNvSpPr/>
            <p:nvPr/>
          </p:nvSpPr>
          <p:spPr>
            <a:xfrm>
              <a:off x="1402279" y="1628998"/>
              <a:ext cx="326174" cy="326174"/>
            </a:xfrm>
            <a:prstGeom prst="ellipse">
              <a:avLst/>
            </a:prstGeom>
            <a:solidFill>
              <a:schemeClr val="accent1">
                <a:alpha val="66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36" name="Gruppieren 235">
              <a:extLst>
                <a:ext uri="{FF2B5EF4-FFF2-40B4-BE49-F238E27FC236}">
                  <a16:creationId xmlns:a16="http://schemas.microsoft.com/office/drawing/2014/main" id="{0927872C-3EEB-89F8-6FC5-42C8EFD0A015}"/>
                </a:ext>
              </a:extLst>
            </p:cNvPr>
            <p:cNvGrpSpPr/>
            <p:nvPr/>
          </p:nvGrpSpPr>
          <p:grpSpPr>
            <a:xfrm>
              <a:off x="1447828" y="1733150"/>
              <a:ext cx="235076" cy="117881"/>
              <a:chOff x="342042" y="1437224"/>
              <a:chExt cx="569786" cy="285723"/>
            </a:xfrm>
          </p:grpSpPr>
          <p:sp>
            <p:nvSpPr>
              <p:cNvPr id="237" name="Freihandform: Form 236">
                <a:extLst>
                  <a:ext uri="{FF2B5EF4-FFF2-40B4-BE49-F238E27FC236}">
                    <a16:creationId xmlns:a16="http://schemas.microsoft.com/office/drawing/2014/main" id="{92F1812E-BC7B-5E01-BBDD-319FBA450455}"/>
                  </a:ext>
                </a:extLst>
              </p:cNvPr>
              <p:cNvSpPr/>
              <p:nvPr/>
            </p:nvSpPr>
            <p:spPr>
              <a:xfrm>
                <a:off x="342042" y="1437224"/>
                <a:ext cx="569786" cy="209550"/>
              </a:xfrm>
              <a:custGeom>
                <a:avLst/>
                <a:gdLst>
                  <a:gd name="connsiteX0" fmla="*/ 276288 w 569786"/>
                  <a:gd name="connsiteY0" fmla="*/ 208410 h 209550"/>
                  <a:gd name="connsiteX1" fmla="*/ 94170 w 569786"/>
                  <a:gd name="connsiteY1" fmla="*/ 208410 h 209550"/>
                  <a:gd name="connsiteX2" fmla="*/ -1080 w 569786"/>
                  <a:gd name="connsiteY2" fmla="*/ 113160 h 209550"/>
                  <a:gd name="connsiteX3" fmla="*/ -1080 w 569786"/>
                  <a:gd name="connsiteY3" fmla="*/ 94110 h 209550"/>
                  <a:gd name="connsiteX4" fmla="*/ 94170 w 569786"/>
                  <a:gd name="connsiteY4" fmla="*/ -1140 h 209550"/>
                  <a:gd name="connsiteX5" fmla="*/ 472979 w 569786"/>
                  <a:gd name="connsiteY5" fmla="*/ -1140 h 209550"/>
                  <a:gd name="connsiteX6" fmla="*/ 568706 w 569786"/>
                  <a:gd name="connsiteY6" fmla="*/ 94110 h 209550"/>
                  <a:gd name="connsiteX7" fmla="*/ 568706 w 569786"/>
                  <a:gd name="connsiteY7" fmla="*/ 113160 h 209550"/>
                  <a:gd name="connsiteX8" fmla="*/ 560133 w 569786"/>
                  <a:gd name="connsiteY8" fmla="*/ 152594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69786" h="209550">
                    <a:moveTo>
                      <a:pt x="276288" y="208410"/>
                    </a:moveTo>
                    <a:lnTo>
                      <a:pt x="94170" y="208410"/>
                    </a:lnTo>
                    <a:cubicBezTo>
                      <a:pt x="41782" y="208029"/>
                      <a:pt x="-699" y="165548"/>
                      <a:pt x="-1080" y="113160"/>
                    </a:cubicBezTo>
                    <a:lnTo>
                      <a:pt x="-1080" y="94110"/>
                    </a:lnTo>
                    <a:cubicBezTo>
                      <a:pt x="-699" y="41723"/>
                      <a:pt x="41782" y="-759"/>
                      <a:pt x="94170" y="-1140"/>
                    </a:cubicBezTo>
                    <a:lnTo>
                      <a:pt x="472979" y="-1140"/>
                    </a:lnTo>
                    <a:cubicBezTo>
                      <a:pt x="525557" y="-949"/>
                      <a:pt x="568324" y="41532"/>
                      <a:pt x="568706" y="94110"/>
                    </a:cubicBezTo>
                    <a:lnTo>
                      <a:pt x="568706" y="113160"/>
                    </a:lnTo>
                    <a:cubicBezTo>
                      <a:pt x="568706" y="126780"/>
                      <a:pt x="565753" y="140211"/>
                      <a:pt x="560133" y="152594"/>
                    </a:cubicBez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8" name="Freihandform: Form 237">
                <a:extLst>
                  <a:ext uri="{FF2B5EF4-FFF2-40B4-BE49-F238E27FC236}">
                    <a16:creationId xmlns:a16="http://schemas.microsoft.com/office/drawing/2014/main" id="{F3230F5A-068E-CD0C-38EA-500E18EDFF2F}"/>
                  </a:ext>
                </a:extLst>
              </p:cNvPr>
              <p:cNvSpPr/>
              <p:nvPr/>
            </p:nvSpPr>
            <p:spPr>
              <a:xfrm>
                <a:off x="665226" y="1507898"/>
                <a:ext cx="215492" cy="215049"/>
              </a:xfrm>
              <a:custGeom>
                <a:avLst/>
                <a:gdLst>
                  <a:gd name="connsiteX0" fmla="*/ -1080 w 215492"/>
                  <a:gd name="connsiteY0" fmla="*/ -1140 h 215049"/>
                  <a:gd name="connsiteX1" fmla="*/ 198945 w 215492"/>
                  <a:gd name="connsiteY1" fmla="*/ 51153 h 215049"/>
                  <a:gd name="connsiteX2" fmla="*/ 122745 w 215492"/>
                  <a:gd name="connsiteY2" fmla="*/ 87824 h 215049"/>
                  <a:gd name="connsiteX3" fmla="*/ 208470 w 215492"/>
                  <a:gd name="connsiteY3" fmla="*/ 173549 h 215049"/>
                  <a:gd name="connsiteX4" fmla="*/ 206945 w 215492"/>
                  <a:gd name="connsiteY4" fmla="*/ 205839 h 215049"/>
                  <a:gd name="connsiteX5" fmla="*/ 206088 w 215492"/>
                  <a:gd name="connsiteY5" fmla="*/ 206601 h 215049"/>
                  <a:gd name="connsiteX6" fmla="*/ 171417 w 215492"/>
                  <a:gd name="connsiteY6" fmla="*/ 207553 h 215049"/>
                  <a:gd name="connsiteX7" fmla="*/ 87312 w 215492"/>
                  <a:gd name="connsiteY7" fmla="*/ 123352 h 215049"/>
                  <a:gd name="connsiteX8" fmla="*/ 50641 w 215492"/>
                  <a:gd name="connsiteY8" fmla="*/ 199552 h 2150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15492" h="215049">
                    <a:moveTo>
                      <a:pt x="-1080" y="-1140"/>
                    </a:moveTo>
                    <a:lnTo>
                      <a:pt x="198945" y="51153"/>
                    </a:lnTo>
                    <a:lnTo>
                      <a:pt x="122745" y="87824"/>
                    </a:lnTo>
                    <a:cubicBezTo>
                      <a:pt x="210756" y="175835"/>
                      <a:pt x="217995" y="183074"/>
                      <a:pt x="208470" y="173549"/>
                    </a:cubicBezTo>
                    <a:cubicBezTo>
                      <a:pt x="216947" y="182884"/>
                      <a:pt x="216280" y="197362"/>
                      <a:pt x="206945" y="205839"/>
                    </a:cubicBezTo>
                    <a:cubicBezTo>
                      <a:pt x="206660" y="206124"/>
                      <a:pt x="206374" y="206315"/>
                      <a:pt x="206088" y="206601"/>
                    </a:cubicBezTo>
                    <a:cubicBezTo>
                      <a:pt x="196563" y="215935"/>
                      <a:pt x="181419" y="216412"/>
                      <a:pt x="171417" y="207553"/>
                    </a:cubicBezTo>
                    <a:lnTo>
                      <a:pt x="87312" y="123352"/>
                    </a:lnTo>
                    <a:lnTo>
                      <a:pt x="50641" y="199552"/>
                    </a:lnTo>
                    <a:close/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04" name="Gruppieren 103">
            <a:extLst>
              <a:ext uri="{FF2B5EF4-FFF2-40B4-BE49-F238E27FC236}">
                <a16:creationId xmlns:a16="http://schemas.microsoft.com/office/drawing/2014/main" id="{9D8F02B1-1E9A-2154-8C15-8D746586B11E}"/>
              </a:ext>
            </a:extLst>
          </p:cNvPr>
          <p:cNvGrpSpPr/>
          <p:nvPr/>
        </p:nvGrpSpPr>
        <p:grpSpPr>
          <a:xfrm>
            <a:off x="1023593" y="2515143"/>
            <a:ext cx="313068" cy="313068"/>
            <a:chOff x="477719" y="2096358"/>
            <a:chExt cx="326174" cy="326174"/>
          </a:xfrm>
        </p:grpSpPr>
        <p:sp>
          <p:nvSpPr>
            <p:cNvPr id="228" name="Ellipse 227">
              <a:extLst>
                <a:ext uri="{FF2B5EF4-FFF2-40B4-BE49-F238E27FC236}">
                  <a16:creationId xmlns:a16="http://schemas.microsoft.com/office/drawing/2014/main" id="{9AEBDA24-3B24-3F32-8DA7-309849C68343}"/>
                </a:ext>
              </a:extLst>
            </p:cNvPr>
            <p:cNvSpPr/>
            <p:nvPr/>
          </p:nvSpPr>
          <p:spPr>
            <a:xfrm>
              <a:off x="477719" y="2096358"/>
              <a:ext cx="326174" cy="326174"/>
            </a:xfrm>
            <a:prstGeom prst="ellipse">
              <a:avLst/>
            </a:prstGeom>
            <a:solidFill>
              <a:schemeClr val="accent1">
                <a:alpha val="66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29" name="Gruppieren 228">
              <a:extLst>
                <a:ext uri="{FF2B5EF4-FFF2-40B4-BE49-F238E27FC236}">
                  <a16:creationId xmlns:a16="http://schemas.microsoft.com/office/drawing/2014/main" id="{7C9EEFD3-D961-524F-5904-A44DB3EF17BE}"/>
                </a:ext>
              </a:extLst>
            </p:cNvPr>
            <p:cNvGrpSpPr/>
            <p:nvPr/>
          </p:nvGrpSpPr>
          <p:grpSpPr>
            <a:xfrm>
              <a:off x="564927" y="2165350"/>
              <a:ext cx="151758" cy="188190"/>
              <a:chOff x="-886808" y="1827581"/>
              <a:chExt cx="340423" cy="422147"/>
            </a:xfrm>
          </p:grpSpPr>
          <p:sp>
            <p:nvSpPr>
              <p:cNvPr id="230" name="Freihandform: Form 229">
                <a:extLst>
                  <a:ext uri="{FF2B5EF4-FFF2-40B4-BE49-F238E27FC236}">
                    <a16:creationId xmlns:a16="http://schemas.microsoft.com/office/drawing/2014/main" id="{E70155C9-CEDD-2A5B-755A-85384388DF9C}"/>
                  </a:ext>
                </a:extLst>
              </p:cNvPr>
              <p:cNvSpPr/>
              <p:nvPr/>
            </p:nvSpPr>
            <p:spPr>
              <a:xfrm>
                <a:off x="-886808" y="1827581"/>
                <a:ext cx="340423" cy="422147"/>
              </a:xfrm>
              <a:custGeom>
                <a:avLst/>
                <a:gdLst>
                  <a:gd name="connsiteX0" fmla="*/ -581 w 340423"/>
                  <a:gd name="connsiteY0" fmla="*/ 386420 h 422147"/>
                  <a:gd name="connsiteX1" fmla="*/ 31613 w 340423"/>
                  <a:gd name="connsiteY1" fmla="*/ 421949 h 422147"/>
                  <a:gd name="connsiteX2" fmla="*/ 298313 w 340423"/>
                  <a:gd name="connsiteY2" fmla="*/ 421949 h 422147"/>
                  <a:gd name="connsiteX3" fmla="*/ 339842 w 340423"/>
                  <a:gd name="connsiteY3" fmla="*/ 386420 h 422147"/>
                  <a:gd name="connsiteX4" fmla="*/ 339842 w 340423"/>
                  <a:gd name="connsiteY4" fmla="*/ 35329 h 422147"/>
                  <a:gd name="connsiteX5" fmla="*/ 298313 w 340423"/>
                  <a:gd name="connsiteY5" fmla="*/ -199 h 422147"/>
                  <a:gd name="connsiteX6" fmla="*/ 105337 w 340423"/>
                  <a:gd name="connsiteY6" fmla="*/ -199 h 422147"/>
                  <a:gd name="connsiteX7" fmla="*/ -581 w 340423"/>
                  <a:gd name="connsiteY7" fmla="*/ 90479 h 422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0423" h="422147">
                    <a:moveTo>
                      <a:pt x="-581" y="386420"/>
                    </a:moveTo>
                    <a:cubicBezTo>
                      <a:pt x="-581" y="408804"/>
                      <a:pt x="11515" y="421949"/>
                      <a:pt x="31613" y="421949"/>
                    </a:cubicBezTo>
                    <a:lnTo>
                      <a:pt x="298313" y="421949"/>
                    </a:lnTo>
                    <a:cubicBezTo>
                      <a:pt x="325650" y="421949"/>
                      <a:pt x="339842" y="414805"/>
                      <a:pt x="339842" y="386420"/>
                    </a:cubicBezTo>
                    <a:lnTo>
                      <a:pt x="339842" y="35329"/>
                    </a:lnTo>
                    <a:cubicBezTo>
                      <a:pt x="339842" y="19517"/>
                      <a:pt x="333841" y="-199"/>
                      <a:pt x="298313" y="-199"/>
                    </a:cubicBezTo>
                    <a:lnTo>
                      <a:pt x="105337" y="-199"/>
                    </a:lnTo>
                    <a:lnTo>
                      <a:pt x="-581" y="90479"/>
                    </a:lnTo>
                    <a:close/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1" name="Freihandform: Form 230">
                <a:extLst>
                  <a:ext uri="{FF2B5EF4-FFF2-40B4-BE49-F238E27FC236}">
                    <a16:creationId xmlns:a16="http://schemas.microsoft.com/office/drawing/2014/main" id="{6F4051D1-7B77-ACF0-371E-F6A24D7B6650}"/>
                  </a:ext>
                </a:extLst>
              </p:cNvPr>
              <p:cNvSpPr/>
              <p:nvPr/>
            </p:nvSpPr>
            <p:spPr>
              <a:xfrm>
                <a:off x="-810703" y="2035131"/>
                <a:ext cx="188976" cy="9525"/>
              </a:xfrm>
              <a:custGeom>
                <a:avLst/>
                <a:gdLst>
                  <a:gd name="connsiteX0" fmla="*/ 0 w 188976"/>
                  <a:gd name="connsiteY0" fmla="*/ 0 h 9525"/>
                  <a:gd name="connsiteX1" fmla="*/ 188976 w 18897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8976" h="9525">
                    <a:moveTo>
                      <a:pt x="0" y="0"/>
                    </a:moveTo>
                    <a:lnTo>
                      <a:pt x="188976" y="0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2" name="Freihandform: Form 231">
                <a:extLst>
                  <a:ext uri="{FF2B5EF4-FFF2-40B4-BE49-F238E27FC236}">
                    <a16:creationId xmlns:a16="http://schemas.microsoft.com/office/drawing/2014/main" id="{058E5E17-B295-C9B1-32E5-B4615F81E0CB}"/>
                  </a:ext>
                </a:extLst>
              </p:cNvPr>
              <p:cNvSpPr/>
              <p:nvPr/>
            </p:nvSpPr>
            <p:spPr>
              <a:xfrm>
                <a:off x="-810703" y="2094662"/>
                <a:ext cx="188976" cy="9525"/>
              </a:xfrm>
              <a:custGeom>
                <a:avLst/>
                <a:gdLst>
                  <a:gd name="connsiteX0" fmla="*/ 0 w 188976"/>
                  <a:gd name="connsiteY0" fmla="*/ 0 h 9525"/>
                  <a:gd name="connsiteX1" fmla="*/ 188976 w 18897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8976" h="9525">
                    <a:moveTo>
                      <a:pt x="0" y="0"/>
                    </a:moveTo>
                    <a:lnTo>
                      <a:pt x="188976" y="0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3" name="Freihandform: Form 232">
                <a:extLst>
                  <a:ext uri="{FF2B5EF4-FFF2-40B4-BE49-F238E27FC236}">
                    <a16:creationId xmlns:a16="http://schemas.microsoft.com/office/drawing/2014/main" id="{0302C4B1-5CD4-A577-6FD1-62A09DDE3F95}"/>
                  </a:ext>
                </a:extLst>
              </p:cNvPr>
              <p:cNvSpPr/>
              <p:nvPr/>
            </p:nvSpPr>
            <p:spPr>
              <a:xfrm>
                <a:off x="-810703" y="2154193"/>
                <a:ext cx="188976" cy="9525"/>
              </a:xfrm>
              <a:custGeom>
                <a:avLst/>
                <a:gdLst>
                  <a:gd name="connsiteX0" fmla="*/ 0 w 188976"/>
                  <a:gd name="connsiteY0" fmla="*/ 0 h 9525"/>
                  <a:gd name="connsiteX1" fmla="*/ 188976 w 18897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8976" h="9525">
                    <a:moveTo>
                      <a:pt x="0" y="0"/>
                    </a:moveTo>
                    <a:lnTo>
                      <a:pt x="188976" y="0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4" name="Freihandform: Form 233">
                <a:extLst>
                  <a:ext uri="{FF2B5EF4-FFF2-40B4-BE49-F238E27FC236}">
                    <a16:creationId xmlns:a16="http://schemas.microsoft.com/office/drawing/2014/main" id="{EED06EAD-7731-B526-9770-F59DD11AAF14}"/>
                  </a:ext>
                </a:extLst>
              </p:cNvPr>
              <p:cNvSpPr/>
              <p:nvPr/>
            </p:nvSpPr>
            <p:spPr>
              <a:xfrm>
                <a:off x="-836611" y="1827676"/>
                <a:ext cx="58959" cy="105346"/>
              </a:xfrm>
              <a:custGeom>
                <a:avLst/>
                <a:gdLst>
                  <a:gd name="connsiteX0" fmla="*/ 0 w 58959"/>
                  <a:gd name="connsiteY0" fmla="*/ 105346 h 105346"/>
                  <a:gd name="connsiteX1" fmla="*/ 58960 w 58959"/>
                  <a:gd name="connsiteY1" fmla="*/ 105346 h 105346"/>
                  <a:gd name="connsiteX2" fmla="*/ 58960 w 58959"/>
                  <a:gd name="connsiteY2" fmla="*/ 0 h 105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8959" h="105346">
                    <a:moveTo>
                      <a:pt x="0" y="105346"/>
                    </a:moveTo>
                    <a:lnTo>
                      <a:pt x="58960" y="105346"/>
                    </a:lnTo>
                    <a:lnTo>
                      <a:pt x="58960" y="0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05" name="Textfeld 49">
            <a:extLst>
              <a:ext uri="{FF2B5EF4-FFF2-40B4-BE49-F238E27FC236}">
                <a16:creationId xmlns:a16="http://schemas.microsoft.com/office/drawing/2014/main" id="{C9B9B0A4-85B6-A375-5C9B-4C5702B5F086}"/>
              </a:ext>
            </a:extLst>
          </p:cNvPr>
          <p:cNvSpPr txBox="1"/>
          <p:nvPr/>
        </p:nvSpPr>
        <p:spPr>
          <a:xfrm>
            <a:off x="3527949" y="2387174"/>
            <a:ext cx="858590" cy="3770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Onboard</a:t>
            </a:r>
          </a:p>
          <a:p>
            <a:pPr algn="ctr"/>
            <a:r>
              <a:rPr lang="en-US" sz="700" err="1">
                <a:latin typeface="Arial" panose="020B0604020202020204" pitchFamily="34" charset="0"/>
                <a:cs typeface="Arial" panose="020B0604020202020204" pitchFamily="34" charset="0"/>
              </a:rPr>
              <a:t>Willkommens</a:t>
            </a:r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70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700" err="1">
                <a:latin typeface="Arial" panose="020B0604020202020204" pitchFamily="34" charset="0"/>
                <a:cs typeface="Arial" panose="020B0604020202020204" pitchFamily="34" charset="0"/>
              </a:rPr>
              <a:t>vorteil</a:t>
            </a:r>
            <a:r>
              <a:rPr lang="en-US" sz="7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00" err="1">
                <a:latin typeface="Arial" panose="020B0604020202020204" pitchFamily="34" charset="0"/>
                <a:cs typeface="Arial" panose="020B0604020202020204" pitchFamily="34" charset="0"/>
              </a:rPr>
              <a:t>zuweisen</a:t>
            </a:r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6" name="Gruppieren 105">
            <a:extLst>
              <a:ext uri="{FF2B5EF4-FFF2-40B4-BE49-F238E27FC236}">
                <a16:creationId xmlns:a16="http://schemas.microsoft.com/office/drawing/2014/main" id="{1D3B9250-B276-F441-918B-8ABB55C1C068}"/>
              </a:ext>
            </a:extLst>
          </p:cNvPr>
          <p:cNvGrpSpPr/>
          <p:nvPr/>
        </p:nvGrpSpPr>
        <p:grpSpPr>
          <a:xfrm>
            <a:off x="3800710" y="2034812"/>
            <a:ext cx="313068" cy="313068"/>
            <a:chOff x="3371096" y="1628998"/>
            <a:chExt cx="326174" cy="326174"/>
          </a:xfrm>
        </p:grpSpPr>
        <p:sp>
          <p:nvSpPr>
            <p:cNvPr id="222" name="Ellipse 221">
              <a:extLst>
                <a:ext uri="{FF2B5EF4-FFF2-40B4-BE49-F238E27FC236}">
                  <a16:creationId xmlns:a16="http://schemas.microsoft.com/office/drawing/2014/main" id="{EAEE74E5-1E12-E94B-34C8-3D2FA19318EB}"/>
                </a:ext>
              </a:extLst>
            </p:cNvPr>
            <p:cNvSpPr/>
            <p:nvPr/>
          </p:nvSpPr>
          <p:spPr>
            <a:xfrm>
              <a:off x="3371096" y="1628998"/>
              <a:ext cx="326174" cy="326174"/>
            </a:xfrm>
            <a:prstGeom prst="ellipse">
              <a:avLst/>
            </a:prstGeom>
            <a:solidFill>
              <a:schemeClr val="accent1">
                <a:alpha val="66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23" name="Gruppieren 222">
              <a:extLst>
                <a:ext uri="{FF2B5EF4-FFF2-40B4-BE49-F238E27FC236}">
                  <a16:creationId xmlns:a16="http://schemas.microsoft.com/office/drawing/2014/main" id="{96390312-C371-F83F-36B0-B16979A2DD0B}"/>
                </a:ext>
              </a:extLst>
            </p:cNvPr>
            <p:cNvGrpSpPr/>
            <p:nvPr/>
          </p:nvGrpSpPr>
          <p:grpSpPr>
            <a:xfrm>
              <a:off x="3410771" y="1668674"/>
              <a:ext cx="246835" cy="246836"/>
              <a:chOff x="2496944" y="1602260"/>
              <a:chExt cx="478631" cy="478631"/>
            </a:xfrm>
          </p:grpSpPr>
          <p:sp>
            <p:nvSpPr>
              <p:cNvPr id="224" name="Freihandform: Form 223">
                <a:extLst>
                  <a:ext uri="{FF2B5EF4-FFF2-40B4-BE49-F238E27FC236}">
                    <a16:creationId xmlns:a16="http://schemas.microsoft.com/office/drawing/2014/main" id="{3A3B9FD7-EF74-800D-A46F-EDF0DE7B1081}"/>
                  </a:ext>
                </a:extLst>
              </p:cNvPr>
              <p:cNvSpPr/>
              <p:nvPr/>
            </p:nvSpPr>
            <p:spPr>
              <a:xfrm>
                <a:off x="2709257" y="1740849"/>
                <a:ext cx="59626" cy="59626"/>
              </a:xfrm>
              <a:custGeom>
                <a:avLst/>
                <a:gdLst>
                  <a:gd name="connsiteX0" fmla="*/ 59626 w 59626"/>
                  <a:gd name="connsiteY0" fmla="*/ 29813 h 59626"/>
                  <a:gd name="connsiteX1" fmla="*/ 29813 w 59626"/>
                  <a:gd name="connsiteY1" fmla="*/ 59626 h 59626"/>
                  <a:gd name="connsiteX2" fmla="*/ 0 w 59626"/>
                  <a:gd name="connsiteY2" fmla="*/ 29813 h 59626"/>
                  <a:gd name="connsiteX3" fmla="*/ 29813 w 59626"/>
                  <a:gd name="connsiteY3" fmla="*/ 0 h 59626"/>
                  <a:gd name="connsiteX4" fmla="*/ 59626 w 59626"/>
                  <a:gd name="connsiteY4" fmla="*/ 29813 h 596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626" h="59626">
                    <a:moveTo>
                      <a:pt x="59626" y="29813"/>
                    </a:moveTo>
                    <a:cubicBezTo>
                      <a:pt x="59626" y="46279"/>
                      <a:pt x="46279" y="59626"/>
                      <a:pt x="29813" y="59626"/>
                    </a:cubicBezTo>
                    <a:cubicBezTo>
                      <a:pt x="13348" y="59626"/>
                      <a:pt x="0" y="46279"/>
                      <a:pt x="0" y="29813"/>
                    </a:cubicBezTo>
                    <a:cubicBezTo>
                      <a:pt x="0" y="13348"/>
                      <a:pt x="13348" y="0"/>
                      <a:pt x="29813" y="0"/>
                    </a:cubicBezTo>
                    <a:cubicBezTo>
                      <a:pt x="46279" y="0"/>
                      <a:pt x="59626" y="13348"/>
                      <a:pt x="59626" y="29813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5" name="Freihandform: Form 224">
                <a:extLst>
                  <a:ext uri="{FF2B5EF4-FFF2-40B4-BE49-F238E27FC236}">
                    <a16:creationId xmlns:a16="http://schemas.microsoft.com/office/drawing/2014/main" id="{776A6AFF-C61C-3A1F-13A0-6FD8F460392D}"/>
                  </a:ext>
                </a:extLst>
              </p:cNvPr>
              <p:cNvSpPr/>
              <p:nvPr/>
            </p:nvSpPr>
            <p:spPr>
              <a:xfrm>
                <a:off x="2707352" y="1882676"/>
                <a:ext cx="59626" cy="59626"/>
              </a:xfrm>
              <a:custGeom>
                <a:avLst/>
                <a:gdLst>
                  <a:gd name="connsiteX0" fmla="*/ 59627 w 59626"/>
                  <a:gd name="connsiteY0" fmla="*/ 29813 h 59626"/>
                  <a:gd name="connsiteX1" fmla="*/ 29813 w 59626"/>
                  <a:gd name="connsiteY1" fmla="*/ 59627 h 59626"/>
                  <a:gd name="connsiteX2" fmla="*/ 0 w 59626"/>
                  <a:gd name="connsiteY2" fmla="*/ 29813 h 59626"/>
                  <a:gd name="connsiteX3" fmla="*/ 29813 w 59626"/>
                  <a:gd name="connsiteY3" fmla="*/ 0 h 59626"/>
                  <a:gd name="connsiteX4" fmla="*/ 59627 w 59626"/>
                  <a:gd name="connsiteY4" fmla="*/ 29813 h 596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626" h="59626">
                    <a:moveTo>
                      <a:pt x="59627" y="29813"/>
                    </a:moveTo>
                    <a:cubicBezTo>
                      <a:pt x="59627" y="46279"/>
                      <a:pt x="46279" y="59627"/>
                      <a:pt x="29813" y="59627"/>
                    </a:cubicBezTo>
                    <a:cubicBezTo>
                      <a:pt x="13348" y="59627"/>
                      <a:pt x="0" y="46279"/>
                      <a:pt x="0" y="29813"/>
                    </a:cubicBezTo>
                    <a:cubicBezTo>
                      <a:pt x="0" y="13348"/>
                      <a:pt x="13348" y="0"/>
                      <a:pt x="29813" y="0"/>
                    </a:cubicBezTo>
                    <a:cubicBezTo>
                      <a:pt x="46279" y="0"/>
                      <a:pt x="59627" y="13348"/>
                      <a:pt x="59627" y="29813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6" name="Freihandform: Form 225">
                <a:extLst>
                  <a:ext uri="{FF2B5EF4-FFF2-40B4-BE49-F238E27FC236}">
                    <a16:creationId xmlns:a16="http://schemas.microsoft.com/office/drawing/2014/main" id="{BB303C84-B121-EC1E-38F4-104BF16C7B46}"/>
                  </a:ext>
                </a:extLst>
              </p:cNvPr>
              <p:cNvSpPr/>
              <p:nvPr/>
            </p:nvSpPr>
            <p:spPr>
              <a:xfrm>
                <a:off x="2638867" y="1826003"/>
                <a:ext cx="194786" cy="28765"/>
              </a:xfrm>
              <a:custGeom>
                <a:avLst/>
                <a:gdLst>
                  <a:gd name="connsiteX0" fmla="*/ 0 w 194786"/>
                  <a:gd name="connsiteY0" fmla="*/ 28766 h 28765"/>
                  <a:gd name="connsiteX1" fmla="*/ 194786 w 194786"/>
                  <a:gd name="connsiteY1" fmla="*/ 0 h 28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94786" h="28765">
                    <a:moveTo>
                      <a:pt x="0" y="28766"/>
                    </a:moveTo>
                    <a:lnTo>
                      <a:pt x="194786" y="0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7" name="Freihandform: Form 226">
                <a:extLst>
                  <a:ext uri="{FF2B5EF4-FFF2-40B4-BE49-F238E27FC236}">
                    <a16:creationId xmlns:a16="http://schemas.microsoft.com/office/drawing/2014/main" id="{103AB6E5-5690-CACA-0043-75E72743E13F}"/>
                  </a:ext>
                </a:extLst>
              </p:cNvPr>
              <p:cNvSpPr/>
              <p:nvPr/>
            </p:nvSpPr>
            <p:spPr>
              <a:xfrm>
                <a:off x="2496944" y="1602260"/>
                <a:ext cx="478631" cy="478631"/>
              </a:xfrm>
              <a:custGeom>
                <a:avLst/>
                <a:gdLst>
                  <a:gd name="connsiteX0" fmla="*/ 174403 w 478631"/>
                  <a:gd name="connsiteY0" fmla="*/ 478631 h 478631"/>
                  <a:gd name="connsiteX1" fmla="*/ 130969 w 478631"/>
                  <a:gd name="connsiteY1" fmla="*/ 347567 h 478631"/>
                  <a:gd name="connsiteX2" fmla="*/ 0 w 478631"/>
                  <a:gd name="connsiteY2" fmla="*/ 304229 h 478631"/>
                  <a:gd name="connsiteX3" fmla="*/ 304229 w 478631"/>
                  <a:gd name="connsiteY3" fmla="*/ 0 h 478631"/>
                  <a:gd name="connsiteX4" fmla="*/ 360331 w 478631"/>
                  <a:gd name="connsiteY4" fmla="*/ 118301 h 478631"/>
                  <a:gd name="connsiteX5" fmla="*/ 478631 w 478631"/>
                  <a:gd name="connsiteY5" fmla="*/ 174403 h 478631"/>
                  <a:gd name="connsiteX6" fmla="*/ 174403 w 478631"/>
                  <a:gd name="connsiteY6" fmla="*/ 478631 h 4786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8631" h="478631">
                    <a:moveTo>
                      <a:pt x="174403" y="478631"/>
                    </a:moveTo>
                    <a:lnTo>
                      <a:pt x="130969" y="347567"/>
                    </a:lnTo>
                    <a:lnTo>
                      <a:pt x="0" y="304229"/>
                    </a:lnTo>
                    <a:lnTo>
                      <a:pt x="304229" y="0"/>
                    </a:lnTo>
                    <a:lnTo>
                      <a:pt x="360331" y="118301"/>
                    </a:lnTo>
                    <a:lnTo>
                      <a:pt x="478631" y="174403"/>
                    </a:lnTo>
                    <a:lnTo>
                      <a:pt x="174403" y="478631"/>
                    </a:lnTo>
                    <a:close/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07" name="Textfeld 57">
            <a:extLst>
              <a:ext uri="{FF2B5EF4-FFF2-40B4-BE49-F238E27FC236}">
                <a16:creationId xmlns:a16="http://schemas.microsoft.com/office/drawing/2014/main" id="{C7312E58-ED1C-DD97-EFF5-DB04345D9907}"/>
              </a:ext>
            </a:extLst>
          </p:cNvPr>
          <p:cNvSpPr txBox="1"/>
          <p:nvPr/>
        </p:nvSpPr>
        <p:spPr>
          <a:xfrm>
            <a:off x="3132615" y="4199839"/>
            <a:ext cx="1097676" cy="2693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1st Incentive</a:t>
            </a:r>
          </a:p>
          <a:p>
            <a:pPr algn="ctr"/>
            <a:r>
              <a:rPr lang="en-US" sz="700">
                <a:latin typeface="Arial" panose="020B0604020202020204" pitchFamily="34" charset="0"/>
                <a:cs typeface="Arial" panose="020B0604020202020204" pitchFamily="34" charset="0"/>
              </a:rPr>
              <a:t>Credits user immediately</a:t>
            </a:r>
          </a:p>
        </p:txBody>
      </p:sp>
      <p:sp>
        <p:nvSpPr>
          <p:cNvPr id="108" name="Textfeld 58">
            <a:extLst>
              <a:ext uri="{FF2B5EF4-FFF2-40B4-BE49-F238E27FC236}">
                <a16:creationId xmlns:a16="http://schemas.microsoft.com/office/drawing/2014/main" id="{6CB902FD-B248-6ADE-D621-B49B4057FF6D}"/>
              </a:ext>
            </a:extLst>
          </p:cNvPr>
          <p:cNvSpPr txBox="1"/>
          <p:nvPr/>
        </p:nvSpPr>
        <p:spPr>
          <a:xfrm>
            <a:off x="5413087" y="4199839"/>
            <a:ext cx="925023" cy="4847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Punkte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Wettbewerbe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/Gamification</a:t>
            </a:r>
          </a:p>
        </p:txBody>
      </p:sp>
      <p:sp>
        <p:nvSpPr>
          <p:cNvPr id="109" name="Textfeld 59">
            <a:extLst>
              <a:ext uri="{FF2B5EF4-FFF2-40B4-BE49-F238E27FC236}">
                <a16:creationId xmlns:a16="http://schemas.microsoft.com/office/drawing/2014/main" id="{DA862F3C-7002-8DA9-4286-0D74FC1556D6}"/>
              </a:ext>
            </a:extLst>
          </p:cNvPr>
          <p:cNvSpPr txBox="1"/>
          <p:nvPr/>
        </p:nvSpPr>
        <p:spPr>
          <a:xfrm>
            <a:off x="6751369" y="4199839"/>
            <a:ext cx="1037462" cy="2693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Feedback</a:t>
            </a:r>
          </a:p>
          <a:p>
            <a:pPr algn="ctr"/>
            <a:r>
              <a:rPr lang="en-US" sz="700" err="1">
                <a:latin typeface="Arial" panose="020B0604020202020204" pitchFamily="34" charset="0"/>
                <a:cs typeface="Arial" panose="020B0604020202020204" pitchFamily="34" charset="0"/>
              </a:rPr>
              <a:t>Empfehlungen</a:t>
            </a:r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0" name="Textfeld 60">
            <a:extLst>
              <a:ext uri="{FF2B5EF4-FFF2-40B4-BE49-F238E27FC236}">
                <a16:creationId xmlns:a16="http://schemas.microsoft.com/office/drawing/2014/main" id="{E8082B8F-0621-5E13-74BE-BF83BFAAD5F7}"/>
              </a:ext>
            </a:extLst>
          </p:cNvPr>
          <p:cNvSpPr txBox="1"/>
          <p:nvPr/>
        </p:nvSpPr>
        <p:spPr>
          <a:xfrm>
            <a:off x="7713315" y="4948286"/>
            <a:ext cx="1209011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Mitglieder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Geburtstag</a:t>
            </a:r>
            <a:endParaRPr lang="en-US" sz="10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Textfeld 61">
            <a:extLst>
              <a:ext uri="{FF2B5EF4-FFF2-40B4-BE49-F238E27FC236}">
                <a16:creationId xmlns:a16="http://schemas.microsoft.com/office/drawing/2014/main" id="{C9D0C3EB-B793-9A8F-70F1-C936590E8479}"/>
              </a:ext>
            </a:extLst>
          </p:cNvPr>
          <p:cNvSpPr txBox="1"/>
          <p:nvPr/>
        </p:nvSpPr>
        <p:spPr>
          <a:xfrm>
            <a:off x="8893278" y="4199839"/>
            <a:ext cx="1209011" cy="5386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Reaktivierung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Wiederkauf</a:t>
            </a:r>
            <a:endParaRPr lang="en-US" sz="105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700">
                <a:latin typeface="Arial" panose="020B0604020202020204" pitchFamily="34" charset="0"/>
                <a:cs typeface="Arial" panose="020B0604020202020204" pitchFamily="34" charset="0"/>
              </a:rPr>
              <a:t>Coupon / </a:t>
            </a:r>
            <a:r>
              <a:rPr lang="en-US" sz="700" err="1">
                <a:latin typeface="Arial" panose="020B0604020202020204" pitchFamily="34" charset="0"/>
                <a:cs typeface="Arial" panose="020B0604020202020204" pitchFamily="34" charset="0"/>
              </a:rPr>
              <a:t>Punkte</a:t>
            </a:r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700" err="1">
                <a:latin typeface="Arial" panose="020B0604020202020204" pitchFamily="34" charset="0"/>
                <a:cs typeface="Arial" panose="020B0604020202020204" pitchFamily="34" charset="0"/>
              </a:rPr>
              <a:t>Verfall</a:t>
            </a:r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" name="Textfeld 62">
            <a:extLst>
              <a:ext uri="{FF2B5EF4-FFF2-40B4-BE49-F238E27FC236}">
                <a16:creationId xmlns:a16="http://schemas.microsoft.com/office/drawing/2014/main" id="{F26AC95C-7146-2DE3-7F0B-3316CC792352}"/>
              </a:ext>
            </a:extLst>
          </p:cNvPr>
          <p:cNvSpPr txBox="1"/>
          <p:nvPr/>
        </p:nvSpPr>
        <p:spPr>
          <a:xfrm>
            <a:off x="4989434" y="2418924"/>
            <a:ext cx="985158" cy="4462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050">
                <a:latin typeface="Arial" panose="020B0604020202020204" pitchFamily="34" charset="0"/>
                <a:cs typeface="Arial" panose="020B0604020202020204" pitchFamily="34" charset="0"/>
              </a:rPr>
              <a:t>Event-</a:t>
            </a:r>
            <a:r>
              <a:rPr lang="en-GB" sz="1050" err="1">
                <a:latin typeface="Arial" panose="020B0604020202020204" pitchFamily="34" charset="0"/>
                <a:cs typeface="Arial" panose="020B0604020202020204" pitchFamily="34" charset="0"/>
              </a:rPr>
              <a:t>Kampagnen</a:t>
            </a:r>
            <a:endParaRPr lang="en-GB" sz="105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GB" sz="700" err="1">
                <a:latin typeface="Arial" panose="020B0604020202020204" pitchFamily="34" charset="0"/>
                <a:cs typeface="Arial" panose="020B0604020202020204" pitchFamily="34" charset="0"/>
              </a:rPr>
              <a:t>verhaltensbasiert</a:t>
            </a:r>
            <a:endParaRPr lang="en-GB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Textfeld 63">
            <a:extLst>
              <a:ext uri="{FF2B5EF4-FFF2-40B4-BE49-F238E27FC236}">
                <a16:creationId xmlns:a16="http://schemas.microsoft.com/office/drawing/2014/main" id="{A698BECD-9E79-1EFF-29C6-BA648B6E4835}"/>
              </a:ext>
            </a:extLst>
          </p:cNvPr>
          <p:cNvSpPr txBox="1"/>
          <p:nvPr/>
        </p:nvSpPr>
        <p:spPr>
          <a:xfrm>
            <a:off x="7344331" y="2418924"/>
            <a:ext cx="704816" cy="5386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Cross- &amp; Upsell</a:t>
            </a:r>
          </a:p>
          <a:p>
            <a:pPr algn="ctr"/>
            <a:r>
              <a:rPr lang="en-US" sz="700" err="1">
                <a:latin typeface="Arial" panose="020B0604020202020204" pitchFamily="34" charset="0"/>
                <a:cs typeface="Arial" panose="020B0604020202020204" pitchFamily="34" charset="0"/>
              </a:rPr>
              <a:t>Saisonal</a:t>
            </a:r>
            <a:r>
              <a:rPr lang="en-US" sz="70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700" err="1">
                <a:latin typeface="Arial" panose="020B0604020202020204" pitchFamily="34" charset="0"/>
                <a:cs typeface="Arial" panose="020B0604020202020204" pitchFamily="34" charset="0"/>
              </a:rPr>
              <a:t>Zubehör</a:t>
            </a:r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Textfeld 64">
            <a:extLst>
              <a:ext uri="{FF2B5EF4-FFF2-40B4-BE49-F238E27FC236}">
                <a16:creationId xmlns:a16="http://schemas.microsoft.com/office/drawing/2014/main" id="{AC2F7189-D6CB-5C1E-A02C-2CB587042878}"/>
              </a:ext>
            </a:extLst>
          </p:cNvPr>
          <p:cNvSpPr txBox="1"/>
          <p:nvPr/>
        </p:nvSpPr>
        <p:spPr>
          <a:xfrm>
            <a:off x="9657539" y="2065299"/>
            <a:ext cx="759243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Mitglieder</a:t>
            </a:r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Empfehlung</a:t>
            </a:r>
            <a:endParaRPr lang="en-US" sz="10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" name="Ellipse 114">
            <a:extLst>
              <a:ext uri="{FF2B5EF4-FFF2-40B4-BE49-F238E27FC236}">
                <a16:creationId xmlns:a16="http://schemas.microsoft.com/office/drawing/2014/main" id="{A06FB0D8-F05C-8B48-5803-38B7B3ACC5F0}"/>
              </a:ext>
            </a:extLst>
          </p:cNvPr>
          <p:cNvSpPr/>
          <p:nvPr/>
        </p:nvSpPr>
        <p:spPr>
          <a:xfrm>
            <a:off x="9880627" y="1712937"/>
            <a:ext cx="313068" cy="313068"/>
          </a:xfrm>
          <a:prstGeom prst="ellipse">
            <a:avLst/>
          </a:prstGeom>
          <a:solidFill>
            <a:schemeClr val="accent1">
              <a:alpha val="66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6" name="Textfeld 66">
            <a:extLst>
              <a:ext uri="{FF2B5EF4-FFF2-40B4-BE49-F238E27FC236}">
                <a16:creationId xmlns:a16="http://schemas.microsoft.com/office/drawing/2014/main" id="{182EE8F6-96BF-830F-CA06-140D3401DF99}"/>
              </a:ext>
            </a:extLst>
          </p:cNvPr>
          <p:cNvSpPr txBox="1"/>
          <p:nvPr/>
        </p:nvSpPr>
        <p:spPr>
          <a:xfrm>
            <a:off x="10711122" y="2697409"/>
            <a:ext cx="75924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News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Textfeld 67">
            <a:extLst>
              <a:ext uri="{FF2B5EF4-FFF2-40B4-BE49-F238E27FC236}">
                <a16:creationId xmlns:a16="http://schemas.microsoft.com/office/drawing/2014/main" id="{AABD1F77-9466-9D11-079F-DAA4ED878D30}"/>
              </a:ext>
            </a:extLst>
          </p:cNvPr>
          <p:cNvSpPr txBox="1"/>
          <p:nvPr/>
        </p:nvSpPr>
        <p:spPr>
          <a:xfrm>
            <a:off x="5951262" y="2115953"/>
            <a:ext cx="1223671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err="1">
                <a:latin typeface="Arial" panose="020B0604020202020204" pitchFamily="34" charset="0"/>
                <a:cs typeface="Arial" panose="020B0604020202020204" pitchFamily="34" charset="0"/>
              </a:rPr>
              <a:t>Wiederkauf</a:t>
            </a:r>
            <a:endParaRPr lang="en-US" sz="10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8" name="Gruppieren 117">
            <a:extLst>
              <a:ext uri="{FF2B5EF4-FFF2-40B4-BE49-F238E27FC236}">
                <a16:creationId xmlns:a16="http://schemas.microsoft.com/office/drawing/2014/main" id="{57B3129E-50FE-4341-33DE-AB1141968718}"/>
              </a:ext>
            </a:extLst>
          </p:cNvPr>
          <p:cNvGrpSpPr/>
          <p:nvPr/>
        </p:nvGrpSpPr>
        <p:grpSpPr>
          <a:xfrm>
            <a:off x="5325479" y="2066562"/>
            <a:ext cx="313068" cy="313068"/>
            <a:chOff x="5019239" y="1628998"/>
            <a:chExt cx="326174" cy="326174"/>
          </a:xfrm>
        </p:grpSpPr>
        <p:sp>
          <p:nvSpPr>
            <p:cNvPr id="220" name="Ellipse 219">
              <a:extLst>
                <a:ext uri="{FF2B5EF4-FFF2-40B4-BE49-F238E27FC236}">
                  <a16:creationId xmlns:a16="http://schemas.microsoft.com/office/drawing/2014/main" id="{4A1A76B6-6359-5F5E-EB36-FB6798DA34C5}"/>
                </a:ext>
              </a:extLst>
            </p:cNvPr>
            <p:cNvSpPr/>
            <p:nvPr/>
          </p:nvSpPr>
          <p:spPr>
            <a:xfrm>
              <a:off x="5019239" y="1628998"/>
              <a:ext cx="326174" cy="326174"/>
            </a:xfrm>
            <a:prstGeom prst="ellipse">
              <a:avLst/>
            </a:prstGeom>
            <a:solidFill>
              <a:schemeClr val="accent1">
                <a:alpha val="66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1" name="Stern: 5 Zacken 220">
              <a:extLst>
                <a:ext uri="{FF2B5EF4-FFF2-40B4-BE49-F238E27FC236}">
                  <a16:creationId xmlns:a16="http://schemas.microsoft.com/office/drawing/2014/main" id="{7FC19BA9-BF40-5855-39A1-BC8042D34D4A}"/>
                </a:ext>
              </a:extLst>
            </p:cNvPr>
            <p:cNvSpPr/>
            <p:nvPr/>
          </p:nvSpPr>
          <p:spPr>
            <a:xfrm>
              <a:off x="5082313" y="1692073"/>
              <a:ext cx="200025" cy="200025"/>
            </a:xfrm>
            <a:prstGeom prst="star5">
              <a:avLst>
                <a:gd name="adj" fmla="val 27712"/>
                <a:gd name="hf" fmla="val 105146"/>
                <a:gd name="vf" fmla="val 110557"/>
              </a:avLst>
            </a:prstGeom>
            <a:noFill/>
            <a:ln w="12700" cap="rnd">
              <a:solidFill>
                <a:schemeClr val="tx1"/>
              </a:solidFill>
              <a:prstDash val="solid"/>
              <a:round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19" name="Gruppieren 118">
            <a:extLst>
              <a:ext uri="{FF2B5EF4-FFF2-40B4-BE49-F238E27FC236}">
                <a16:creationId xmlns:a16="http://schemas.microsoft.com/office/drawing/2014/main" id="{BDD30683-03E0-E485-28AF-CDEFFEC98961}"/>
              </a:ext>
            </a:extLst>
          </p:cNvPr>
          <p:cNvGrpSpPr/>
          <p:nvPr/>
        </p:nvGrpSpPr>
        <p:grpSpPr>
          <a:xfrm rot="5400000" flipH="1">
            <a:off x="6406563" y="1766289"/>
            <a:ext cx="313068" cy="313068"/>
            <a:chOff x="6086039" y="1346423"/>
            <a:chExt cx="326174" cy="326174"/>
          </a:xfrm>
        </p:grpSpPr>
        <p:sp>
          <p:nvSpPr>
            <p:cNvPr id="216" name="Ellipse 215">
              <a:extLst>
                <a:ext uri="{FF2B5EF4-FFF2-40B4-BE49-F238E27FC236}">
                  <a16:creationId xmlns:a16="http://schemas.microsoft.com/office/drawing/2014/main" id="{7F24C5EB-B46C-E731-BFEF-B738CFE1F745}"/>
                </a:ext>
              </a:extLst>
            </p:cNvPr>
            <p:cNvSpPr/>
            <p:nvPr/>
          </p:nvSpPr>
          <p:spPr>
            <a:xfrm>
              <a:off x="6086039" y="1346423"/>
              <a:ext cx="326174" cy="326174"/>
            </a:xfrm>
            <a:prstGeom prst="ellipse">
              <a:avLst/>
            </a:prstGeom>
            <a:solidFill>
              <a:schemeClr val="accent1">
                <a:alpha val="66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17" name="Gruppieren 216">
              <a:extLst>
                <a:ext uri="{FF2B5EF4-FFF2-40B4-BE49-F238E27FC236}">
                  <a16:creationId xmlns:a16="http://schemas.microsoft.com/office/drawing/2014/main" id="{1222CF2A-4F4E-6D63-6829-809BD674F385}"/>
                </a:ext>
              </a:extLst>
            </p:cNvPr>
            <p:cNvGrpSpPr/>
            <p:nvPr/>
          </p:nvGrpSpPr>
          <p:grpSpPr>
            <a:xfrm rot="11700000">
              <a:off x="6149845" y="1412827"/>
              <a:ext cx="222064" cy="192206"/>
              <a:chOff x="6004251" y="1551402"/>
              <a:chExt cx="405793" cy="351232"/>
            </a:xfrm>
          </p:grpSpPr>
          <p:sp>
            <p:nvSpPr>
              <p:cNvPr id="218" name="Freihandform: Form 217">
                <a:extLst>
                  <a:ext uri="{FF2B5EF4-FFF2-40B4-BE49-F238E27FC236}">
                    <a16:creationId xmlns:a16="http://schemas.microsoft.com/office/drawing/2014/main" id="{AF1E080F-48CE-0CDF-2005-1CD7DE887CE4}"/>
                  </a:ext>
                </a:extLst>
              </p:cNvPr>
              <p:cNvSpPr/>
              <p:nvPr/>
            </p:nvSpPr>
            <p:spPr>
              <a:xfrm>
                <a:off x="6051861" y="1551402"/>
                <a:ext cx="358183" cy="351232"/>
              </a:xfrm>
              <a:custGeom>
                <a:avLst/>
                <a:gdLst>
                  <a:gd name="connsiteX0" fmla="*/ 6366 w 358185"/>
                  <a:gd name="connsiteY0" fmla="*/ 129494 h 358231"/>
                  <a:gd name="connsiteX1" fmla="*/ 227898 w 358185"/>
                  <a:gd name="connsiteY1" fmla="*/ 6792 h 358231"/>
                  <a:gd name="connsiteX2" fmla="*/ 350599 w 358185"/>
                  <a:gd name="connsiteY2" fmla="*/ 228325 h 358231"/>
                  <a:gd name="connsiteX3" fmla="*/ 129067 w 358185"/>
                  <a:gd name="connsiteY3" fmla="*/ 351026 h 358231"/>
                  <a:gd name="connsiteX4" fmla="*/ -587 w 358185"/>
                  <a:gd name="connsiteY4" fmla="*/ 179119 h 358231"/>
                  <a:gd name="connsiteX0" fmla="*/ 228485 w 358183"/>
                  <a:gd name="connsiteY0" fmla="*/ 0 h 351232"/>
                  <a:gd name="connsiteX1" fmla="*/ 351186 w 358183"/>
                  <a:gd name="connsiteY1" fmla="*/ 221533 h 351232"/>
                  <a:gd name="connsiteX2" fmla="*/ 129654 w 358183"/>
                  <a:gd name="connsiteY2" fmla="*/ 344234 h 351232"/>
                  <a:gd name="connsiteX3" fmla="*/ 0 w 358183"/>
                  <a:gd name="connsiteY3" fmla="*/ 172327 h 3512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58183" h="351232">
                    <a:moveTo>
                      <a:pt x="228485" y="0"/>
                    </a:moveTo>
                    <a:cubicBezTo>
                      <a:pt x="323544" y="27290"/>
                      <a:pt x="378475" y="126473"/>
                      <a:pt x="351186" y="221533"/>
                    </a:cubicBezTo>
                    <a:cubicBezTo>
                      <a:pt x="323897" y="316593"/>
                      <a:pt x="224713" y="371523"/>
                      <a:pt x="129654" y="344234"/>
                    </a:cubicBezTo>
                    <a:cubicBezTo>
                      <a:pt x="52968" y="322212"/>
                      <a:pt x="94" y="252118"/>
                      <a:pt x="0" y="172327"/>
                    </a:cubicBez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9" name="Freihandform: Form 218">
                <a:extLst>
                  <a:ext uri="{FF2B5EF4-FFF2-40B4-BE49-F238E27FC236}">
                    <a16:creationId xmlns:a16="http://schemas.microsoft.com/office/drawing/2014/main" id="{6FBB93D5-CCE3-6B80-F94C-9029A8B0C066}"/>
                  </a:ext>
                </a:extLst>
              </p:cNvPr>
              <p:cNvSpPr/>
              <p:nvPr/>
            </p:nvSpPr>
            <p:spPr>
              <a:xfrm>
                <a:off x="6004251" y="1723935"/>
                <a:ext cx="96488" cy="46291"/>
              </a:xfrm>
              <a:custGeom>
                <a:avLst/>
                <a:gdLst>
                  <a:gd name="connsiteX0" fmla="*/ 0 w 96488"/>
                  <a:gd name="connsiteY0" fmla="*/ 46291 h 46291"/>
                  <a:gd name="connsiteX1" fmla="*/ 48197 w 96488"/>
                  <a:gd name="connsiteY1" fmla="*/ 0 h 46291"/>
                  <a:gd name="connsiteX2" fmla="*/ 96488 w 96488"/>
                  <a:gd name="connsiteY2" fmla="*/ 46291 h 46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6488" h="46291">
                    <a:moveTo>
                      <a:pt x="0" y="46291"/>
                    </a:moveTo>
                    <a:lnTo>
                      <a:pt x="48197" y="0"/>
                    </a:lnTo>
                    <a:lnTo>
                      <a:pt x="96488" y="46291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20" name="Gruppieren 119">
            <a:extLst>
              <a:ext uri="{FF2B5EF4-FFF2-40B4-BE49-F238E27FC236}">
                <a16:creationId xmlns:a16="http://schemas.microsoft.com/office/drawing/2014/main" id="{DAA1A306-9345-1D83-7206-7B41FEF8A7D4}"/>
              </a:ext>
            </a:extLst>
          </p:cNvPr>
          <p:cNvGrpSpPr/>
          <p:nvPr/>
        </p:nvGrpSpPr>
        <p:grpSpPr>
          <a:xfrm>
            <a:off x="7540205" y="2066562"/>
            <a:ext cx="313068" cy="313068"/>
            <a:chOff x="7267139" y="1628998"/>
            <a:chExt cx="326174" cy="326174"/>
          </a:xfrm>
        </p:grpSpPr>
        <p:sp>
          <p:nvSpPr>
            <p:cNvPr id="206" name="Ellipse 205">
              <a:extLst>
                <a:ext uri="{FF2B5EF4-FFF2-40B4-BE49-F238E27FC236}">
                  <a16:creationId xmlns:a16="http://schemas.microsoft.com/office/drawing/2014/main" id="{5BB2857B-C4C1-BA1A-15BD-07DE45B6DA87}"/>
                </a:ext>
              </a:extLst>
            </p:cNvPr>
            <p:cNvSpPr/>
            <p:nvPr/>
          </p:nvSpPr>
          <p:spPr>
            <a:xfrm>
              <a:off x="7267139" y="1628998"/>
              <a:ext cx="326174" cy="326174"/>
            </a:xfrm>
            <a:prstGeom prst="ellipse">
              <a:avLst/>
            </a:prstGeom>
            <a:solidFill>
              <a:schemeClr val="accent1">
                <a:alpha val="66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07" name="Gruppieren 206">
              <a:extLst>
                <a:ext uri="{FF2B5EF4-FFF2-40B4-BE49-F238E27FC236}">
                  <a16:creationId xmlns:a16="http://schemas.microsoft.com/office/drawing/2014/main" id="{AB9BF029-5864-80BA-CF0B-03269CC52B4D}"/>
                </a:ext>
              </a:extLst>
            </p:cNvPr>
            <p:cNvGrpSpPr/>
            <p:nvPr/>
          </p:nvGrpSpPr>
          <p:grpSpPr>
            <a:xfrm>
              <a:off x="7297108" y="1708033"/>
              <a:ext cx="266239" cy="168104"/>
              <a:chOff x="7572234" y="2277321"/>
              <a:chExt cx="461010" cy="291083"/>
            </a:xfrm>
          </p:grpSpPr>
          <p:sp>
            <p:nvSpPr>
              <p:cNvPr id="208" name="Freihandform: Form 207">
                <a:extLst>
                  <a:ext uri="{FF2B5EF4-FFF2-40B4-BE49-F238E27FC236}">
                    <a16:creationId xmlns:a16="http://schemas.microsoft.com/office/drawing/2014/main" id="{FD0C734A-EC31-CFFB-AA46-2CFE2EDED2EA}"/>
                  </a:ext>
                </a:extLst>
              </p:cNvPr>
              <p:cNvSpPr/>
              <p:nvPr/>
            </p:nvSpPr>
            <p:spPr>
              <a:xfrm>
                <a:off x="7606905" y="2319326"/>
                <a:ext cx="390715" cy="249078"/>
              </a:xfrm>
              <a:custGeom>
                <a:avLst/>
                <a:gdLst>
                  <a:gd name="connsiteX0" fmla="*/ 18955 w 390715"/>
                  <a:gd name="connsiteY0" fmla="*/ 74676 h 249078"/>
                  <a:gd name="connsiteX1" fmla="*/ 60865 w 390715"/>
                  <a:gd name="connsiteY1" fmla="*/ 211646 h 249078"/>
                  <a:gd name="connsiteX2" fmla="*/ 60865 w 390715"/>
                  <a:gd name="connsiteY2" fmla="*/ 249079 h 249078"/>
                  <a:gd name="connsiteX3" fmla="*/ 330708 w 390715"/>
                  <a:gd name="connsiteY3" fmla="*/ 249079 h 249078"/>
                  <a:gd name="connsiteX4" fmla="*/ 330708 w 390715"/>
                  <a:gd name="connsiteY4" fmla="*/ 211646 h 249078"/>
                  <a:gd name="connsiteX5" fmla="*/ 390716 w 390715"/>
                  <a:gd name="connsiteY5" fmla="*/ 22479 h 249078"/>
                  <a:gd name="connsiteX6" fmla="*/ 277463 w 390715"/>
                  <a:gd name="connsiteY6" fmla="*/ 108585 h 249078"/>
                  <a:gd name="connsiteX7" fmla="*/ 195834 w 390715"/>
                  <a:gd name="connsiteY7" fmla="*/ 0 h 249078"/>
                  <a:gd name="connsiteX8" fmla="*/ 114110 w 390715"/>
                  <a:gd name="connsiteY8" fmla="*/ 108585 h 249078"/>
                  <a:gd name="connsiteX9" fmla="*/ 0 w 390715"/>
                  <a:gd name="connsiteY9" fmla="*/ 23336 h 2490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90715" h="249078">
                    <a:moveTo>
                      <a:pt x="18955" y="74676"/>
                    </a:moveTo>
                    <a:lnTo>
                      <a:pt x="60865" y="211646"/>
                    </a:lnTo>
                    <a:lnTo>
                      <a:pt x="60865" y="249079"/>
                    </a:lnTo>
                    <a:lnTo>
                      <a:pt x="330708" y="249079"/>
                    </a:lnTo>
                    <a:lnTo>
                      <a:pt x="330708" y="211646"/>
                    </a:lnTo>
                    <a:lnTo>
                      <a:pt x="390716" y="22479"/>
                    </a:lnTo>
                    <a:lnTo>
                      <a:pt x="277463" y="108585"/>
                    </a:lnTo>
                    <a:lnTo>
                      <a:pt x="195834" y="0"/>
                    </a:lnTo>
                    <a:lnTo>
                      <a:pt x="114110" y="108585"/>
                    </a:lnTo>
                    <a:lnTo>
                      <a:pt x="0" y="23336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9" name="Freihandform: Form 208">
                <a:extLst>
                  <a:ext uri="{FF2B5EF4-FFF2-40B4-BE49-F238E27FC236}">
                    <a16:creationId xmlns:a16="http://schemas.microsoft.com/office/drawing/2014/main" id="{6549F00E-0285-D9B8-4378-144DD9C86EFD}"/>
                  </a:ext>
                </a:extLst>
              </p:cNvPr>
              <p:cNvSpPr/>
              <p:nvPr/>
            </p:nvSpPr>
            <p:spPr>
              <a:xfrm>
                <a:off x="7697107" y="2531067"/>
                <a:ext cx="240506" cy="9525"/>
              </a:xfrm>
              <a:custGeom>
                <a:avLst/>
                <a:gdLst>
                  <a:gd name="connsiteX0" fmla="*/ 240506 w 240506"/>
                  <a:gd name="connsiteY0" fmla="*/ 0 h 9525"/>
                  <a:gd name="connsiteX1" fmla="*/ 0 w 24050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0506" h="9525">
                    <a:moveTo>
                      <a:pt x="240506" y="0"/>
                    </a:moveTo>
                    <a:lnTo>
                      <a:pt x="0" y="0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0" name="Freihandform: Form 209">
                <a:extLst>
                  <a:ext uri="{FF2B5EF4-FFF2-40B4-BE49-F238E27FC236}">
                    <a16:creationId xmlns:a16="http://schemas.microsoft.com/office/drawing/2014/main" id="{A930F754-8A3C-06B2-7DB3-460508D108E6}"/>
                  </a:ext>
                </a:extLst>
              </p:cNvPr>
              <p:cNvSpPr/>
              <p:nvPr/>
            </p:nvSpPr>
            <p:spPr>
              <a:xfrm>
                <a:off x="7773878" y="2418672"/>
                <a:ext cx="57150" cy="57150"/>
              </a:xfrm>
              <a:custGeom>
                <a:avLst/>
                <a:gdLst>
                  <a:gd name="connsiteX0" fmla="*/ 57133 w 57150"/>
                  <a:gd name="connsiteY0" fmla="*/ 28419 h 57150"/>
                  <a:gd name="connsiteX1" fmla="*/ 28558 w 57150"/>
                  <a:gd name="connsiteY1" fmla="*/ 56994 h 57150"/>
                  <a:gd name="connsiteX2" fmla="*/ -17 w 57150"/>
                  <a:gd name="connsiteY2" fmla="*/ 28419 h 57150"/>
                  <a:gd name="connsiteX3" fmla="*/ 28558 w 57150"/>
                  <a:gd name="connsiteY3" fmla="*/ -156 h 57150"/>
                  <a:gd name="connsiteX4" fmla="*/ 57133 w 57150"/>
                  <a:gd name="connsiteY4" fmla="*/ 28419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7133" y="28419"/>
                    </a:moveTo>
                    <a:cubicBezTo>
                      <a:pt x="57133" y="44202"/>
                      <a:pt x="44340" y="56994"/>
                      <a:pt x="28558" y="56994"/>
                    </a:cubicBezTo>
                    <a:cubicBezTo>
                      <a:pt x="12776" y="56994"/>
                      <a:pt x="-17" y="44202"/>
                      <a:pt x="-17" y="28419"/>
                    </a:cubicBezTo>
                    <a:cubicBezTo>
                      <a:pt x="-17" y="12636"/>
                      <a:pt x="12776" y="-156"/>
                      <a:pt x="28558" y="-156"/>
                    </a:cubicBezTo>
                    <a:cubicBezTo>
                      <a:pt x="44340" y="-156"/>
                      <a:pt x="57133" y="12636"/>
                      <a:pt x="57133" y="28419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1" name="Freihandform: Form 210">
                <a:extLst>
                  <a:ext uri="{FF2B5EF4-FFF2-40B4-BE49-F238E27FC236}">
                    <a16:creationId xmlns:a16="http://schemas.microsoft.com/office/drawing/2014/main" id="{CBD130AE-750D-D28F-A9FA-AA0CCB595812}"/>
                  </a:ext>
                </a:extLst>
              </p:cNvPr>
              <p:cNvSpPr/>
              <p:nvPr/>
            </p:nvSpPr>
            <p:spPr>
              <a:xfrm>
                <a:off x="7683677" y="2334852"/>
                <a:ext cx="51053" cy="31051"/>
              </a:xfrm>
              <a:custGeom>
                <a:avLst/>
                <a:gdLst>
                  <a:gd name="connsiteX0" fmla="*/ 51054 w 51053"/>
                  <a:gd name="connsiteY0" fmla="*/ 29147 h 31051"/>
                  <a:gd name="connsiteX1" fmla="*/ 20479 w 51053"/>
                  <a:gd name="connsiteY1" fmla="*/ 0 h 31051"/>
                  <a:gd name="connsiteX2" fmla="*/ 0 w 51053"/>
                  <a:gd name="connsiteY2" fmla="*/ 31052 h 31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1053" h="31051">
                    <a:moveTo>
                      <a:pt x="51054" y="29147"/>
                    </a:moveTo>
                    <a:lnTo>
                      <a:pt x="20479" y="0"/>
                    </a:lnTo>
                    <a:lnTo>
                      <a:pt x="0" y="31052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2" name="Freihandform: Form 211">
                <a:extLst>
                  <a:ext uri="{FF2B5EF4-FFF2-40B4-BE49-F238E27FC236}">
                    <a16:creationId xmlns:a16="http://schemas.microsoft.com/office/drawing/2014/main" id="{A583D84B-98DE-E038-AA1B-0325337563AF}"/>
                  </a:ext>
                </a:extLst>
              </p:cNvPr>
              <p:cNvSpPr/>
              <p:nvPr/>
            </p:nvSpPr>
            <p:spPr>
              <a:xfrm>
                <a:off x="7870653" y="2334852"/>
                <a:ext cx="51054" cy="31051"/>
              </a:xfrm>
              <a:custGeom>
                <a:avLst/>
                <a:gdLst>
                  <a:gd name="connsiteX0" fmla="*/ 0 w 51054"/>
                  <a:gd name="connsiteY0" fmla="*/ 29147 h 31051"/>
                  <a:gd name="connsiteX1" fmla="*/ 30671 w 51054"/>
                  <a:gd name="connsiteY1" fmla="*/ 0 h 31051"/>
                  <a:gd name="connsiteX2" fmla="*/ 51054 w 51054"/>
                  <a:gd name="connsiteY2" fmla="*/ 31052 h 31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1054" h="31051">
                    <a:moveTo>
                      <a:pt x="0" y="29147"/>
                    </a:moveTo>
                    <a:lnTo>
                      <a:pt x="30671" y="0"/>
                    </a:lnTo>
                    <a:lnTo>
                      <a:pt x="51054" y="31052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3" name="Freihandform: Form 212">
                <a:extLst>
                  <a:ext uri="{FF2B5EF4-FFF2-40B4-BE49-F238E27FC236}">
                    <a16:creationId xmlns:a16="http://schemas.microsoft.com/office/drawing/2014/main" id="{4B176F3C-4947-EBA7-A44C-BA63B336D58E}"/>
                  </a:ext>
                </a:extLst>
              </p:cNvPr>
              <p:cNvSpPr/>
              <p:nvPr/>
            </p:nvSpPr>
            <p:spPr>
              <a:xfrm>
                <a:off x="7781689" y="2277321"/>
                <a:ext cx="42100" cy="42100"/>
              </a:xfrm>
              <a:custGeom>
                <a:avLst/>
                <a:gdLst>
                  <a:gd name="connsiteX0" fmla="*/ 42084 w 42100"/>
                  <a:gd name="connsiteY0" fmla="*/ 20894 h 42100"/>
                  <a:gd name="connsiteX1" fmla="*/ 21033 w 42100"/>
                  <a:gd name="connsiteY1" fmla="*/ 41944 h 42100"/>
                  <a:gd name="connsiteX2" fmla="*/ -17 w 42100"/>
                  <a:gd name="connsiteY2" fmla="*/ 20894 h 42100"/>
                  <a:gd name="connsiteX3" fmla="*/ 21033 w 42100"/>
                  <a:gd name="connsiteY3" fmla="*/ -156 h 42100"/>
                  <a:gd name="connsiteX4" fmla="*/ 42084 w 42100"/>
                  <a:gd name="connsiteY4" fmla="*/ 20894 h 42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2100" h="42100">
                    <a:moveTo>
                      <a:pt x="42084" y="20894"/>
                    </a:moveTo>
                    <a:cubicBezTo>
                      <a:pt x="42084" y="32524"/>
                      <a:pt x="32659" y="41944"/>
                      <a:pt x="21033" y="41944"/>
                    </a:cubicBezTo>
                    <a:cubicBezTo>
                      <a:pt x="9408" y="41944"/>
                      <a:pt x="-17" y="32524"/>
                      <a:pt x="-17" y="20894"/>
                    </a:cubicBezTo>
                    <a:cubicBezTo>
                      <a:pt x="-17" y="9264"/>
                      <a:pt x="9408" y="-156"/>
                      <a:pt x="21033" y="-156"/>
                    </a:cubicBezTo>
                    <a:cubicBezTo>
                      <a:pt x="32660" y="-156"/>
                      <a:pt x="42084" y="9264"/>
                      <a:pt x="42084" y="20894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4" name="Freihandform: Form 213">
                <a:extLst>
                  <a:ext uri="{FF2B5EF4-FFF2-40B4-BE49-F238E27FC236}">
                    <a16:creationId xmlns:a16="http://schemas.microsoft.com/office/drawing/2014/main" id="{A5B1D831-CE5C-122A-B241-5B75DEC7C0D0}"/>
                  </a:ext>
                </a:extLst>
              </p:cNvPr>
              <p:cNvSpPr/>
              <p:nvPr/>
            </p:nvSpPr>
            <p:spPr>
              <a:xfrm>
                <a:off x="7572234" y="2305611"/>
                <a:ext cx="42100" cy="42100"/>
              </a:xfrm>
              <a:custGeom>
                <a:avLst/>
                <a:gdLst>
                  <a:gd name="connsiteX0" fmla="*/ 42084 w 42100"/>
                  <a:gd name="connsiteY0" fmla="*/ 20894 h 42100"/>
                  <a:gd name="connsiteX1" fmla="*/ 21033 w 42100"/>
                  <a:gd name="connsiteY1" fmla="*/ 41944 h 42100"/>
                  <a:gd name="connsiteX2" fmla="*/ -17 w 42100"/>
                  <a:gd name="connsiteY2" fmla="*/ 20894 h 42100"/>
                  <a:gd name="connsiteX3" fmla="*/ 21033 w 42100"/>
                  <a:gd name="connsiteY3" fmla="*/ -156 h 42100"/>
                  <a:gd name="connsiteX4" fmla="*/ 42084 w 42100"/>
                  <a:gd name="connsiteY4" fmla="*/ 20894 h 42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2100" h="42100">
                    <a:moveTo>
                      <a:pt x="42084" y="20894"/>
                    </a:moveTo>
                    <a:cubicBezTo>
                      <a:pt x="42084" y="32524"/>
                      <a:pt x="32660" y="41944"/>
                      <a:pt x="21033" y="41944"/>
                    </a:cubicBezTo>
                    <a:cubicBezTo>
                      <a:pt x="9408" y="41944"/>
                      <a:pt x="-17" y="32524"/>
                      <a:pt x="-17" y="20894"/>
                    </a:cubicBezTo>
                    <a:cubicBezTo>
                      <a:pt x="-17" y="9264"/>
                      <a:pt x="9408" y="-156"/>
                      <a:pt x="21033" y="-156"/>
                    </a:cubicBezTo>
                    <a:cubicBezTo>
                      <a:pt x="32660" y="-156"/>
                      <a:pt x="42084" y="9264"/>
                      <a:pt x="42084" y="20894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5" name="Freihandform: Form 214">
                <a:extLst>
                  <a:ext uri="{FF2B5EF4-FFF2-40B4-BE49-F238E27FC236}">
                    <a16:creationId xmlns:a16="http://schemas.microsoft.com/office/drawing/2014/main" id="{C3ECBB52-DC8C-5455-013E-514A76D999BB}"/>
                  </a:ext>
                </a:extLst>
              </p:cNvPr>
              <p:cNvSpPr/>
              <p:nvPr/>
            </p:nvSpPr>
            <p:spPr>
              <a:xfrm>
                <a:off x="7991144" y="2305611"/>
                <a:ext cx="42100" cy="42100"/>
              </a:xfrm>
              <a:custGeom>
                <a:avLst/>
                <a:gdLst>
                  <a:gd name="connsiteX0" fmla="*/ 42084 w 42100"/>
                  <a:gd name="connsiteY0" fmla="*/ 20894 h 42100"/>
                  <a:gd name="connsiteX1" fmla="*/ 21033 w 42100"/>
                  <a:gd name="connsiteY1" fmla="*/ 41944 h 42100"/>
                  <a:gd name="connsiteX2" fmla="*/ -17 w 42100"/>
                  <a:gd name="connsiteY2" fmla="*/ 20894 h 42100"/>
                  <a:gd name="connsiteX3" fmla="*/ 21033 w 42100"/>
                  <a:gd name="connsiteY3" fmla="*/ -156 h 42100"/>
                  <a:gd name="connsiteX4" fmla="*/ 42084 w 42100"/>
                  <a:gd name="connsiteY4" fmla="*/ 20894 h 42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2100" h="42100">
                    <a:moveTo>
                      <a:pt x="42084" y="20894"/>
                    </a:moveTo>
                    <a:cubicBezTo>
                      <a:pt x="42084" y="32524"/>
                      <a:pt x="32659" y="41944"/>
                      <a:pt x="21033" y="41944"/>
                    </a:cubicBezTo>
                    <a:cubicBezTo>
                      <a:pt x="9407" y="41944"/>
                      <a:pt x="-17" y="32524"/>
                      <a:pt x="-17" y="20894"/>
                    </a:cubicBezTo>
                    <a:cubicBezTo>
                      <a:pt x="-17" y="9264"/>
                      <a:pt x="9408" y="-156"/>
                      <a:pt x="21033" y="-156"/>
                    </a:cubicBezTo>
                    <a:cubicBezTo>
                      <a:pt x="32659" y="-156"/>
                      <a:pt x="42084" y="9264"/>
                      <a:pt x="42084" y="20894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21" name="Gruppieren 120">
            <a:extLst>
              <a:ext uri="{FF2B5EF4-FFF2-40B4-BE49-F238E27FC236}">
                <a16:creationId xmlns:a16="http://schemas.microsoft.com/office/drawing/2014/main" id="{350CEEA8-5B87-D188-2299-C384925082EE}"/>
              </a:ext>
            </a:extLst>
          </p:cNvPr>
          <p:cNvGrpSpPr/>
          <p:nvPr/>
        </p:nvGrpSpPr>
        <p:grpSpPr>
          <a:xfrm>
            <a:off x="10934210" y="2345047"/>
            <a:ext cx="313068" cy="313068"/>
            <a:chOff x="10803228" y="1919141"/>
            <a:chExt cx="326174" cy="326174"/>
          </a:xfrm>
        </p:grpSpPr>
        <p:sp>
          <p:nvSpPr>
            <p:cNvPr id="199" name="Ellipse 198">
              <a:extLst>
                <a:ext uri="{FF2B5EF4-FFF2-40B4-BE49-F238E27FC236}">
                  <a16:creationId xmlns:a16="http://schemas.microsoft.com/office/drawing/2014/main" id="{4382F3ED-499D-E22C-2F51-B4B38A660F9F}"/>
                </a:ext>
              </a:extLst>
            </p:cNvPr>
            <p:cNvSpPr/>
            <p:nvPr/>
          </p:nvSpPr>
          <p:spPr>
            <a:xfrm>
              <a:off x="10803228" y="1919141"/>
              <a:ext cx="326174" cy="326174"/>
            </a:xfrm>
            <a:prstGeom prst="ellipse">
              <a:avLst/>
            </a:prstGeom>
            <a:solidFill>
              <a:schemeClr val="accent1">
                <a:alpha val="66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00" name="Gruppieren 199">
              <a:extLst>
                <a:ext uri="{FF2B5EF4-FFF2-40B4-BE49-F238E27FC236}">
                  <a16:creationId xmlns:a16="http://schemas.microsoft.com/office/drawing/2014/main" id="{C2E6533B-9AC1-CCF5-36B4-1A51BFFAE414}"/>
                </a:ext>
              </a:extLst>
            </p:cNvPr>
            <p:cNvGrpSpPr/>
            <p:nvPr/>
          </p:nvGrpSpPr>
          <p:grpSpPr>
            <a:xfrm>
              <a:off x="10845784" y="1997869"/>
              <a:ext cx="240981" cy="168718"/>
              <a:chOff x="5878445" y="3278218"/>
              <a:chExt cx="426914" cy="298894"/>
            </a:xfrm>
          </p:grpSpPr>
          <p:sp>
            <p:nvSpPr>
              <p:cNvPr id="201" name="Freihandform: Form 200">
                <a:extLst>
                  <a:ext uri="{FF2B5EF4-FFF2-40B4-BE49-F238E27FC236}">
                    <a16:creationId xmlns:a16="http://schemas.microsoft.com/office/drawing/2014/main" id="{A15976BD-48B6-D1E0-FBA1-D30734347CAF}"/>
                  </a:ext>
                </a:extLst>
              </p:cNvPr>
              <p:cNvSpPr/>
              <p:nvPr/>
            </p:nvSpPr>
            <p:spPr>
              <a:xfrm>
                <a:off x="6268402" y="3324891"/>
                <a:ext cx="36957" cy="159639"/>
              </a:xfrm>
              <a:custGeom>
                <a:avLst/>
                <a:gdLst>
                  <a:gd name="connsiteX0" fmla="*/ 3253 w 36957"/>
                  <a:gd name="connsiteY0" fmla="*/ 159182 h 159639"/>
                  <a:gd name="connsiteX1" fmla="*/ 5444 w 36957"/>
                  <a:gd name="connsiteY1" fmla="*/ 157277 h 159639"/>
                  <a:gd name="connsiteX2" fmla="*/ 4301 w 36957"/>
                  <a:gd name="connsiteY2" fmla="*/ 3543 h 159639"/>
                  <a:gd name="connsiteX3" fmla="*/ -271 w 36957"/>
                  <a:gd name="connsiteY3" fmla="*/ -458 h 1596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957" h="159639">
                    <a:moveTo>
                      <a:pt x="3253" y="159182"/>
                    </a:moveTo>
                    <a:lnTo>
                      <a:pt x="5444" y="157277"/>
                    </a:lnTo>
                    <a:cubicBezTo>
                      <a:pt x="47544" y="114490"/>
                      <a:pt x="47030" y="45691"/>
                      <a:pt x="4301" y="3543"/>
                    </a:cubicBezTo>
                    <a:lnTo>
                      <a:pt x="-271" y="-458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2" name="Freihandform: Form 201">
                <a:extLst>
                  <a:ext uri="{FF2B5EF4-FFF2-40B4-BE49-F238E27FC236}">
                    <a16:creationId xmlns:a16="http://schemas.microsoft.com/office/drawing/2014/main" id="{9619FCB5-6939-CA08-158B-FB889E49969F}"/>
                  </a:ext>
                </a:extLst>
              </p:cNvPr>
              <p:cNvSpPr/>
              <p:nvPr/>
            </p:nvSpPr>
            <p:spPr>
              <a:xfrm>
                <a:off x="6238112" y="3355656"/>
                <a:ext cx="24002" cy="98583"/>
              </a:xfrm>
              <a:custGeom>
                <a:avLst/>
                <a:gdLst>
                  <a:gd name="connsiteX0" fmla="*/ 2777 w 24002"/>
                  <a:gd name="connsiteY0" fmla="*/ 98126 h 98583"/>
                  <a:gd name="connsiteX1" fmla="*/ 4872 w 24002"/>
                  <a:gd name="connsiteY1" fmla="*/ 96126 h 98583"/>
                  <a:gd name="connsiteX2" fmla="*/ 4253 w 24002"/>
                  <a:gd name="connsiteY2" fmla="*/ 3591 h 98583"/>
                  <a:gd name="connsiteX3" fmla="*/ 4206 w 24002"/>
                  <a:gd name="connsiteY3" fmla="*/ 3543 h 98583"/>
                  <a:gd name="connsiteX4" fmla="*/ -271 w 24002"/>
                  <a:gd name="connsiteY4" fmla="*/ -458 h 98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002" h="98583">
                    <a:moveTo>
                      <a:pt x="2777" y="98126"/>
                    </a:moveTo>
                    <a:lnTo>
                      <a:pt x="4872" y="96126"/>
                    </a:lnTo>
                    <a:cubicBezTo>
                      <a:pt x="30257" y="70399"/>
                      <a:pt x="29981" y="28965"/>
                      <a:pt x="4253" y="3591"/>
                    </a:cubicBezTo>
                    <a:cubicBezTo>
                      <a:pt x="4234" y="3572"/>
                      <a:pt x="4225" y="3562"/>
                      <a:pt x="4206" y="3543"/>
                    </a:cubicBezTo>
                    <a:cubicBezTo>
                      <a:pt x="2787" y="2133"/>
                      <a:pt x="1291" y="800"/>
                      <a:pt x="-271" y="-458"/>
                    </a:cubicBez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3" name="Freihandform: Form 202">
                <a:extLst>
                  <a:ext uri="{FF2B5EF4-FFF2-40B4-BE49-F238E27FC236}">
                    <a16:creationId xmlns:a16="http://schemas.microsoft.com/office/drawing/2014/main" id="{CBE49BAC-2900-E147-3C8E-6BFE5DA8304E}"/>
                  </a:ext>
                </a:extLst>
              </p:cNvPr>
              <p:cNvSpPr/>
              <p:nvPr/>
            </p:nvSpPr>
            <p:spPr>
              <a:xfrm>
                <a:off x="5878445" y="3345176"/>
                <a:ext cx="129067" cy="124211"/>
              </a:xfrm>
              <a:custGeom>
                <a:avLst/>
                <a:gdLst>
                  <a:gd name="connsiteX0" fmla="*/ 66693 w 129067"/>
                  <a:gd name="connsiteY0" fmla="*/ -264 h 124211"/>
                  <a:gd name="connsiteX1" fmla="*/ 66693 w 129067"/>
                  <a:gd name="connsiteY1" fmla="*/ -264 h 124211"/>
                  <a:gd name="connsiteX2" fmla="*/ -77 w 129067"/>
                  <a:gd name="connsiteY2" fmla="*/ 56791 h 124211"/>
                  <a:gd name="connsiteX3" fmla="*/ 56968 w 129067"/>
                  <a:gd name="connsiteY3" fmla="*/ 123561 h 124211"/>
                  <a:gd name="connsiteX4" fmla="*/ 66693 w 129067"/>
                  <a:gd name="connsiteY4" fmla="*/ 123561 h 124211"/>
                  <a:gd name="connsiteX5" fmla="*/ 128796 w 129067"/>
                  <a:gd name="connsiteY5" fmla="*/ 123561 h 124211"/>
                  <a:gd name="connsiteX6" fmla="*/ 128796 w 129067"/>
                  <a:gd name="connsiteY6" fmla="*/ -264 h 124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9067" h="124211">
                    <a:moveTo>
                      <a:pt x="66693" y="-264"/>
                    </a:moveTo>
                    <a:lnTo>
                      <a:pt x="66693" y="-264"/>
                    </a:lnTo>
                    <a:cubicBezTo>
                      <a:pt x="32498" y="-2950"/>
                      <a:pt x="2609" y="22596"/>
                      <a:pt x="-77" y="56791"/>
                    </a:cubicBezTo>
                    <a:cubicBezTo>
                      <a:pt x="-2763" y="90986"/>
                      <a:pt x="22783" y="120875"/>
                      <a:pt x="56968" y="123561"/>
                    </a:cubicBezTo>
                    <a:cubicBezTo>
                      <a:pt x="60207" y="123818"/>
                      <a:pt x="63455" y="123818"/>
                      <a:pt x="66693" y="123561"/>
                    </a:cubicBezTo>
                    <a:lnTo>
                      <a:pt x="128796" y="123561"/>
                    </a:lnTo>
                    <a:lnTo>
                      <a:pt x="128796" y="-264"/>
                    </a:lnTo>
                    <a:close/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4" name="Freihandform: Form 203">
                <a:extLst>
                  <a:ext uri="{FF2B5EF4-FFF2-40B4-BE49-F238E27FC236}">
                    <a16:creationId xmlns:a16="http://schemas.microsoft.com/office/drawing/2014/main" id="{94998CF7-1F8F-883D-8E99-2D425C43E76D}"/>
                  </a:ext>
                </a:extLst>
              </p:cNvPr>
              <p:cNvSpPr/>
              <p:nvPr/>
            </p:nvSpPr>
            <p:spPr>
              <a:xfrm>
                <a:off x="6028753" y="3278218"/>
                <a:ext cx="165068" cy="259080"/>
              </a:xfrm>
              <a:custGeom>
                <a:avLst/>
                <a:gdLst>
                  <a:gd name="connsiteX0" fmla="*/ -271 w 165068"/>
                  <a:gd name="connsiteY0" fmla="*/ 190900 h 259080"/>
                  <a:gd name="connsiteX1" fmla="*/ 164797 w 165068"/>
                  <a:gd name="connsiteY1" fmla="*/ 258623 h 259080"/>
                  <a:gd name="connsiteX2" fmla="*/ 164797 w 165068"/>
                  <a:gd name="connsiteY2" fmla="*/ -458 h 259080"/>
                  <a:gd name="connsiteX3" fmla="*/ -271 w 165068"/>
                  <a:gd name="connsiteY3" fmla="*/ 66694 h 259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5068" h="259080">
                    <a:moveTo>
                      <a:pt x="-271" y="190900"/>
                    </a:moveTo>
                    <a:cubicBezTo>
                      <a:pt x="76500" y="190900"/>
                      <a:pt x="164797" y="258623"/>
                      <a:pt x="164797" y="258623"/>
                    </a:cubicBezTo>
                    <a:lnTo>
                      <a:pt x="164797" y="-458"/>
                    </a:lnTo>
                    <a:cubicBezTo>
                      <a:pt x="164797" y="-458"/>
                      <a:pt x="76976" y="66694"/>
                      <a:pt x="-271" y="66694"/>
                    </a:cubicBez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5" name="Freihandform: Form 204">
                <a:extLst>
                  <a:ext uri="{FF2B5EF4-FFF2-40B4-BE49-F238E27FC236}">
                    <a16:creationId xmlns:a16="http://schemas.microsoft.com/office/drawing/2014/main" id="{EF75352D-B91C-35B7-B411-48C80B353E0E}"/>
                  </a:ext>
                </a:extLst>
              </p:cNvPr>
              <p:cNvSpPr/>
              <p:nvPr/>
            </p:nvSpPr>
            <p:spPr>
              <a:xfrm>
                <a:off x="5922930" y="3465289"/>
                <a:ext cx="112871" cy="111823"/>
              </a:xfrm>
              <a:custGeom>
                <a:avLst/>
                <a:gdLst>
                  <a:gd name="connsiteX0" fmla="*/ 84487 w 112871"/>
                  <a:gd name="connsiteY0" fmla="*/ 4286 h 111823"/>
                  <a:gd name="connsiteX1" fmla="*/ 112871 w 112871"/>
                  <a:gd name="connsiteY1" fmla="*/ 111824 h 111823"/>
                  <a:gd name="connsiteX2" fmla="*/ 48673 w 112871"/>
                  <a:gd name="connsiteY2" fmla="*/ 111824 h 111823"/>
                  <a:gd name="connsiteX3" fmla="*/ 0 w 112871"/>
                  <a:gd name="connsiteY3" fmla="*/ 0 h 1118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2871" h="111823">
                    <a:moveTo>
                      <a:pt x="84487" y="4286"/>
                    </a:moveTo>
                    <a:lnTo>
                      <a:pt x="112871" y="111824"/>
                    </a:lnTo>
                    <a:lnTo>
                      <a:pt x="48673" y="111824"/>
                    </a:lnTo>
                    <a:lnTo>
                      <a:pt x="0" y="0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22" name="Gruppieren 121">
            <a:extLst>
              <a:ext uri="{FF2B5EF4-FFF2-40B4-BE49-F238E27FC236}">
                <a16:creationId xmlns:a16="http://schemas.microsoft.com/office/drawing/2014/main" id="{CB995626-BA48-66C3-66AB-DF57980100EF}"/>
              </a:ext>
            </a:extLst>
          </p:cNvPr>
          <p:cNvGrpSpPr/>
          <p:nvPr/>
        </p:nvGrpSpPr>
        <p:grpSpPr>
          <a:xfrm>
            <a:off x="9962428" y="1743222"/>
            <a:ext cx="149469" cy="252505"/>
            <a:chOff x="8445349" y="1535239"/>
            <a:chExt cx="274415" cy="463582"/>
          </a:xfrm>
        </p:grpSpPr>
        <p:sp>
          <p:nvSpPr>
            <p:cNvPr id="194" name="Freihandform: Form 193">
              <a:extLst>
                <a:ext uri="{FF2B5EF4-FFF2-40B4-BE49-F238E27FC236}">
                  <a16:creationId xmlns:a16="http://schemas.microsoft.com/office/drawing/2014/main" id="{379B06DC-7143-ED74-F26B-373085C8373C}"/>
                </a:ext>
              </a:extLst>
            </p:cNvPr>
            <p:cNvSpPr/>
            <p:nvPr/>
          </p:nvSpPr>
          <p:spPr>
            <a:xfrm>
              <a:off x="8445349" y="1535239"/>
              <a:ext cx="274415" cy="260984"/>
            </a:xfrm>
            <a:custGeom>
              <a:avLst/>
              <a:gdLst>
                <a:gd name="connsiteX0" fmla="*/ 137160 w 274415"/>
                <a:gd name="connsiteY0" fmla="*/ 0 h 260984"/>
                <a:gd name="connsiteX1" fmla="*/ 169545 w 274415"/>
                <a:gd name="connsiteY1" fmla="*/ 99632 h 260984"/>
                <a:gd name="connsiteX2" fmla="*/ 274415 w 274415"/>
                <a:gd name="connsiteY2" fmla="*/ 99632 h 260984"/>
                <a:gd name="connsiteX3" fmla="*/ 189643 w 274415"/>
                <a:gd name="connsiteY3" fmla="*/ 161258 h 260984"/>
                <a:gd name="connsiteX4" fmla="*/ 222028 w 274415"/>
                <a:gd name="connsiteY4" fmla="*/ 260985 h 260984"/>
                <a:gd name="connsiteX5" fmla="*/ 137160 w 274415"/>
                <a:gd name="connsiteY5" fmla="*/ 199358 h 260984"/>
                <a:gd name="connsiteX6" fmla="*/ 52388 w 274415"/>
                <a:gd name="connsiteY6" fmla="*/ 260985 h 260984"/>
                <a:gd name="connsiteX7" fmla="*/ 84773 w 274415"/>
                <a:gd name="connsiteY7" fmla="*/ 161258 h 260984"/>
                <a:gd name="connsiteX8" fmla="*/ 0 w 274415"/>
                <a:gd name="connsiteY8" fmla="*/ 99632 h 260984"/>
                <a:gd name="connsiteX9" fmla="*/ 104775 w 274415"/>
                <a:gd name="connsiteY9" fmla="*/ 99632 h 260984"/>
                <a:gd name="connsiteX10" fmla="*/ 137160 w 274415"/>
                <a:gd name="connsiteY10" fmla="*/ 0 h 260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74415" h="260984">
                  <a:moveTo>
                    <a:pt x="137160" y="0"/>
                  </a:moveTo>
                  <a:lnTo>
                    <a:pt x="169545" y="99632"/>
                  </a:lnTo>
                  <a:lnTo>
                    <a:pt x="274415" y="99632"/>
                  </a:lnTo>
                  <a:lnTo>
                    <a:pt x="189643" y="161258"/>
                  </a:lnTo>
                  <a:lnTo>
                    <a:pt x="222028" y="260985"/>
                  </a:lnTo>
                  <a:lnTo>
                    <a:pt x="137160" y="199358"/>
                  </a:lnTo>
                  <a:lnTo>
                    <a:pt x="52388" y="260985"/>
                  </a:lnTo>
                  <a:lnTo>
                    <a:pt x="84773" y="161258"/>
                  </a:lnTo>
                  <a:lnTo>
                    <a:pt x="0" y="99632"/>
                  </a:lnTo>
                  <a:lnTo>
                    <a:pt x="104775" y="99632"/>
                  </a:lnTo>
                  <a:lnTo>
                    <a:pt x="137160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prstDash val="solid"/>
              <a:round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5" name="Freihandform: Form 194">
              <a:extLst>
                <a:ext uri="{FF2B5EF4-FFF2-40B4-BE49-F238E27FC236}">
                  <a16:creationId xmlns:a16="http://schemas.microsoft.com/office/drawing/2014/main" id="{3A6A1D6C-C129-8E77-7D20-035572C93756}"/>
                </a:ext>
              </a:extLst>
            </p:cNvPr>
            <p:cNvSpPr/>
            <p:nvPr/>
          </p:nvSpPr>
          <p:spPr>
            <a:xfrm>
              <a:off x="8582509" y="1772793"/>
              <a:ext cx="9525" cy="83248"/>
            </a:xfrm>
            <a:custGeom>
              <a:avLst/>
              <a:gdLst>
                <a:gd name="connsiteX0" fmla="*/ 0 w 9525"/>
                <a:gd name="connsiteY0" fmla="*/ 83248 h 83248"/>
                <a:gd name="connsiteX1" fmla="*/ 0 w 9525"/>
                <a:gd name="connsiteY1" fmla="*/ 0 h 8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83248">
                  <a:moveTo>
                    <a:pt x="0" y="83248"/>
                  </a:move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prstDash val="solid"/>
              <a:round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6" name="Freihandform: Form 195">
              <a:extLst>
                <a:ext uri="{FF2B5EF4-FFF2-40B4-BE49-F238E27FC236}">
                  <a16:creationId xmlns:a16="http://schemas.microsoft.com/office/drawing/2014/main" id="{C1BE50B8-DCFE-6416-1C2C-E8E6F51AA340}"/>
                </a:ext>
              </a:extLst>
            </p:cNvPr>
            <p:cNvSpPr/>
            <p:nvPr/>
          </p:nvSpPr>
          <p:spPr>
            <a:xfrm>
              <a:off x="8464018" y="1989296"/>
              <a:ext cx="236982" cy="9525"/>
            </a:xfrm>
            <a:custGeom>
              <a:avLst/>
              <a:gdLst>
                <a:gd name="connsiteX0" fmla="*/ 0 w 236982"/>
                <a:gd name="connsiteY0" fmla="*/ 0 h 9525"/>
                <a:gd name="connsiteX1" fmla="*/ 236982 w 23698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6982" h="9525">
                  <a:moveTo>
                    <a:pt x="0" y="0"/>
                  </a:moveTo>
                  <a:lnTo>
                    <a:pt x="236982" y="0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prstDash val="solid"/>
              <a:round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7" name="Freihandform: Form 196">
              <a:extLst>
                <a:ext uri="{FF2B5EF4-FFF2-40B4-BE49-F238E27FC236}">
                  <a16:creationId xmlns:a16="http://schemas.microsoft.com/office/drawing/2014/main" id="{D5FAA405-8AD2-FB09-BD6A-A141512139C8}"/>
                </a:ext>
              </a:extLst>
            </p:cNvPr>
            <p:cNvSpPr/>
            <p:nvPr/>
          </p:nvSpPr>
          <p:spPr>
            <a:xfrm>
              <a:off x="8542981" y="1901571"/>
              <a:ext cx="79152" cy="41624"/>
            </a:xfrm>
            <a:custGeom>
              <a:avLst/>
              <a:gdLst>
                <a:gd name="connsiteX0" fmla="*/ 0 w 79152"/>
                <a:gd name="connsiteY0" fmla="*/ 0 h 41624"/>
                <a:gd name="connsiteX1" fmla="*/ 79153 w 79152"/>
                <a:gd name="connsiteY1" fmla="*/ 0 h 41624"/>
                <a:gd name="connsiteX2" fmla="*/ 79153 w 79152"/>
                <a:gd name="connsiteY2" fmla="*/ 41624 h 41624"/>
                <a:gd name="connsiteX3" fmla="*/ 0 w 79152"/>
                <a:gd name="connsiteY3" fmla="*/ 41624 h 41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152" h="41624">
                  <a:moveTo>
                    <a:pt x="0" y="0"/>
                  </a:moveTo>
                  <a:lnTo>
                    <a:pt x="79153" y="0"/>
                  </a:lnTo>
                  <a:lnTo>
                    <a:pt x="79153" y="41624"/>
                  </a:lnTo>
                  <a:lnTo>
                    <a:pt x="0" y="41624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prstDash val="solid"/>
              <a:round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8" name="Freihandform: Form 197">
              <a:extLst>
                <a:ext uri="{FF2B5EF4-FFF2-40B4-BE49-F238E27FC236}">
                  <a16:creationId xmlns:a16="http://schemas.microsoft.com/office/drawing/2014/main" id="{CC0F45AA-E6BB-E22E-C6BA-1B6F173EAD46}"/>
                </a:ext>
              </a:extLst>
            </p:cNvPr>
            <p:cNvSpPr/>
            <p:nvPr/>
          </p:nvSpPr>
          <p:spPr>
            <a:xfrm>
              <a:off x="8496879" y="1855946"/>
              <a:ext cx="171259" cy="133350"/>
            </a:xfrm>
            <a:custGeom>
              <a:avLst/>
              <a:gdLst>
                <a:gd name="connsiteX0" fmla="*/ 171260 w 171259"/>
                <a:gd name="connsiteY0" fmla="*/ 133350 h 133350"/>
                <a:gd name="connsiteX1" fmla="*/ 171260 w 171259"/>
                <a:gd name="connsiteY1" fmla="*/ 0 h 133350"/>
                <a:gd name="connsiteX2" fmla="*/ 0 w 171259"/>
                <a:gd name="connsiteY2" fmla="*/ 0 h 133350"/>
                <a:gd name="connsiteX3" fmla="*/ 0 w 171259"/>
                <a:gd name="connsiteY3" fmla="*/ 107632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259" h="133350">
                  <a:moveTo>
                    <a:pt x="171260" y="133350"/>
                  </a:moveTo>
                  <a:lnTo>
                    <a:pt x="171260" y="0"/>
                  </a:lnTo>
                  <a:lnTo>
                    <a:pt x="0" y="0"/>
                  </a:lnTo>
                  <a:lnTo>
                    <a:pt x="0" y="107632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prstDash val="solid"/>
              <a:round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3" name="Gruppieren 122">
            <a:extLst>
              <a:ext uri="{FF2B5EF4-FFF2-40B4-BE49-F238E27FC236}">
                <a16:creationId xmlns:a16="http://schemas.microsoft.com/office/drawing/2014/main" id="{60223AD1-FD78-EE5E-8B53-EFABD3A2813E}"/>
              </a:ext>
            </a:extLst>
          </p:cNvPr>
          <p:cNvGrpSpPr/>
          <p:nvPr/>
        </p:nvGrpSpPr>
        <p:grpSpPr>
          <a:xfrm>
            <a:off x="3524919" y="3847477"/>
            <a:ext cx="313068" cy="313068"/>
            <a:chOff x="3083759" y="3484468"/>
            <a:chExt cx="326174" cy="326174"/>
          </a:xfrm>
        </p:grpSpPr>
        <p:sp>
          <p:nvSpPr>
            <p:cNvPr id="185" name="Ellipse 184">
              <a:extLst>
                <a:ext uri="{FF2B5EF4-FFF2-40B4-BE49-F238E27FC236}">
                  <a16:creationId xmlns:a16="http://schemas.microsoft.com/office/drawing/2014/main" id="{232C3119-FF56-B447-059D-0CF290669470}"/>
                </a:ext>
              </a:extLst>
            </p:cNvPr>
            <p:cNvSpPr/>
            <p:nvPr/>
          </p:nvSpPr>
          <p:spPr>
            <a:xfrm>
              <a:off x="3083759" y="3484468"/>
              <a:ext cx="326174" cy="326174"/>
            </a:xfrm>
            <a:prstGeom prst="ellipse">
              <a:avLst/>
            </a:prstGeom>
            <a:solidFill>
              <a:schemeClr val="accent1">
                <a:lumMod val="90000"/>
                <a:alpha val="66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86" name="Gruppieren 185">
              <a:extLst>
                <a:ext uri="{FF2B5EF4-FFF2-40B4-BE49-F238E27FC236}">
                  <a16:creationId xmlns:a16="http://schemas.microsoft.com/office/drawing/2014/main" id="{6D9DB4AD-2E6E-07C5-699F-F45177144A73}"/>
                </a:ext>
              </a:extLst>
            </p:cNvPr>
            <p:cNvGrpSpPr/>
            <p:nvPr/>
          </p:nvGrpSpPr>
          <p:grpSpPr>
            <a:xfrm flipH="1">
              <a:off x="3133960" y="3538536"/>
              <a:ext cx="211459" cy="218034"/>
              <a:chOff x="5875972" y="3202018"/>
              <a:chExt cx="444055" cy="457867"/>
            </a:xfrm>
          </p:grpSpPr>
          <p:grpSp>
            <p:nvGrpSpPr>
              <p:cNvPr id="187" name="Grafik 144">
                <a:extLst>
                  <a:ext uri="{FF2B5EF4-FFF2-40B4-BE49-F238E27FC236}">
                    <a16:creationId xmlns:a16="http://schemas.microsoft.com/office/drawing/2014/main" id="{5432C291-41E2-5053-070B-2D414CC2EC56}"/>
                  </a:ext>
                </a:extLst>
              </p:cNvPr>
              <p:cNvGrpSpPr/>
              <p:nvPr/>
            </p:nvGrpSpPr>
            <p:grpSpPr>
              <a:xfrm>
                <a:off x="5875972" y="3261740"/>
                <a:ext cx="444055" cy="398145"/>
                <a:chOff x="5875972" y="3261740"/>
                <a:chExt cx="444055" cy="398145"/>
              </a:xfrm>
              <a:noFill/>
            </p:grpSpPr>
            <p:sp>
              <p:nvSpPr>
                <p:cNvPr id="189" name="Freihandform: Form 188">
                  <a:extLst>
                    <a:ext uri="{FF2B5EF4-FFF2-40B4-BE49-F238E27FC236}">
                      <a16:creationId xmlns:a16="http://schemas.microsoft.com/office/drawing/2014/main" id="{DF669E45-2BEE-F3E0-7088-7E59645214D6}"/>
                    </a:ext>
                  </a:extLst>
                </p:cNvPr>
                <p:cNvSpPr/>
                <p:nvPr/>
              </p:nvSpPr>
              <p:spPr>
                <a:xfrm>
                  <a:off x="6108287" y="3580828"/>
                  <a:ext cx="79057" cy="79057"/>
                </a:xfrm>
                <a:custGeom>
                  <a:avLst/>
                  <a:gdLst>
                    <a:gd name="connsiteX0" fmla="*/ 79058 w 79057"/>
                    <a:gd name="connsiteY0" fmla="*/ 39529 h 79057"/>
                    <a:gd name="connsiteX1" fmla="*/ 39529 w 79057"/>
                    <a:gd name="connsiteY1" fmla="*/ 79058 h 79057"/>
                    <a:gd name="connsiteX2" fmla="*/ 0 w 79057"/>
                    <a:gd name="connsiteY2" fmla="*/ 39529 h 79057"/>
                    <a:gd name="connsiteX3" fmla="*/ 39529 w 79057"/>
                    <a:gd name="connsiteY3" fmla="*/ 0 h 79057"/>
                    <a:gd name="connsiteX4" fmla="*/ 79058 w 79057"/>
                    <a:gd name="connsiteY4" fmla="*/ 39529 h 790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9057" h="79057">
                      <a:moveTo>
                        <a:pt x="79058" y="39529"/>
                      </a:moveTo>
                      <a:cubicBezTo>
                        <a:pt x="79058" y="61360"/>
                        <a:pt x="61360" y="79058"/>
                        <a:pt x="39529" y="79058"/>
                      </a:cubicBezTo>
                      <a:cubicBezTo>
                        <a:pt x="17698" y="79058"/>
                        <a:pt x="0" y="61360"/>
                        <a:pt x="0" y="39529"/>
                      </a:cubicBezTo>
                      <a:cubicBezTo>
                        <a:pt x="0" y="17698"/>
                        <a:pt x="17698" y="0"/>
                        <a:pt x="39529" y="0"/>
                      </a:cubicBezTo>
                      <a:cubicBezTo>
                        <a:pt x="61360" y="0"/>
                        <a:pt x="79058" y="17698"/>
                        <a:pt x="79058" y="39529"/>
                      </a:cubicBez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de-DE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de-DE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0" name="Freihandform: Form 189">
                  <a:extLst>
                    <a:ext uri="{FF2B5EF4-FFF2-40B4-BE49-F238E27FC236}">
                      <a16:creationId xmlns:a16="http://schemas.microsoft.com/office/drawing/2014/main" id="{B5D07A7C-235A-5215-1D65-BF429BE4A01A}"/>
                    </a:ext>
                  </a:extLst>
                </p:cNvPr>
                <p:cNvSpPr/>
                <p:nvPr/>
              </p:nvSpPr>
              <p:spPr>
                <a:xfrm>
                  <a:off x="5924169" y="3580828"/>
                  <a:ext cx="79057" cy="79057"/>
                </a:xfrm>
                <a:custGeom>
                  <a:avLst/>
                  <a:gdLst>
                    <a:gd name="connsiteX0" fmla="*/ 79058 w 79057"/>
                    <a:gd name="connsiteY0" fmla="*/ 39529 h 79057"/>
                    <a:gd name="connsiteX1" fmla="*/ 39529 w 79057"/>
                    <a:gd name="connsiteY1" fmla="*/ 79058 h 79057"/>
                    <a:gd name="connsiteX2" fmla="*/ 0 w 79057"/>
                    <a:gd name="connsiteY2" fmla="*/ 39529 h 79057"/>
                    <a:gd name="connsiteX3" fmla="*/ 39529 w 79057"/>
                    <a:gd name="connsiteY3" fmla="*/ 0 h 79057"/>
                    <a:gd name="connsiteX4" fmla="*/ 79058 w 79057"/>
                    <a:gd name="connsiteY4" fmla="*/ 39529 h 790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9057" h="79057">
                      <a:moveTo>
                        <a:pt x="79058" y="39529"/>
                      </a:moveTo>
                      <a:cubicBezTo>
                        <a:pt x="79058" y="61360"/>
                        <a:pt x="61360" y="79058"/>
                        <a:pt x="39529" y="79058"/>
                      </a:cubicBezTo>
                      <a:cubicBezTo>
                        <a:pt x="17698" y="79058"/>
                        <a:pt x="0" y="61360"/>
                        <a:pt x="0" y="39529"/>
                      </a:cubicBezTo>
                      <a:cubicBezTo>
                        <a:pt x="0" y="17698"/>
                        <a:pt x="17698" y="0"/>
                        <a:pt x="39529" y="0"/>
                      </a:cubicBezTo>
                      <a:cubicBezTo>
                        <a:pt x="61360" y="0"/>
                        <a:pt x="79058" y="17698"/>
                        <a:pt x="79058" y="39529"/>
                      </a:cubicBez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de-DE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de-DE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1" name="Freihandform: Form 190">
                  <a:extLst>
                    <a:ext uri="{FF2B5EF4-FFF2-40B4-BE49-F238E27FC236}">
                      <a16:creationId xmlns:a16="http://schemas.microsoft.com/office/drawing/2014/main" id="{26EE8BFD-52C9-A29D-7401-A6A2685DCFC6}"/>
                    </a:ext>
                  </a:extLst>
                </p:cNvPr>
                <p:cNvSpPr/>
                <p:nvPr/>
              </p:nvSpPr>
              <p:spPr>
                <a:xfrm>
                  <a:off x="6200203" y="3261740"/>
                  <a:ext cx="119824" cy="201549"/>
                </a:xfrm>
                <a:custGeom>
                  <a:avLst/>
                  <a:gdLst>
                    <a:gd name="connsiteX0" fmla="*/ 119453 w 119824"/>
                    <a:gd name="connsiteY0" fmla="*/ -373 h 201549"/>
                    <a:gd name="connsiteX1" fmla="*/ 58779 w 119824"/>
                    <a:gd name="connsiteY1" fmla="*/ -373 h 201549"/>
                    <a:gd name="connsiteX2" fmla="*/ -371 w 119824"/>
                    <a:gd name="connsiteY2" fmla="*/ 201176 h 2015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19824" h="201549">
                      <a:moveTo>
                        <a:pt x="119453" y="-373"/>
                      </a:moveTo>
                      <a:lnTo>
                        <a:pt x="58779" y="-373"/>
                      </a:lnTo>
                      <a:cubicBezTo>
                        <a:pt x="58779" y="-373"/>
                        <a:pt x="21536" y="128214"/>
                        <a:pt x="-371" y="201176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de-DE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de-DE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2" name="Freihandform: Form 191">
                  <a:extLst>
                    <a:ext uri="{FF2B5EF4-FFF2-40B4-BE49-F238E27FC236}">
                      <a16:creationId xmlns:a16="http://schemas.microsoft.com/office/drawing/2014/main" id="{FF7CA074-E84C-898F-6AD3-AA91AEE93F15}"/>
                    </a:ext>
                  </a:extLst>
                </p:cNvPr>
                <p:cNvSpPr/>
                <p:nvPr/>
              </p:nvSpPr>
              <p:spPr>
                <a:xfrm>
                  <a:off x="5875972" y="3324510"/>
                  <a:ext cx="327088" cy="228409"/>
                </a:xfrm>
                <a:custGeom>
                  <a:avLst/>
                  <a:gdLst>
                    <a:gd name="connsiteX0" fmla="*/ 81353 w 327088"/>
                    <a:gd name="connsiteY0" fmla="*/ -373 h 228409"/>
                    <a:gd name="connsiteX1" fmla="*/ -371 w 327088"/>
                    <a:gd name="connsiteY1" fmla="*/ -373 h 228409"/>
                    <a:gd name="connsiteX2" fmla="*/ 49159 w 327088"/>
                    <a:gd name="connsiteY2" fmla="*/ 140882 h 228409"/>
                    <a:gd name="connsiteX3" fmla="*/ 307667 w 327088"/>
                    <a:gd name="connsiteY3" fmla="*/ 183173 h 228409"/>
                    <a:gd name="connsiteX4" fmla="*/ 326717 w 327088"/>
                    <a:gd name="connsiteY4" fmla="*/ 203747 h 228409"/>
                    <a:gd name="connsiteX5" fmla="*/ 297476 w 327088"/>
                    <a:gd name="connsiteY5" fmla="*/ 228036 h 228409"/>
                    <a:gd name="connsiteX6" fmla="*/ 51921 w 327088"/>
                    <a:gd name="connsiteY6" fmla="*/ 228036 h 2284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27088" h="228409">
                      <a:moveTo>
                        <a:pt x="81353" y="-373"/>
                      </a:moveTo>
                      <a:lnTo>
                        <a:pt x="-371" y="-373"/>
                      </a:lnTo>
                      <a:lnTo>
                        <a:pt x="49159" y="140882"/>
                      </a:lnTo>
                      <a:cubicBezTo>
                        <a:pt x="49159" y="140882"/>
                        <a:pt x="297952" y="180887"/>
                        <a:pt x="307667" y="183173"/>
                      </a:cubicBezTo>
                      <a:cubicBezTo>
                        <a:pt x="317764" y="185250"/>
                        <a:pt x="325422" y="193517"/>
                        <a:pt x="326717" y="203747"/>
                      </a:cubicBezTo>
                      <a:cubicBezTo>
                        <a:pt x="326717" y="212796"/>
                        <a:pt x="325765" y="228036"/>
                        <a:pt x="297476" y="228036"/>
                      </a:cubicBezTo>
                      <a:lnTo>
                        <a:pt x="51921" y="228036"/>
                      </a:ln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de-DE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de-DE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3" name="Freihandform: Form 192">
                  <a:extLst>
                    <a:ext uri="{FF2B5EF4-FFF2-40B4-BE49-F238E27FC236}">
                      <a16:creationId xmlns:a16="http://schemas.microsoft.com/office/drawing/2014/main" id="{47055DFB-1F68-F45B-2443-1D0C13C95D1A}"/>
                    </a:ext>
                  </a:extLst>
                </p:cNvPr>
                <p:cNvSpPr/>
                <p:nvPr/>
              </p:nvSpPr>
              <p:spPr>
                <a:xfrm>
                  <a:off x="6189916" y="3324700"/>
                  <a:ext cx="51244" cy="9525"/>
                </a:xfrm>
                <a:custGeom>
                  <a:avLst/>
                  <a:gdLst>
                    <a:gd name="connsiteX0" fmla="*/ 51245 w 51244"/>
                    <a:gd name="connsiteY0" fmla="*/ 0 h 9525"/>
                    <a:gd name="connsiteX1" fmla="*/ 0 w 51244"/>
                    <a:gd name="connsiteY1" fmla="*/ 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51244" h="9525">
                      <a:moveTo>
                        <a:pt x="51245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de-DE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de-DE" sz="14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88" name="Freihandform: Form 187">
                <a:extLst>
                  <a:ext uri="{FF2B5EF4-FFF2-40B4-BE49-F238E27FC236}">
                    <a16:creationId xmlns:a16="http://schemas.microsoft.com/office/drawing/2014/main" id="{9819DDB5-154B-49EB-3DC4-902F0692DC23}"/>
                  </a:ext>
                </a:extLst>
              </p:cNvPr>
              <p:cNvSpPr/>
              <p:nvPr/>
            </p:nvSpPr>
            <p:spPr>
              <a:xfrm>
                <a:off x="5982652" y="3202018"/>
                <a:ext cx="178689" cy="178689"/>
              </a:xfrm>
              <a:custGeom>
                <a:avLst/>
                <a:gdLst>
                  <a:gd name="connsiteX0" fmla="*/ 97345 w 178689"/>
                  <a:gd name="connsiteY0" fmla="*/ 91631 h 178689"/>
                  <a:gd name="connsiteX1" fmla="*/ 178689 w 178689"/>
                  <a:gd name="connsiteY1" fmla="*/ 132017 h 178689"/>
                  <a:gd name="connsiteX2" fmla="*/ 0 w 178689"/>
                  <a:gd name="connsiteY2" fmla="*/ 178689 h 178689"/>
                  <a:gd name="connsiteX3" fmla="*/ 46672 w 178689"/>
                  <a:gd name="connsiteY3" fmla="*/ 0 h 178689"/>
                  <a:gd name="connsiteX4" fmla="*/ 82963 w 178689"/>
                  <a:gd name="connsiteY4" fmla="*/ 75914 h 178689"/>
                  <a:gd name="connsiteX5" fmla="*/ 87820 w 178689"/>
                  <a:gd name="connsiteY5" fmla="*/ 86011 h 178689"/>
                  <a:gd name="connsiteX6" fmla="*/ 97345 w 178689"/>
                  <a:gd name="connsiteY6" fmla="*/ 91631 h 1786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8689" h="178689">
                    <a:moveTo>
                      <a:pt x="97345" y="91631"/>
                    </a:moveTo>
                    <a:lnTo>
                      <a:pt x="178689" y="132017"/>
                    </a:lnTo>
                    <a:lnTo>
                      <a:pt x="0" y="178689"/>
                    </a:lnTo>
                    <a:lnTo>
                      <a:pt x="46672" y="0"/>
                    </a:lnTo>
                    <a:lnTo>
                      <a:pt x="82963" y="75914"/>
                    </a:lnTo>
                    <a:lnTo>
                      <a:pt x="87820" y="86011"/>
                    </a:lnTo>
                    <a:lnTo>
                      <a:pt x="97345" y="91631"/>
                    </a:lnTo>
                    <a:close/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24" name="Gruppieren 123">
            <a:extLst>
              <a:ext uri="{FF2B5EF4-FFF2-40B4-BE49-F238E27FC236}">
                <a16:creationId xmlns:a16="http://schemas.microsoft.com/office/drawing/2014/main" id="{1F1D3B99-FA64-908E-64B2-F0AD59610DF7}"/>
              </a:ext>
            </a:extLst>
          </p:cNvPr>
          <p:cNvGrpSpPr/>
          <p:nvPr/>
        </p:nvGrpSpPr>
        <p:grpSpPr>
          <a:xfrm>
            <a:off x="7113566" y="3847477"/>
            <a:ext cx="313068" cy="313068"/>
            <a:chOff x="6822639" y="3484468"/>
            <a:chExt cx="326174" cy="326174"/>
          </a:xfrm>
        </p:grpSpPr>
        <p:sp>
          <p:nvSpPr>
            <p:cNvPr id="179" name="Ellipse 178">
              <a:extLst>
                <a:ext uri="{FF2B5EF4-FFF2-40B4-BE49-F238E27FC236}">
                  <a16:creationId xmlns:a16="http://schemas.microsoft.com/office/drawing/2014/main" id="{48B531BF-E597-365D-75CB-C52551058B43}"/>
                </a:ext>
              </a:extLst>
            </p:cNvPr>
            <p:cNvSpPr/>
            <p:nvPr/>
          </p:nvSpPr>
          <p:spPr>
            <a:xfrm>
              <a:off x="6822639" y="3484468"/>
              <a:ext cx="326174" cy="326174"/>
            </a:xfrm>
            <a:prstGeom prst="ellipse">
              <a:avLst/>
            </a:prstGeom>
            <a:solidFill>
              <a:schemeClr val="accent1">
                <a:lumMod val="90000"/>
                <a:alpha val="66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80" name="Gruppieren 179">
              <a:extLst>
                <a:ext uri="{FF2B5EF4-FFF2-40B4-BE49-F238E27FC236}">
                  <a16:creationId xmlns:a16="http://schemas.microsoft.com/office/drawing/2014/main" id="{E33A4ECC-6DB7-83B2-B336-DD59E71F2F97}"/>
                </a:ext>
              </a:extLst>
            </p:cNvPr>
            <p:cNvGrpSpPr/>
            <p:nvPr/>
          </p:nvGrpSpPr>
          <p:grpSpPr>
            <a:xfrm>
              <a:off x="6892117" y="3557422"/>
              <a:ext cx="187191" cy="194198"/>
              <a:chOff x="5893022" y="3216306"/>
              <a:chExt cx="408432" cy="423767"/>
            </a:xfrm>
          </p:grpSpPr>
          <p:sp>
            <p:nvSpPr>
              <p:cNvPr id="181" name="Freihandform: Form 180">
                <a:extLst>
                  <a:ext uri="{FF2B5EF4-FFF2-40B4-BE49-F238E27FC236}">
                    <a16:creationId xmlns:a16="http://schemas.microsoft.com/office/drawing/2014/main" id="{F226BBE0-124A-7D2D-4842-C48D051F3ABC}"/>
                  </a:ext>
                </a:extLst>
              </p:cNvPr>
              <p:cNvSpPr/>
              <p:nvPr/>
            </p:nvSpPr>
            <p:spPr>
              <a:xfrm>
                <a:off x="5968841" y="3306508"/>
                <a:ext cx="256508" cy="9525"/>
              </a:xfrm>
              <a:custGeom>
                <a:avLst/>
                <a:gdLst>
                  <a:gd name="connsiteX0" fmla="*/ 0 w 256508"/>
                  <a:gd name="connsiteY0" fmla="*/ 0 h 9525"/>
                  <a:gd name="connsiteX1" fmla="*/ 256508 w 256508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56508" h="9525">
                    <a:moveTo>
                      <a:pt x="0" y="0"/>
                    </a:moveTo>
                    <a:lnTo>
                      <a:pt x="256508" y="0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2" name="Freihandform: Form 181">
                <a:extLst>
                  <a:ext uri="{FF2B5EF4-FFF2-40B4-BE49-F238E27FC236}">
                    <a16:creationId xmlns:a16="http://schemas.microsoft.com/office/drawing/2014/main" id="{E0709E79-9BDE-1D07-A144-8579C23B4859}"/>
                  </a:ext>
                </a:extLst>
              </p:cNvPr>
              <p:cNvSpPr/>
              <p:nvPr/>
            </p:nvSpPr>
            <p:spPr>
              <a:xfrm>
                <a:off x="5968841" y="3369373"/>
                <a:ext cx="256508" cy="9525"/>
              </a:xfrm>
              <a:custGeom>
                <a:avLst/>
                <a:gdLst>
                  <a:gd name="connsiteX0" fmla="*/ 0 w 256508"/>
                  <a:gd name="connsiteY0" fmla="*/ 0 h 9525"/>
                  <a:gd name="connsiteX1" fmla="*/ 256508 w 256508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56508" h="9525">
                    <a:moveTo>
                      <a:pt x="0" y="0"/>
                    </a:moveTo>
                    <a:lnTo>
                      <a:pt x="256508" y="0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3" name="Freihandform: Form 182">
                <a:extLst>
                  <a:ext uri="{FF2B5EF4-FFF2-40B4-BE49-F238E27FC236}">
                    <a16:creationId xmlns:a16="http://schemas.microsoft.com/office/drawing/2014/main" id="{625E8A53-1F7E-68F3-49BF-ADBF5F42EA1E}"/>
                  </a:ext>
                </a:extLst>
              </p:cNvPr>
              <p:cNvSpPr/>
              <p:nvPr/>
            </p:nvSpPr>
            <p:spPr>
              <a:xfrm>
                <a:off x="5968841" y="3431571"/>
                <a:ext cx="152019" cy="9525"/>
              </a:xfrm>
              <a:custGeom>
                <a:avLst/>
                <a:gdLst>
                  <a:gd name="connsiteX0" fmla="*/ 0 w 152019"/>
                  <a:gd name="connsiteY0" fmla="*/ 0 h 9525"/>
                  <a:gd name="connsiteX1" fmla="*/ 152019 w 152019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52019" h="9525">
                    <a:moveTo>
                      <a:pt x="0" y="0"/>
                    </a:moveTo>
                    <a:lnTo>
                      <a:pt x="152019" y="0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4" name="Freihandform: Form 183">
                <a:extLst>
                  <a:ext uri="{FF2B5EF4-FFF2-40B4-BE49-F238E27FC236}">
                    <a16:creationId xmlns:a16="http://schemas.microsoft.com/office/drawing/2014/main" id="{5C0912F9-B20E-1C1C-4F57-330C7ADC02E1}"/>
                  </a:ext>
                </a:extLst>
              </p:cNvPr>
              <p:cNvSpPr/>
              <p:nvPr/>
            </p:nvSpPr>
            <p:spPr>
              <a:xfrm>
                <a:off x="5893022" y="3216306"/>
                <a:ext cx="408432" cy="423767"/>
              </a:xfrm>
              <a:custGeom>
                <a:avLst/>
                <a:gdLst>
                  <a:gd name="connsiteX0" fmla="*/ 244796 w 408432"/>
                  <a:gd name="connsiteY0" fmla="*/ 311203 h 423767"/>
                  <a:gd name="connsiteX1" fmla="*/ 365002 w 408432"/>
                  <a:gd name="connsiteY1" fmla="*/ 311203 h 423767"/>
                  <a:gd name="connsiteX2" fmla="*/ 407293 w 408432"/>
                  <a:gd name="connsiteY2" fmla="*/ 264435 h 423767"/>
                  <a:gd name="connsiteX3" fmla="*/ 407293 w 408432"/>
                  <a:gd name="connsiteY3" fmla="*/ 48409 h 423767"/>
                  <a:gd name="connsiteX4" fmla="*/ 365002 w 408432"/>
                  <a:gd name="connsiteY4" fmla="*/ -1026 h 423767"/>
                  <a:gd name="connsiteX5" fmla="*/ 41152 w 408432"/>
                  <a:gd name="connsiteY5" fmla="*/ -1026 h 423767"/>
                  <a:gd name="connsiteX6" fmla="*/ -1139 w 408432"/>
                  <a:gd name="connsiteY6" fmla="*/ 48409 h 423767"/>
                  <a:gd name="connsiteX7" fmla="*/ -1139 w 408432"/>
                  <a:gd name="connsiteY7" fmla="*/ 264435 h 423767"/>
                  <a:gd name="connsiteX8" fmla="*/ 41152 w 408432"/>
                  <a:gd name="connsiteY8" fmla="*/ 311203 h 423767"/>
                  <a:gd name="connsiteX9" fmla="*/ 85062 w 408432"/>
                  <a:gd name="connsiteY9" fmla="*/ 311203 h 423767"/>
                  <a:gd name="connsiteX10" fmla="*/ 85062 w 408432"/>
                  <a:gd name="connsiteY10" fmla="*/ 422741 h 423767"/>
                  <a:gd name="connsiteX11" fmla="*/ 186885 w 408432"/>
                  <a:gd name="connsiteY11" fmla="*/ 311203 h 423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08432" h="423767">
                    <a:moveTo>
                      <a:pt x="244796" y="311203"/>
                    </a:moveTo>
                    <a:lnTo>
                      <a:pt x="365002" y="311203"/>
                    </a:lnTo>
                    <a:cubicBezTo>
                      <a:pt x="393577" y="311203"/>
                      <a:pt x="407293" y="278818"/>
                      <a:pt x="407293" y="264435"/>
                    </a:cubicBezTo>
                    <a:lnTo>
                      <a:pt x="407293" y="48409"/>
                    </a:lnTo>
                    <a:cubicBezTo>
                      <a:pt x="407293" y="29359"/>
                      <a:pt x="395101" y="-1026"/>
                      <a:pt x="365002" y="-1026"/>
                    </a:cubicBezTo>
                    <a:lnTo>
                      <a:pt x="41152" y="-1026"/>
                    </a:lnTo>
                    <a:cubicBezTo>
                      <a:pt x="16768" y="-1026"/>
                      <a:pt x="-1139" y="30882"/>
                      <a:pt x="-1139" y="48409"/>
                    </a:cubicBezTo>
                    <a:lnTo>
                      <a:pt x="-1139" y="264435"/>
                    </a:lnTo>
                    <a:cubicBezTo>
                      <a:pt x="-1139" y="288248"/>
                      <a:pt x="23054" y="311203"/>
                      <a:pt x="41152" y="311203"/>
                    </a:cubicBezTo>
                    <a:lnTo>
                      <a:pt x="85062" y="311203"/>
                    </a:lnTo>
                    <a:lnTo>
                      <a:pt x="85062" y="422741"/>
                    </a:lnTo>
                    <a:lnTo>
                      <a:pt x="186885" y="311203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25" name="Gruppieren 124">
            <a:extLst>
              <a:ext uri="{FF2B5EF4-FFF2-40B4-BE49-F238E27FC236}">
                <a16:creationId xmlns:a16="http://schemas.microsoft.com/office/drawing/2014/main" id="{1E541397-7D52-2085-4CDE-BB0838DEC6C0}"/>
              </a:ext>
            </a:extLst>
          </p:cNvPr>
          <p:cNvGrpSpPr/>
          <p:nvPr/>
        </p:nvGrpSpPr>
        <p:grpSpPr>
          <a:xfrm>
            <a:off x="5719064" y="3847477"/>
            <a:ext cx="313068" cy="313068"/>
            <a:chOff x="5369759" y="3484468"/>
            <a:chExt cx="326174" cy="326174"/>
          </a:xfrm>
        </p:grpSpPr>
        <p:sp>
          <p:nvSpPr>
            <p:cNvPr id="177" name="Ellipse 176">
              <a:extLst>
                <a:ext uri="{FF2B5EF4-FFF2-40B4-BE49-F238E27FC236}">
                  <a16:creationId xmlns:a16="http://schemas.microsoft.com/office/drawing/2014/main" id="{B8364922-BCC2-5406-AC20-F502FB973508}"/>
                </a:ext>
              </a:extLst>
            </p:cNvPr>
            <p:cNvSpPr/>
            <p:nvPr/>
          </p:nvSpPr>
          <p:spPr>
            <a:xfrm>
              <a:off x="5369759" y="3484468"/>
              <a:ext cx="326174" cy="326174"/>
            </a:xfrm>
            <a:prstGeom prst="ellipse">
              <a:avLst/>
            </a:prstGeom>
            <a:solidFill>
              <a:schemeClr val="accent1">
                <a:lumMod val="90000"/>
                <a:alpha val="66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8" name="Stern: 5 Zacken 177">
              <a:extLst>
                <a:ext uri="{FF2B5EF4-FFF2-40B4-BE49-F238E27FC236}">
                  <a16:creationId xmlns:a16="http://schemas.microsoft.com/office/drawing/2014/main" id="{52DE2546-F0AE-D178-E1AA-79DD1BF10E82}"/>
                </a:ext>
              </a:extLst>
            </p:cNvPr>
            <p:cNvSpPr/>
            <p:nvPr/>
          </p:nvSpPr>
          <p:spPr>
            <a:xfrm>
              <a:off x="5432834" y="3547542"/>
              <a:ext cx="200025" cy="200025"/>
            </a:xfrm>
            <a:prstGeom prst="star5">
              <a:avLst>
                <a:gd name="adj" fmla="val 27712"/>
                <a:gd name="hf" fmla="val 105146"/>
                <a:gd name="vf" fmla="val 110557"/>
              </a:avLst>
            </a:prstGeom>
            <a:noFill/>
            <a:ln w="12700" cap="rnd">
              <a:solidFill>
                <a:schemeClr val="tx1"/>
              </a:solidFill>
              <a:prstDash val="solid"/>
              <a:round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6" name="Gruppieren 125">
            <a:extLst>
              <a:ext uri="{FF2B5EF4-FFF2-40B4-BE49-F238E27FC236}">
                <a16:creationId xmlns:a16="http://schemas.microsoft.com/office/drawing/2014/main" id="{96CDDC5F-71D9-93D9-65B5-57AA132E5A59}"/>
              </a:ext>
            </a:extLst>
          </p:cNvPr>
          <p:cNvGrpSpPr/>
          <p:nvPr/>
        </p:nvGrpSpPr>
        <p:grpSpPr>
          <a:xfrm>
            <a:off x="8161287" y="4595924"/>
            <a:ext cx="313068" cy="313068"/>
            <a:chOff x="7914221" y="4264248"/>
            <a:chExt cx="326174" cy="326174"/>
          </a:xfrm>
        </p:grpSpPr>
        <p:sp>
          <p:nvSpPr>
            <p:cNvPr id="170" name="Ellipse 169">
              <a:extLst>
                <a:ext uri="{FF2B5EF4-FFF2-40B4-BE49-F238E27FC236}">
                  <a16:creationId xmlns:a16="http://schemas.microsoft.com/office/drawing/2014/main" id="{6FE787B7-149D-A7F3-0A37-586116855EE2}"/>
                </a:ext>
              </a:extLst>
            </p:cNvPr>
            <p:cNvSpPr/>
            <p:nvPr/>
          </p:nvSpPr>
          <p:spPr>
            <a:xfrm>
              <a:off x="7914221" y="4264248"/>
              <a:ext cx="326174" cy="326174"/>
            </a:xfrm>
            <a:prstGeom prst="ellipse">
              <a:avLst/>
            </a:prstGeom>
            <a:solidFill>
              <a:schemeClr val="accent1">
                <a:lumMod val="90000"/>
                <a:alpha val="66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71" name="Gruppieren 170">
              <a:extLst>
                <a:ext uri="{FF2B5EF4-FFF2-40B4-BE49-F238E27FC236}">
                  <a16:creationId xmlns:a16="http://schemas.microsoft.com/office/drawing/2014/main" id="{8BFAF4A0-D833-E027-3CE6-90F221F4AA62}"/>
                </a:ext>
              </a:extLst>
            </p:cNvPr>
            <p:cNvGrpSpPr/>
            <p:nvPr/>
          </p:nvGrpSpPr>
          <p:grpSpPr>
            <a:xfrm>
              <a:off x="8020265" y="4307293"/>
              <a:ext cx="114086" cy="240084"/>
              <a:chOff x="6030943" y="3297173"/>
              <a:chExt cx="126777" cy="266795"/>
            </a:xfrm>
          </p:grpSpPr>
          <p:sp>
            <p:nvSpPr>
              <p:cNvPr id="172" name="Freihandform: Form 171">
                <a:extLst>
                  <a:ext uri="{FF2B5EF4-FFF2-40B4-BE49-F238E27FC236}">
                    <a16:creationId xmlns:a16="http://schemas.microsoft.com/office/drawing/2014/main" id="{33CAD7A0-4609-CFA5-5A03-480C196B2049}"/>
                  </a:ext>
                </a:extLst>
              </p:cNvPr>
              <p:cNvSpPr/>
              <p:nvPr/>
            </p:nvSpPr>
            <p:spPr>
              <a:xfrm>
                <a:off x="6030943" y="3297173"/>
                <a:ext cx="126777" cy="154971"/>
              </a:xfrm>
              <a:custGeom>
                <a:avLst/>
                <a:gdLst>
                  <a:gd name="connsiteX0" fmla="*/ 125877 w 126777"/>
                  <a:gd name="connsiteY0" fmla="*/ 69576 h 154971"/>
                  <a:gd name="connsiteX1" fmla="*/ 62441 w 126777"/>
                  <a:gd name="connsiteY1" fmla="*/ 154063 h 154971"/>
                  <a:gd name="connsiteX2" fmla="*/ -901 w 126777"/>
                  <a:gd name="connsiteY2" fmla="*/ 69576 h 154971"/>
                  <a:gd name="connsiteX3" fmla="*/ 62441 w 126777"/>
                  <a:gd name="connsiteY3" fmla="*/ -909 h 154971"/>
                  <a:gd name="connsiteX4" fmla="*/ 125877 w 126777"/>
                  <a:gd name="connsiteY4" fmla="*/ 69576 h 154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777" h="154971">
                    <a:moveTo>
                      <a:pt x="125877" y="69576"/>
                    </a:moveTo>
                    <a:cubicBezTo>
                      <a:pt x="125877" y="112343"/>
                      <a:pt x="97302" y="154063"/>
                      <a:pt x="62441" y="154063"/>
                    </a:cubicBezTo>
                    <a:cubicBezTo>
                      <a:pt x="27579" y="154063"/>
                      <a:pt x="-901" y="112343"/>
                      <a:pt x="-901" y="69576"/>
                    </a:cubicBezTo>
                    <a:cubicBezTo>
                      <a:pt x="-901" y="26809"/>
                      <a:pt x="27674" y="-909"/>
                      <a:pt x="62441" y="-909"/>
                    </a:cubicBezTo>
                    <a:cubicBezTo>
                      <a:pt x="97207" y="-909"/>
                      <a:pt x="125877" y="26713"/>
                      <a:pt x="125877" y="69576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3" name="Freihandform: Form 172">
                <a:extLst>
                  <a:ext uri="{FF2B5EF4-FFF2-40B4-BE49-F238E27FC236}">
                    <a16:creationId xmlns:a16="http://schemas.microsoft.com/office/drawing/2014/main" id="{0EB927CB-9E2B-62A2-DA3C-2CA364748EED}"/>
                  </a:ext>
                </a:extLst>
              </p:cNvPr>
              <p:cNvSpPr/>
              <p:nvPr/>
            </p:nvSpPr>
            <p:spPr>
              <a:xfrm>
                <a:off x="6064948" y="3395852"/>
                <a:ext cx="4095" cy="6762"/>
              </a:xfrm>
              <a:custGeom>
                <a:avLst/>
                <a:gdLst>
                  <a:gd name="connsiteX0" fmla="*/ 3195 w 4095"/>
                  <a:gd name="connsiteY0" fmla="*/ 5853 h 6762"/>
                  <a:gd name="connsiteX1" fmla="*/ -901 w 4095"/>
                  <a:gd name="connsiteY1" fmla="*/ -909 h 6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095" h="6762">
                    <a:moveTo>
                      <a:pt x="3195" y="5853"/>
                    </a:moveTo>
                    <a:cubicBezTo>
                      <a:pt x="1661" y="3700"/>
                      <a:pt x="290" y="1443"/>
                      <a:pt x="-901" y="-909"/>
                    </a:cubicBez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4" name="Freihandform: Form 173">
                <a:extLst>
                  <a:ext uri="{FF2B5EF4-FFF2-40B4-BE49-F238E27FC236}">
                    <a16:creationId xmlns:a16="http://schemas.microsoft.com/office/drawing/2014/main" id="{62F64948-49EB-492B-8CE8-AB67D1812A4D}"/>
                  </a:ext>
                </a:extLst>
              </p:cNvPr>
              <p:cNvSpPr/>
              <p:nvPr/>
            </p:nvSpPr>
            <p:spPr>
              <a:xfrm>
                <a:off x="6058901" y="3331653"/>
                <a:ext cx="35383" cy="39148"/>
              </a:xfrm>
              <a:custGeom>
                <a:avLst/>
                <a:gdLst>
                  <a:gd name="connsiteX0" fmla="*/ -760 w 35383"/>
                  <a:gd name="connsiteY0" fmla="*/ 38239 h 39148"/>
                  <a:gd name="connsiteX1" fmla="*/ 31958 w 35383"/>
                  <a:gd name="connsiteY1" fmla="*/ -776 h 39148"/>
                  <a:gd name="connsiteX2" fmla="*/ 34483 w 35383"/>
                  <a:gd name="connsiteY2" fmla="*/ -909 h 39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5383" h="39148">
                    <a:moveTo>
                      <a:pt x="-760" y="38239"/>
                    </a:moveTo>
                    <a:cubicBezTo>
                      <a:pt x="-2503" y="18427"/>
                      <a:pt x="12146" y="967"/>
                      <a:pt x="31958" y="-776"/>
                    </a:cubicBezTo>
                    <a:cubicBezTo>
                      <a:pt x="32797" y="-852"/>
                      <a:pt x="33644" y="-890"/>
                      <a:pt x="34483" y="-909"/>
                    </a:cubicBez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5" name="Freihandform: Form 174">
                <a:extLst>
                  <a:ext uri="{FF2B5EF4-FFF2-40B4-BE49-F238E27FC236}">
                    <a16:creationId xmlns:a16="http://schemas.microsoft.com/office/drawing/2014/main" id="{6769CDA8-1239-B223-DA0C-4F82A0122271}"/>
                  </a:ext>
                </a:extLst>
              </p:cNvPr>
              <p:cNvSpPr/>
              <p:nvPr/>
            </p:nvSpPr>
            <p:spPr>
              <a:xfrm>
                <a:off x="6080188" y="3452240"/>
                <a:ext cx="28194" cy="21145"/>
              </a:xfrm>
              <a:custGeom>
                <a:avLst/>
                <a:gdLst>
                  <a:gd name="connsiteX0" fmla="*/ 28194 w 28194"/>
                  <a:gd name="connsiteY0" fmla="*/ 21145 h 21145"/>
                  <a:gd name="connsiteX1" fmla="*/ 0 w 28194"/>
                  <a:gd name="connsiteY1" fmla="*/ 21145 h 21145"/>
                  <a:gd name="connsiteX2" fmla="*/ 14097 w 28194"/>
                  <a:gd name="connsiteY2" fmla="*/ 0 h 21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8194" h="21145">
                    <a:moveTo>
                      <a:pt x="28194" y="21145"/>
                    </a:moveTo>
                    <a:lnTo>
                      <a:pt x="0" y="21145"/>
                    </a:lnTo>
                    <a:lnTo>
                      <a:pt x="14097" y="0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6" name="Freihandform: Form 175">
                <a:extLst>
                  <a:ext uri="{FF2B5EF4-FFF2-40B4-BE49-F238E27FC236}">
                    <a16:creationId xmlns:a16="http://schemas.microsoft.com/office/drawing/2014/main" id="{A13F35FA-8137-70DB-C0A1-96A7453897DC}"/>
                  </a:ext>
                </a:extLst>
              </p:cNvPr>
              <p:cNvSpPr/>
              <p:nvPr/>
            </p:nvSpPr>
            <p:spPr>
              <a:xfrm>
                <a:off x="6087236" y="3473576"/>
                <a:ext cx="21246" cy="90392"/>
              </a:xfrm>
              <a:custGeom>
                <a:avLst/>
                <a:gdLst>
                  <a:gd name="connsiteX0" fmla="*/ 13197 w 21246"/>
                  <a:gd name="connsiteY0" fmla="*/ 89483 h 90392"/>
                  <a:gd name="connsiteX1" fmla="*/ 20245 w 21246"/>
                  <a:gd name="connsiteY1" fmla="*/ 73005 h 90392"/>
                  <a:gd name="connsiteX2" fmla="*/ -901 w 21246"/>
                  <a:gd name="connsiteY2" fmla="*/ 27666 h 90392"/>
                  <a:gd name="connsiteX3" fmla="*/ 6148 w 21246"/>
                  <a:gd name="connsiteY3" fmla="*/ -909 h 903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46" h="90392">
                    <a:moveTo>
                      <a:pt x="13197" y="89483"/>
                    </a:moveTo>
                    <a:cubicBezTo>
                      <a:pt x="18245" y="85587"/>
                      <a:pt x="20912" y="79349"/>
                      <a:pt x="20245" y="73005"/>
                    </a:cubicBezTo>
                    <a:cubicBezTo>
                      <a:pt x="20245" y="60622"/>
                      <a:pt x="-901" y="44430"/>
                      <a:pt x="-901" y="27666"/>
                    </a:cubicBezTo>
                    <a:cubicBezTo>
                      <a:pt x="-805" y="17721"/>
                      <a:pt x="1614" y="7939"/>
                      <a:pt x="6148" y="-909"/>
                    </a:cubicBez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27" name="Gruppieren 126">
            <a:extLst>
              <a:ext uri="{FF2B5EF4-FFF2-40B4-BE49-F238E27FC236}">
                <a16:creationId xmlns:a16="http://schemas.microsoft.com/office/drawing/2014/main" id="{AE930D83-27E0-01B6-B720-FA69E806D832}"/>
              </a:ext>
            </a:extLst>
          </p:cNvPr>
          <p:cNvGrpSpPr/>
          <p:nvPr/>
        </p:nvGrpSpPr>
        <p:grpSpPr>
          <a:xfrm>
            <a:off x="9341249" y="3847477"/>
            <a:ext cx="313068" cy="313068"/>
            <a:chOff x="9143581" y="3484468"/>
            <a:chExt cx="326174" cy="326174"/>
          </a:xfrm>
        </p:grpSpPr>
        <p:sp>
          <p:nvSpPr>
            <p:cNvPr id="163" name="Ellipse 162">
              <a:extLst>
                <a:ext uri="{FF2B5EF4-FFF2-40B4-BE49-F238E27FC236}">
                  <a16:creationId xmlns:a16="http://schemas.microsoft.com/office/drawing/2014/main" id="{F26CC935-343D-13A9-2666-FE7FF3870EBE}"/>
                </a:ext>
              </a:extLst>
            </p:cNvPr>
            <p:cNvSpPr/>
            <p:nvPr/>
          </p:nvSpPr>
          <p:spPr>
            <a:xfrm>
              <a:off x="9143581" y="3484468"/>
              <a:ext cx="326174" cy="326174"/>
            </a:xfrm>
            <a:prstGeom prst="ellipse">
              <a:avLst/>
            </a:prstGeom>
            <a:solidFill>
              <a:schemeClr val="accent1">
                <a:lumMod val="90000"/>
                <a:alpha val="66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64" name="Gruppieren 163">
              <a:extLst>
                <a:ext uri="{FF2B5EF4-FFF2-40B4-BE49-F238E27FC236}">
                  <a16:creationId xmlns:a16="http://schemas.microsoft.com/office/drawing/2014/main" id="{F77D326E-D147-1C75-B6A4-175A8868F24B}"/>
                </a:ext>
              </a:extLst>
            </p:cNvPr>
            <p:cNvGrpSpPr/>
            <p:nvPr/>
          </p:nvGrpSpPr>
          <p:grpSpPr>
            <a:xfrm>
              <a:off x="9212129" y="3535847"/>
              <a:ext cx="189012" cy="223433"/>
              <a:chOff x="5916602" y="3216211"/>
              <a:chExt cx="358984" cy="424354"/>
            </a:xfrm>
          </p:grpSpPr>
          <p:sp>
            <p:nvSpPr>
              <p:cNvPr id="165" name="Freihandform: Form 164">
                <a:extLst>
                  <a:ext uri="{FF2B5EF4-FFF2-40B4-BE49-F238E27FC236}">
                    <a16:creationId xmlns:a16="http://schemas.microsoft.com/office/drawing/2014/main" id="{D5A674E4-1085-0D62-C0EB-2672D17635A1}"/>
                  </a:ext>
                </a:extLst>
              </p:cNvPr>
              <p:cNvSpPr/>
              <p:nvPr/>
            </p:nvSpPr>
            <p:spPr>
              <a:xfrm>
                <a:off x="6063043" y="3216211"/>
                <a:ext cx="66294" cy="66293"/>
              </a:xfrm>
              <a:custGeom>
                <a:avLst/>
                <a:gdLst>
                  <a:gd name="connsiteX0" fmla="*/ 66294 w 66294"/>
                  <a:gd name="connsiteY0" fmla="*/ 33147 h 66293"/>
                  <a:gd name="connsiteX1" fmla="*/ 33147 w 66294"/>
                  <a:gd name="connsiteY1" fmla="*/ 66294 h 66293"/>
                  <a:gd name="connsiteX2" fmla="*/ 0 w 66294"/>
                  <a:gd name="connsiteY2" fmla="*/ 33147 h 66293"/>
                  <a:gd name="connsiteX3" fmla="*/ 33147 w 66294"/>
                  <a:gd name="connsiteY3" fmla="*/ 0 h 66293"/>
                  <a:gd name="connsiteX4" fmla="*/ 66294 w 66294"/>
                  <a:gd name="connsiteY4" fmla="*/ 33147 h 66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294" h="66293">
                    <a:moveTo>
                      <a:pt x="66294" y="33147"/>
                    </a:moveTo>
                    <a:cubicBezTo>
                      <a:pt x="66294" y="51454"/>
                      <a:pt x="51454" y="66294"/>
                      <a:pt x="33147" y="66294"/>
                    </a:cubicBezTo>
                    <a:cubicBezTo>
                      <a:pt x="14840" y="66294"/>
                      <a:pt x="0" y="51454"/>
                      <a:pt x="0" y="33147"/>
                    </a:cubicBezTo>
                    <a:cubicBezTo>
                      <a:pt x="0" y="14840"/>
                      <a:pt x="14840" y="0"/>
                      <a:pt x="33147" y="0"/>
                    </a:cubicBezTo>
                    <a:cubicBezTo>
                      <a:pt x="51454" y="0"/>
                      <a:pt x="66294" y="14840"/>
                      <a:pt x="66294" y="33147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6" name="Freihandform: Form 165">
                <a:extLst>
                  <a:ext uri="{FF2B5EF4-FFF2-40B4-BE49-F238E27FC236}">
                    <a16:creationId xmlns:a16="http://schemas.microsoft.com/office/drawing/2014/main" id="{2B5F399C-E4FF-3DE8-53C1-A3F33BF1E8B8}"/>
                  </a:ext>
                </a:extLst>
              </p:cNvPr>
              <p:cNvSpPr/>
              <p:nvPr/>
            </p:nvSpPr>
            <p:spPr>
              <a:xfrm>
                <a:off x="6039897" y="3590448"/>
                <a:ext cx="112586" cy="50117"/>
              </a:xfrm>
              <a:custGeom>
                <a:avLst/>
                <a:gdLst>
                  <a:gd name="connsiteX0" fmla="*/ -1240 w 112586"/>
                  <a:gd name="connsiteY0" fmla="*/ -946 h 50117"/>
                  <a:gd name="connsiteX1" fmla="*/ 61624 w 112586"/>
                  <a:gd name="connsiteY1" fmla="*/ 48784 h 50117"/>
                  <a:gd name="connsiteX2" fmla="*/ 111346 w 112586"/>
                  <a:gd name="connsiteY2" fmla="*/ -946 h 501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586" h="50117">
                    <a:moveTo>
                      <a:pt x="-1240" y="-946"/>
                    </a:moveTo>
                    <a:cubicBezTo>
                      <a:pt x="2379" y="30144"/>
                      <a:pt x="30479" y="52413"/>
                      <a:pt x="61624" y="48784"/>
                    </a:cubicBezTo>
                    <a:cubicBezTo>
                      <a:pt x="87723" y="45745"/>
                      <a:pt x="108297" y="25153"/>
                      <a:pt x="111346" y="-946"/>
                    </a:cubicBez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7" name="Freihandform: Form 166">
                <a:extLst>
                  <a:ext uri="{FF2B5EF4-FFF2-40B4-BE49-F238E27FC236}">
                    <a16:creationId xmlns:a16="http://schemas.microsoft.com/office/drawing/2014/main" id="{D885FEB8-FFDD-08CA-6905-CF476C6995C9}"/>
                  </a:ext>
                </a:extLst>
              </p:cNvPr>
              <p:cNvSpPr/>
              <p:nvPr/>
            </p:nvSpPr>
            <p:spPr>
              <a:xfrm>
                <a:off x="5941122" y="3282218"/>
                <a:ext cx="310134" cy="285275"/>
              </a:xfrm>
              <a:custGeom>
                <a:avLst/>
                <a:gdLst>
                  <a:gd name="connsiteX0" fmla="*/ 246314 w 310134"/>
                  <a:gd name="connsiteY0" fmla="*/ 91828 h 285275"/>
                  <a:gd name="connsiteX1" fmla="*/ 308894 w 310134"/>
                  <a:gd name="connsiteY1" fmla="*/ 221369 h 285275"/>
                  <a:gd name="connsiteX2" fmla="*/ 308894 w 310134"/>
                  <a:gd name="connsiteY2" fmla="*/ 284329 h 285275"/>
                  <a:gd name="connsiteX3" fmla="*/ 45718 w 310134"/>
                  <a:gd name="connsiteY3" fmla="*/ 284329 h 285275"/>
                  <a:gd name="connsiteX4" fmla="*/ -1240 w 310134"/>
                  <a:gd name="connsiteY4" fmla="*/ 283377 h 285275"/>
                  <a:gd name="connsiteX5" fmla="*/ -1240 w 310134"/>
                  <a:gd name="connsiteY5" fmla="*/ 221083 h 285275"/>
                  <a:gd name="connsiteX6" fmla="*/ 61339 w 310134"/>
                  <a:gd name="connsiteY6" fmla="*/ 91543 h 285275"/>
                  <a:gd name="connsiteX7" fmla="*/ 153827 w 310134"/>
                  <a:gd name="connsiteY7" fmla="*/ -945 h 285275"/>
                  <a:gd name="connsiteX8" fmla="*/ 234885 w 310134"/>
                  <a:gd name="connsiteY8" fmla="*/ 46680 h 285275"/>
                  <a:gd name="connsiteX9" fmla="*/ 244410 w 310134"/>
                  <a:gd name="connsiteY9" fmla="*/ 73921 h 285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0134" h="285275">
                    <a:moveTo>
                      <a:pt x="246314" y="91828"/>
                    </a:moveTo>
                    <a:cubicBezTo>
                      <a:pt x="246314" y="133167"/>
                      <a:pt x="247648" y="174791"/>
                      <a:pt x="308894" y="221369"/>
                    </a:cubicBezTo>
                    <a:lnTo>
                      <a:pt x="308894" y="284329"/>
                    </a:lnTo>
                    <a:lnTo>
                      <a:pt x="45718" y="284329"/>
                    </a:lnTo>
                    <a:lnTo>
                      <a:pt x="-1240" y="283377"/>
                    </a:lnTo>
                    <a:lnTo>
                      <a:pt x="-1240" y="221083"/>
                    </a:lnTo>
                    <a:cubicBezTo>
                      <a:pt x="57625" y="176696"/>
                      <a:pt x="61339" y="131071"/>
                      <a:pt x="61339" y="91543"/>
                    </a:cubicBezTo>
                    <a:cubicBezTo>
                      <a:pt x="61339" y="40460"/>
                      <a:pt x="102773" y="-945"/>
                      <a:pt x="153827" y="-945"/>
                    </a:cubicBezTo>
                    <a:cubicBezTo>
                      <a:pt x="187546" y="-1135"/>
                      <a:pt x="218597" y="17143"/>
                      <a:pt x="234885" y="46680"/>
                    </a:cubicBezTo>
                    <a:cubicBezTo>
                      <a:pt x="239456" y="55195"/>
                      <a:pt x="242695" y="64387"/>
                      <a:pt x="244410" y="73921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8" name="Freihandform: Form 167">
                <a:extLst>
                  <a:ext uri="{FF2B5EF4-FFF2-40B4-BE49-F238E27FC236}">
                    <a16:creationId xmlns:a16="http://schemas.microsoft.com/office/drawing/2014/main" id="{041D9938-37C3-4CFB-3E8A-56213F13A080}"/>
                  </a:ext>
                </a:extLst>
              </p:cNvPr>
              <p:cNvSpPr/>
              <p:nvPr/>
            </p:nvSpPr>
            <p:spPr>
              <a:xfrm>
                <a:off x="6212203" y="3270313"/>
                <a:ext cx="63383" cy="129921"/>
              </a:xfrm>
              <a:custGeom>
                <a:avLst/>
                <a:gdLst>
                  <a:gd name="connsiteX0" fmla="*/ 44575 w 63383"/>
                  <a:gd name="connsiteY0" fmla="*/ 128975 h 129921"/>
                  <a:gd name="connsiteX1" fmla="*/ 31240 w 63383"/>
                  <a:gd name="connsiteY1" fmla="*/ 14579 h 129921"/>
                  <a:gd name="connsiteX2" fmla="*/ 23335 w 63383"/>
                  <a:gd name="connsiteY2" fmla="*/ 9055 h 129921"/>
                  <a:gd name="connsiteX3" fmla="*/ -1240 w 63383"/>
                  <a:gd name="connsiteY3" fmla="*/ -946 h 1299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383" h="129921">
                    <a:moveTo>
                      <a:pt x="44575" y="128975"/>
                    </a:moveTo>
                    <a:cubicBezTo>
                      <a:pt x="72484" y="93704"/>
                      <a:pt x="66483" y="42488"/>
                      <a:pt x="31240" y="14579"/>
                    </a:cubicBezTo>
                    <a:cubicBezTo>
                      <a:pt x="28668" y="12579"/>
                      <a:pt x="26097" y="10741"/>
                      <a:pt x="23335" y="9055"/>
                    </a:cubicBezTo>
                    <a:cubicBezTo>
                      <a:pt x="15714" y="4435"/>
                      <a:pt x="7428" y="1054"/>
                      <a:pt x="-1240" y="-946"/>
                    </a:cubicBez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9" name="Freihandform: Form 168">
                <a:extLst>
                  <a:ext uri="{FF2B5EF4-FFF2-40B4-BE49-F238E27FC236}">
                    <a16:creationId xmlns:a16="http://schemas.microsoft.com/office/drawing/2014/main" id="{9B6E6234-0642-AC88-2997-B2FFE8CB1804}"/>
                  </a:ext>
                </a:extLst>
              </p:cNvPr>
              <p:cNvSpPr/>
              <p:nvPr/>
            </p:nvSpPr>
            <p:spPr>
              <a:xfrm>
                <a:off x="5916602" y="3270313"/>
                <a:ext cx="63383" cy="129921"/>
              </a:xfrm>
              <a:custGeom>
                <a:avLst/>
                <a:gdLst>
                  <a:gd name="connsiteX0" fmla="*/ 16327 w 63383"/>
                  <a:gd name="connsiteY0" fmla="*/ 128975 h 129921"/>
                  <a:gd name="connsiteX1" fmla="*/ 29662 w 63383"/>
                  <a:gd name="connsiteY1" fmla="*/ 14579 h 129921"/>
                  <a:gd name="connsiteX2" fmla="*/ 62143 w 63383"/>
                  <a:gd name="connsiteY2" fmla="*/ -946 h 1299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3383" h="129921">
                    <a:moveTo>
                      <a:pt x="16327" y="128975"/>
                    </a:moveTo>
                    <a:cubicBezTo>
                      <a:pt x="-11582" y="93694"/>
                      <a:pt x="-5581" y="42478"/>
                      <a:pt x="29662" y="14579"/>
                    </a:cubicBezTo>
                    <a:cubicBezTo>
                      <a:pt x="39187" y="7055"/>
                      <a:pt x="50331" y="1749"/>
                      <a:pt x="62143" y="-946"/>
                    </a:cubicBez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28" name="Freihandform: Form 127">
            <a:extLst>
              <a:ext uri="{FF2B5EF4-FFF2-40B4-BE49-F238E27FC236}">
                <a16:creationId xmlns:a16="http://schemas.microsoft.com/office/drawing/2014/main" id="{9046631B-C798-8C22-A078-EBD073D5F2F6}"/>
              </a:ext>
            </a:extLst>
          </p:cNvPr>
          <p:cNvSpPr/>
          <p:nvPr/>
        </p:nvSpPr>
        <p:spPr>
          <a:xfrm>
            <a:off x="2904066" y="2455689"/>
            <a:ext cx="179557" cy="179557"/>
          </a:xfrm>
          <a:custGeom>
            <a:avLst/>
            <a:gdLst>
              <a:gd name="connsiteX0" fmla="*/ 78686 w 78686"/>
              <a:gd name="connsiteY0" fmla="*/ 39343 h 78686"/>
              <a:gd name="connsiteX1" fmla="*/ 39343 w 78686"/>
              <a:gd name="connsiteY1" fmla="*/ 78686 h 78686"/>
              <a:gd name="connsiteX2" fmla="*/ 0 w 78686"/>
              <a:gd name="connsiteY2" fmla="*/ 39343 h 78686"/>
              <a:gd name="connsiteX3" fmla="*/ 39343 w 78686"/>
              <a:gd name="connsiteY3" fmla="*/ 0 h 78686"/>
              <a:gd name="connsiteX4" fmla="*/ 78686 w 78686"/>
              <a:gd name="connsiteY4" fmla="*/ 39343 h 78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686" h="78686">
                <a:moveTo>
                  <a:pt x="78686" y="39343"/>
                </a:moveTo>
                <a:cubicBezTo>
                  <a:pt x="78686" y="61072"/>
                  <a:pt x="61072" y="78686"/>
                  <a:pt x="39343" y="78686"/>
                </a:cubicBezTo>
                <a:cubicBezTo>
                  <a:pt x="17614" y="78686"/>
                  <a:pt x="0" y="61072"/>
                  <a:pt x="0" y="39343"/>
                </a:cubicBezTo>
                <a:cubicBezTo>
                  <a:pt x="0" y="17614"/>
                  <a:pt x="17614" y="0"/>
                  <a:pt x="39343" y="0"/>
                </a:cubicBezTo>
                <a:cubicBezTo>
                  <a:pt x="61072" y="0"/>
                  <a:pt x="78686" y="17614"/>
                  <a:pt x="78686" y="39343"/>
                </a:cubicBezTo>
                <a:close/>
              </a:path>
            </a:pathLst>
          </a:custGeom>
          <a:solidFill>
            <a:schemeClr val="tx1"/>
          </a:solidFill>
          <a:ln w="381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Textfeld 160">
            <a:extLst>
              <a:ext uri="{FF2B5EF4-FFF2-40B4-BE49-F238E27FC236}">
                <a16:creationId xmlns:a16="http://schemas.microsoft.com/office/drawing/2014/main" id="{56F65C72-A317-ED61-F48F-3706B3FA955F}"/>
              </a:ext>
            </a:extLst>
          </p:cNvPr>
          <p:cNvSpPr txBox="1"/>
          <p:nvPr/>
        </p:nvSpPr>
        <p:spPr>
          <a:xfrm>
            <a:off x="2389969" y="2148426"/>
            <a:ext cx="1223671" cy="2693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>
                <a:latin typeface="Arial" panose="020B0604020202020204" pitchFamily="34" charset="0"/>
                <a:cs typeface="Arial" panose="020B0604020202020204" pitchFamily="34" charset="0"/>
              </a:rPr>
              <a:t>Consent</a:t>
            </a:r>
          </a:p>
          <a:p>
            <a:pPr algn="ctr"/>
            <a:r>
              <a:rPr lang="en-US" sz="700" err="1">
                <a:latin typeface="Arial" panose="020B0604020202020204" pitchFamily="34" charset="0"/>
                <a:cs typeface="Arial" panose="020B0604020202020204" pitchFamily="34" charset="0"/>
              </a:rPr>
              <a:t>Nutzer</a:t>
            </a:r>
            <a:r>
              <a:rPr lang="en-US" sz="7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00" err="1">
                <a:latin typeface="Arial" panose="020B0604020202020204" pitchFamily="34" charset="0"/>
                <a:cs typeface="Arial" panose="020B0604020202020204" pitchFamily="34" charset="0"/>
              </a:rPr>
              <a:t>Einwilligung</a:t>
            </a:r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Ellipse 129">
            <a:extLst>
              <a:ext uri="{FF2B5EF4-FFF2-40B4-BE49-F238E27FC236}">
                <a16:creationId xmlns:a16="http://schemas.microsoft.com/office/drawing/2014/main" id="{258880C0-A286-F86B-EDE4-E130F3E79178}"/>
              </a:ext>
            </a:extLst>
          </p:cNvPr>
          <p:cNvSpPr/>
          <p:nvPr/>
        </p:nvSpPr>
        <p:spPr>
          <a:xfrm rot="5400000" flipH="1">
            <a:off x="2845271" y="1805112"/>
            <a:ext cx="313068" cy="313068"/>
          </a:xfrm>
          <a:prstGeom prst="ellipse">
            <a:avLst/>
          </a:prstGeom>
          <a:solidFill>
            <a:schemeClr val="accent1">
              <a:alpha val="66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1" name="Grafik 130" descr="Abzeichen Tick1 mit einfarbiger Füllung">
            <a:extLst>
              <a:ext uri="{FF2B5EF4-FFF2-40B4-BE49-F238E27FC236}">
                <a16:creationId xmlns:a16="http://schemas.microsoft.com/office/drawing/2014/main" id="{6C5C01B5-302D-2966-5BAC-62FB1645BC86}"/>
              </a:ext>
            </a:extLst>
          </p:cNvPr>
          <p:cNvPicPr>
            <a:picLocks noChangeAspect="1"/>
          </p:cNvPicPr>
          <p:nvPr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80445" y="1839875"/>
            <a:ext cx="241876" cy="241874"/>
          </a:xfrm>
          <a:prstGeom prst="rect">
            <a:avLst/>
          </a:prstGeom>
        </p:spPr>
      </p:pic>
      <p:grpSp>
        <p:nvGrpSpPr>
          <p:cNvPr id="133" name="Gruppieren 132">
            <a:extLst>
              <a:ext uri="{FF2B5EF4-FFF2-40B4-BE49-F238E27FC236}">
                <a16:creationId xmlns:a16="http://schemas.microsoft.com/office/drawing/2014/main" id="{F0EBB139-1754-1716-0D14-DBBE0657C2EA}"/>
              </a:ext>
            </a:extLst>
          </p:cNvPr>
          <p:cNvGrpSpPr/>
          <p:nvPr/>
        </p:nvGrpSpPr>
        <p:grpSpPr>
          <a:xfrm>
            <a:off x="862146" y="5738975"/>
            <a:ext cx="377970" cy="330198"/>
            <a:chOff x="5611072" y="1722598"/>
            <a:chExt cx="223762" cy="195481"/>
          </a:xfrm>
        </p:grpSpPr>
        <p:sp>
          <p:nvSpPr>
            <p:cNvPr id="152" name="Freihandform: Form 151">
              <a:extLst>
                <a:ext uri="{FF2B5EF4-FFF2-40B4-BE49-F238E27FC236}">
                  <a16:creationId xmlns:a16="http://schemas.microsoft.com/office/drawing/2014/main" id="{3020452F-5ED2-3315-ACE9-55D28894D307}"/>
                </a:ext>
              </a:extLst>
            </p:cNvPr>
            <p:cNvSpPr/>
            <p:nvPr/>
          </p:nvSpPr>
          <p:spPr>
            <a:xfrm>
              <a:off x="5611072" y="1730375"/>
              <a:ext cx="223762" cy="187704"/>
            </a:xfrm>
            <a:custGeom>
              <a:avLst/>
              <a:gdLst>
                <a:gd name="connsiteX0" fmla="*/ 0 w 431482"/>
                <a:gd name="connsiteY0" fmla="*/ 0 h 361950"/>
                <a:gd name="connsiteX1" fmla="*/ 0 w 431482"/>
                <a:gd name="connsiteY1" fmla="*/ 361950 h 361950"/>
                <a:gd name="connsiteX2" fmla="*/ 431483 w 431482"/>
                <a:gd name="connsiteY2" fmla="*/ 3619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1482" h="361950">
                  <a:moveTo>
                    <a:pt x="0" y="0"/>
                  </a:moveTo>
                  <a:lnTo>
                    <a:pt x="0" y="361950"/>
                  </a:lnTo>
                  <a:lnTo>
                    <a:pt x="431483" y="361950"/>
                  </a:ln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/>
            </a:p>
          </p:txBody>
        </p:sp>
        <p:sp>
          <p:nvSpPr>
            <p:cNvPr id="153" name="Freihandform: Form 152">
              <a:extLst>
                <a:ext uri="{FF2B5EF4-FFF2-40B4-BE49-F238E27FC236}">
                  <a16:creationId xmlns:a16="http://schemas.microsoft.com/office/drawing/2014/main" id="{D9BE8D7A-1167-CAE9-8FCD-6A1361652F57}"/>
                </a:ext>
              </a:extLst>
            </p:cNvPr>
            <p:cNvSpPr/>
            <p:nvPr/>
          </p:nvSpPr>
          <p:spPr>
            <a:xfrm>
              <a:off x="5634288" y="1722599"/>
              <a:ext cx="189679" cy="101755"/>
            </a:xfrm>
            <a:custGeom>
              <a:avLst/>
              <a:gdLst>
                <a:gd name="connsiteX0" fmla="*/ 365760 w 365760"/>
                <a:gd name="connsiteY0" fmla="*/ 0 h 196214"/>
                <a:gd name="connsiteX1" fmla="*/ 232410 w 365760"/>
                <a:gd name="connsiteY1" fmla="*/ 132398 h 196214"/>
                <a:gd name="connsiteX2" fmla="*/ 128492 w 365760"/>
                <a:gd name="connsiteY2" fmla="*/ 66675 h 196214"/>
                <a:gd name="connsiteX3" fmla="*/ 0 w 365760"/>
                <a:gd name="connsiteY3" fmla="*/ 196215 h 196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760" h="196214">
                  <a:moveTo>
                    <a:pt x="365760" y="0"/>
                  </a:moveTo>
                  <a:lnTo>
                    <a:pt x="232410" y="132398"/>
                  </a:lnTo>
                  <a:lnTo>
                    <a:pt x="128492" y="66675"/>
                  </a:lnTo>
                  <a:lnTo>
                    <a:pt x="0" y="196215"/>
                  </a:ln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/>
            </a:p>
          </p:txBody>
        </p:sp>
        <p:sp>
          <p:nvSpPr>
            <p:cNvPr id="154" name="Freihandform: Form 153">
              <a:extLst>
                <a:ext uri="{FF2B5EF4-FFF2-40B4-BE49-F238E27FC236}">
                  <a16:creationId xmlns:a16="http://schemas.microsoft.com/office/drawing/2014/main" id="{65BA42F4-F82D-124E-D439-BA83C0C09F3B}"/>
                </a:ext>
              </a:extLst>
            </p:cNvPr>
            <p:cNvSpPr/>
            <p:nvPr/>
          </p:nvSpPr>
          <p:spPr>
            <a:xfrm>
              <a:off x="5784945" y="1722598"/>
              <a:ext cx="39022" cy="39022"/>
            </a:xfrm>
            <a:custGeom>
              <a:avLst/>
              <a:gdLst>
                <a:gd name="connsiteX0" fmla="*/ 75248 w 75247"/>
                <a:gd name="connsiteY0" fmla="*/ 75248 h 75247"/>
                <a:gd name="connsiteX1" fmla="*/ 75248 w 75247"/>
                <a:gd name="connsiteY1" fmla="*/ 0 h 75247"/>
                <a:gd name="connsiteX2" fmla="*/ 0 w 75247"/>
                <a:gd name="connsiteY2" fmla="*/ 0 h 7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247" h="75247">
                  <a:moveTo>
                    <a:pt x="75248" y="75248"/>
                  </a:moveTo>
                  <a:lnTo>
                    <a:pt x="75248" y="0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/>
            </a:p>
          </p:txBody>
        </p:sp>
        <p:sp>
          <p:nvSpPr>
            <p:cNvPr id="155" name="Freihandform: Form 154">
              <a:extLst>
                <a:ext uri="{FF2B5EF4-FFF2-40B4-BE49-F238E27FC236}">
                  <a16:creationId xmlns:a16="http://schemas.microsoft.com/office/drawing/2014/main" id="{55BFAC54-B072-1A1C-29C0-F0AFA4B2D5E3}"/>
                </a:ext>
              </a:extLst>
            </p:cNvPr>
            <p:cNvSpPr/>
            <p:nvPr/>
          </p:nvSpPr>
          <p:spPr>
            <a:xfrm>
              <a:off x="5642685" y="1862756"/>
              <a:ext cx="4940" cy="32601"/>
            </a:xfrm>
            <a:custGeom>
              <a:avLst/>
              <a:gdLst>
                <a:gd name="connsiteX0" fmla="*/ 0 w 9525"/>
                <a:gd name="connsiteY0" fmla="*/ 62865 h 62864"/>
                <a:gd name="connsiteX1" fmla="*/ 0 w 9525"/>
                <a:gd name="connsiteY1" fmla="*/ 0 h 62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62864">
                  <a:moveTo>
                    <a:pt x="0" y="62865"/>
                  </a:moveTo>
                  <a:lnTo>
                    <a:pt x="0" y="0"/>
                  </a:lnTo>
                </a:path>
              </a:pathLst>
            </a:custGeom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/>
            </a:p>
          </p:txBody>
        </p:sp>
        <p:sp>
          <p:nvSpPr>
            <p:cNvPr id="156" name="Freihandform: Form 155">
              <a:extLst>
                <a:ext uri="{FF2B5EF4-FFF2-40B4-BE49-F238E27FC236}">
                  <a16:creationId xmlns:a16="http://schemas.microsoft.com/office/drawing/2014/main" id="{4583852B-7C22-046B-0180-39A8E6F2A2FD}"/>
                </a:ext>
              </a:extLst>
            </p:cNvPr>
            <p:cNvSpPr/>
            <p:nvPr/>
          </p:nvSpPr>
          <p:spPr>
            <a:xfrm>
              <a:off x="5667383" y="1838058"/>
              <a:ext cx="4940" cy="57299"/>
            </a:xfrm>
            <a:custGeom>
              <a:avLst/>
              <a:gdLst>
                <a:gd name="connsiteX0" fmla="*/ 0 w 9525"/>
                <a:gd name="connsiteY0" fmla="*/ 110490 h 110489"/>
                <a:gd name="connsiteX1" fmla="*/ 0 w 9525"/>
                <a:gd name="connsiteY1" fmla="*/ 0 h 110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10489">
                  <a:moveTo>
                    <a:pt x="0" y="110490"/>
                  </a:moveTo>
                  <a:lnTo>
                    <a:pt x="0" y="0"/>
                  </a:lnTo>
                </a:path>
              </a:pathLst>
            </a:custGeom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/>
            </a:p>
          </p:txBody>
        </p:sp>
        <p:sp>
          <p:nvSpPr>
            <p:cNvPr id="157" name="Freihandform: Form 156">
              <a:extLst>
                <a:ext uri="{FF2B5EF4-FFF2-40B4-BE49-F238E27FC236}">
                  <a16:creationId xmlns:a16="http://schemas.microsoft.com/office/drawing/2014/main" id="{4673E858-8DC7-341C-3E89-170902AF8E7F}"/>
                </a:ext>
              </a:extLst>
            </p:cNvPr>
            <p:cNvSpPr/>
            <p:nvPr/>
          </p:nvSpPr>
          <p:spPr>
            <a:xfrm>
              <a:off x="5692081" y="1812866"/>
              <a:ext cx="4940" cy="82491"/>
            </a:xfrm>
            <a:custGeom>
              <a:avLst/>
              <a:gdLst>
                <a:gd name="connsiteX0" fmla="*/ 0 w 9525"/>
                <a:gd name="connsiteY0" fmla="*/ 159068 h 159067"/>
                <a:gd name="connsiteX1" fmla="*/ 0 w 9525"/>
                <a:gd name="connsiteY1" fmla="*/ 0 h 159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59067">
                  <a:moveTo>
                    <a:pt x="0" y="159068"/>
                  </a:moveTo>
                  <a:lnTo>
                    <a:pt x="0" y="0"/>
                  </a:lnTo>
                </a:path>
              </a:pathLst>
            </a:custGeom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/>
            </a:p>
          </p:txBody>
        </p:sp>
        <p:sp>
          <p:nvSpPr>
            <p:cNvPr id="158" name="Freihandform: Form 157">
              <a:extLst>
                <a:ext uri="{FF2B5EF4-FFF2-40B4-BE49-F238E27FC236}">
                  <a16:creationId xmlns:a16="http://schemas.microsoft.com/office/drawing/2014/main" id="{6BDCCCC5-8C4C-8300-FEE2-433B762B47BA}"/>
                </a:ext>
              </a:extLst>
            </p:cNvPr>
            <p:cNvSpPr/>
            <p:nvPr/>
          </p:nvSpPr>
          <p:spPr>
            <a:xfrm>
              <a:off x="5716779" y="1807926"/>
              <a:ext cx="4940" cy="87430"/>
            </a:xfrm>
            <a:custGeom>
              <a:avLst/>
              <a:gdLst>
                <a:gd name="connsiteX0" fmla="*/ 0 w 9525"/>
                <a:gd name="connsiteY0" fmla="*/ 168593 h 168592"/>
                <a:gd name="connsiteX1" fmla="*/ 0 w 9525"/>
                <a:gd name="connsiteY1" fmla="*/ 0 h 168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68592">
                  <a:moveTo>
                    <a:pt x="0" y="168593"/>
                  </a:moveTo>
                  <a:lnTo>
                    <a:pt x="0" y="0"/>
                  </a:lnTo>
                </a:path>
              </a:pathLst>
            </a:custGeom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/>
            </a:p>
          </p:txBody>
        </p:sp>
        <p:sp>
          <p:nvSpPr>
            <p:cNvPr id="159" name="Freihandform: Form 158">
              <a:extLst>
                <a:ext uri="{FF2B5EF4-FFF2-40B4-BE49-F238E27FC236}">
                  <a16:creationId xmlns:a16="http://schemas.microsoft.com/office/drawing/2014/main" id="{86ADA6B0-015F-8911-118B-DDB1E7212059}"/>
                </a:ext>
              </a:extLst>
            </p:cNvPr>
            <p:cNvSpPr/>
            <p:nvPr/>
          </p:nvSpPr>
          <p:spPr>
            <a:xfrm>
              <a:off x="5741427" y="1824227"/>
              <a:ext cx="4940" cy="71130"/>
            </a:xfrm>
            <a:custGeom>
              <a:avLst/>
              <a:gdLst>
                <a:gd name="connsiteX0" fmla="*/ 0 w 9525"/>
                <a:gd name="connsiteY0" fmla="*/ 137160 h 137160"/>
                <a:gd name="connsiteX1" fmla="*/ 0 w 9525"/>
                <a:gd name="connsiteY1" fmla="*/ 0 h 13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37160">
                  <a:moveTo>
                    <a:pt x="0" y="137160"/>
                  </a:moveTo>
                  <a:lnTo>
                    <a:pt x="0" y="0"/>
                  </a:lnTo>
                </a:path>
              </a:pathLst>
            </a:custGeom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/>
            </a:p>
          </p:txBody>
        </p:sp>
        <p:sp>
          <p:nvSpPr>
            <p:cNvPr id="160" name="Freihandform: Form 159">
              <a:extLst>
                <a:ext uri="{FF2B5EF4-FFF2-40B4-BE49-F238E27FC236}">
                  <a16:creationId xmlns:a16="http://schemas.microsoft.com/office/drawing/2014/main" id="{64923403-DC1C-6CA1-2FC9-A6CD58DD4FB1}"/>
                </a:ext>
              </a:extLst>
            </p:cNvPr>
            <p:cNvSpPr/>
            <p:nvPr/>
          </p:nvSpPr>
          <p:spPr>
            <a:xfrm>
              <a:off x="5766125" y="1822251"/>
              <a:ext cx="4940" cy="73105"/>
            </a:xfrm>
            <a:custGeom>
              <a:avLst/>
              <a:gdLst>
                <a:gd name="connsiteX0" fmla="*/ 0 w 9525"/>
                <a:gd name="connsiteY0" fmla="*/ 140970 h 140969"/>
                <a:gd name="connsiteX1" fmla="*/ 0 w 9525"/>
                <a:gd name="connsiteY1" fmla="*/ 0 h 140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40969">
                  <a:moveTo>
                    <a:pt x="0" y="140970"/>
                  </a:moveTo>
                  <a:lnTo>
                    <a:pt x="0" y="0"/>
                  </a:lnTo>
                </a:path>
              </a:pathLst>
            </a:custGeom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/>
            </a:p>
          </p:txBody>
        </p:sp>
        <p:sp>
          <p:nvSpPr>
            <p:cNvPr id="161" name="Freihandform: Form 160">
              <a:extLst>
                <a:ext uri="{FF2B5EF4-FFF2-40B4-BE49-F238E27FC236}">
                  <a16:creationId xmlns:a16="http://schemas.microsoft.com/office/drawing/2014/main" id="{66134861-BF10-6D63-1C5F-DBB9A2BF7AB3}"/>
                </a:ext>
              </a:extLst>
            </p:cNvPr>
            <p:cNvSpPr/>
            <p:nvPr/>
          </p:nvSpPr>
          <p:spPr>
            <a:xfrm>
              <a:off x="5790823" y="1798541"/>
              <a:ext cx="4940" cy="96815"/>
            </a:xfrm>
            <a:custGeom>
              <a:avLst/>
              <a:gdLst>
                <a:gd name="connsiteX0" fmla="*/ 0 w 9525"/>
                <a:gd name="connsiteY0" fmla="*/ 186690 h 186689"/>
                <a:gd name="connsiteX1" fmla="*/ 0 w 9525"/>
                <a:gd name="connsiteY1" fmla="*/ 0 h 186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86689">
                  <a:moveTo>
                    <a:pt x="0" y="186690"/>
                  </a:moveTo>
                  <a:lnTo>
                    <a:pt x="0" y="0"/>
                  </a:lnTo>
                </a:path>
              </a:pathLst>
            </a:custGeom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A2F29B2D-0CBB-E101-5BCB-BC1875C1310C}"/>
                </a:ext>
              </a:extLst>
            </p:cNvPr>
            <p:cNvSpPr/>
            <p:nvPr/>
          </p:nvSpPr>
          <p:spPr>
            <a:xfrm>
              <a:off x="5815521" y="1790144"/>
              <a:ext cx="4940" cy="105213"/>
            </a:xfrm>
            <a:custGeom>
              <a:avLst/>
              <a:gdLst>
                <a:gd name="connsiteX0" fmla="*/ 0 w 9525"/>
                <a:gd name="connsiteY0" fmla="*/ 202883 h 202882"/>
                <a:gd name="connsiteX1" fmla="*/ 0 w 9525"/>
                <a:gd name="connsiteY1" fmla="*/ 0 h 202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02882">
                  <a:moveTo>
                    <a:pt x="0" y="202883"/>
                  </a:moveTo>
                  <a:lnTo>
                    <a:pt x="0" y="0"/>
                  </a:lnTo>
                </a:path>
              </a:pathLst>
            </a:custGeom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/>
            </a:p>
          </p:txBody>
        </p:sp>
      </p:grpSp>
      <p:sp>
        <p:nvSpPr>
          <p:cNvPr id="134" name="Rechteck 133">
            <a:extLst>
              <a:ext uri="{FF2B5EF4-FFF2-40B4-BE49-F238E27FC236}">
                <a16:creationId xmlns:a16="http://schemas.microsoft.com/office/drawing/2014/main" id="{9B7656AE-4C4F-7BCD-FFD4-A0939BEBA695}"/>
              </a:ext>
            </a:extLst>
          </p:cNvPr>
          <p:cNvSpPr/>
          <p:nvPr/>
        </p:nvSpPr>
        <p:spPr>
          <a:xfrm>
            <a:off x="9216492" y="5605636"/>
            <a:ext cx="2222500" cy="59687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anchor="ctr"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err="1">
                <a:latin typeface="Arial" panose="020B0604020202020204" pitchFamily="34" charset="0"/>
                <a:cs typeface="Arial" panose="020B0604020202020204" pitchFamily="34" charset="0"/>
              </a:rPr>
              <a:t>Motivierung</a:t>
            </a:r>
            <a:r>
              <a:rPr lang="en-GB" sz="1200">
                <a:latin typeface="Arial" panose="020B0604020202020204" pitchFamily="34" charset="0"/>
                <a:cs typeface="Arial" panose="020B0604020202020204" pitchFamily="34" charset="0"/>
              </a:rPr>
              <a:t> und </a:t>
            </a:r>
            <a:br>
              <a:rPr lang="en-GB" sz="12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200" err="1">
                <a:latin typeface="Arial" panose="020B0604020202020204" pitchFamily="34" charset="0"/>
                <a:cs typeface="Arial" panose="020B0604020202020204" pitchFamily="34" charset="0"/>
              </a:rPr>
              <a:t>Belohnung</a:t>
            </a:r>
            <a:r>
              <a:rPr lang="en-GB" sz="1200">
                <a:latin typeface="Arial" panose="020B0604020202020204" pitchFamily="34" charset="0"/>
                <a:cs typeface="Arial" panose="020B0604020202020204" pitchFamily="34" charset="0"/>
              </a:rPr>
              <a:t> von </a:t>
            </a:r>
            <a:r>
              <a:rPr lang="en-GB" sz="1200" err="1">
                <a:latin typeface="Arial" panose="020B0604020202020204" pitchFamily="34" charset="0"/>
                <a:cs typeface="Arial" panose="020B0604020202020204" pitchFamily="34" charset="0"/>
              </a:rPr>
              <a:t>Kunden</a:t>
            </a:r>
            <a:endParaRPr lang="en-GB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5" name="Rechteck 134">
            <a:extLst>
              <a:ext uri="{FF2B5EF4-FFF2-40B4-BE49-F238E27FC236}">
                <a16:creationId xmlns:a16="http://schemas.microsoft.com/office/drawing/2014/main" id="{571E8EA4-8BD2-7EFF-7CE5-CC01F65441FF}"/>
              </a:ext>
            </a:extLst>
          </p:cNvPr>
          <p:cNvSpPr/>
          <p:nvPr/>
        </p:nvSpPr>
        <p:spPr>
          <a:xfrm>
            <a:off x="3573103" y="5605636"/>
            <a:ext cx="2826941" cy="59687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anchor="ctr"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err="1">
                <a:latin typeface="Arial" panose="020B0604020202020204" pitchFamily="34" charset="0"/>
                <a:cs typeface="Arial" panose="020B0604020202020204" pitchFamily="34" charset="0"/>
              </a:rPr>
              <a:t>Einheitliche</a:t>
            </a:r>
            <a:r>
              <a:rPr lang="en-GB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err="1">
                <a:latin typeface="Arial" panose="020B0604020202020204" pitchFamily="34" charset="0"/>
                <a:cs typeface="Arial" panose="020B0604020202020204" pitchFamily="34" charset="0"/>
              </a:rPr>
              <a:t>Erfahrung</a:t>
            </a:r>
            <a:r>
              <a:rPr lang="en-GB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err="1">
                <a:latin typeface="Arial" panose="020B0604020202020204" pitchFamily="34" charset="0"/>
                <a:cs typeface="Arial" panose="020B0604020202020204" pitchFamily="34" charset="0"/>
              </a:rPr>
              <a:t>über</a:t>
            </a:r>
            <a:r>
              <a:rPr lang="en-GB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GB" sz="1200">
                <a:latin typeface="Arial" panose="020B0604020202020204" pitchFamily="34" charset="0"/>
                <a:cs typeface="Arial" panose="020B0604020202020204" pitchFamily="34" charset="0"/>
              </a:rPr>
              <a:t>alle </a:t>
            </a:r>
            <a:r>
              <a:rPr lang="en-GB" sz="1200" err="1">
                <a:latin typeface="Arial" panose="020B0604020202020204" pitchFamily="34" charset="0"/>
                <a:cs typeface="Arial" panose="020B0604020202020204" pitchFamily="34" charset="0"/>
              </a:rPr>
              <a:t>Kanäle</a:t>
            </a:r>
            <a:r>
              <a:rPr lang="en-GB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200" err="1">
                <a:latin typeface="Arial" panose="020B0604020202020204" pitchFamily="34" charset="0"/>
                <a:cs typeface="Arial" panose="020B0604020202020204" pitchFamily="34" charset="0"/>
              </a:rPr>
              <a:t>hinweg</a:t>
            </a:r>
            <a:endParaRPr lang="en-GB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6" name="Grafik 42">
            <a:extLst>
              <a:ext uri="{FF2B5EF4-FFF2-40B4-BE49-F238E27FC236}">
                <a16:creationId xmlns:a16="http://schemas.microsoft.com/office/drawing/2014/main" id="{F5A96032-5DA8-BFE9-7CD2-F04AC1D80D31}"/>
              </a:ext>
            </a:extLst>
          </p:cNvPr>
          <p:cNvGrpSpPr>
            <a:grpSpLocks noChangeAspect="1"/>
          </p:cNvGrpSpPr>
          <p:nvPr/>
        </p:nvGrpSpPr>
        <p:grpSpPr>
          <a:xfrm>
            <a:off x="6018419" y="5748119"/>
            <a:ext cx="311910" cy="311910"/>
            <a:chOff x="5900896" y="3233896"/>
            <a:chExt cx="288244" cy="288244"/>
          </a:xfrm>
          <a:noFill/>
        </p:grpSpPr>
        <p:sp>
          <p:nvSpPr>
            <p:cNvPr id="150" name="Freihandform: Form 149">
              <a:extLst>
                <a:ext uri="{FF2B5EF4-FFF2-40B4-BE49-F238E27FC236}">
                  <a16:creationId xmlns:a16="http://schemas.microsoft.com/office/drawing/2014/main" id="{6A5C91F2-72FB-1E1A-38E2-F0E4C81A1724}"/>
                </a:ext>
              </a:extLst>
            </p:cNvPr>
            <p:cNvSpPr/>
            <p:nvPr/>
          </p:nvSpPr>
          <p:spPr>
            <a:xfrm>
              <a:off x="5900896" y="3233896"/>
              <a:ext cx="288244" cy="288244"/>
            </a:xfrm>
            <a:custGeom>
              <a:avLst/>
              <a:gdLst>
                <a:gd name="connsiteX0" fmla="*/ 288245 w 288244"/>
                <a:gd name="connsiteY0" fmla="*/ 144122 h 288244"/>
                <a:gd name="connsiteX1" fmla="*/ 144122 w 288244"/>
                <a:gd name="connsiteY1" fmla="*/ 288245 h 288244"/>
                <a:gd name="connsiteX2" fmla="*/ 0 w 288244"/>
                <a:gd name="connsiteY2" fmla="*/ 144122 h 288244"/>
                <a:gd name="connsiteX3" fmla="*/ 144122 w 288244"/>
                <a:gd name="connsiteY3" fmla="*/ 0 h 288244"/>
                <a:gd name="connsiteX4" fmla="*/ 288245 w 288244"/>
                <a:gd name="connsiteY4" fmla="*/ 144122 h 288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8244" h="288244">
                  <a:moveTo>
                    <a:pt x="288245" y="144122"/>
                  </a:moveTo>
                  <a:cubicBezTo>
                    <a:pt x="288245" y="223565"/>
                    <a:pt x="223565" y="288245"/>
                    <a:pt x="144122" y="288245"/>
                  </a:cubicBezTo>
                  <a:cubicBezTo>
                    <a:pt x="64679" y="288245"/>
                    <a:pt x="0" y="223565"/>
                    <a:pt x="0" y="144122"/>
                  </a:cubicBezTo>
                  <a:cubicBezTo>
                    <a:pt x="0" y="64679"/>
                    <a:pt x="64679" y="0"/>
                    <a:pt x="144122" y="0"/>
                  </a:cubicBezTo>
                  <a:cubicBezTo>
                    <a:pt x="223565" y="0"/>
                    <a:pt x="288245" y="64679"/>
                    <a:pt x="288245" y="144122"/>
                  </a:cubicBezTo>
                  <a:close/>
                </a:path>
              </a:pathLst>
            </a:custGeom>
            <a:solidFill>
              <a:schemeClr val="bg1"/>
            </a:solidFill>
            <a:ln w="127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" name="Freihandform: Form 150">
              <a:extLst>
                <a:ext uri="{FF2B5EF4-FFF2-40B4-BE49-F238E27FC236}">
                  <a16:creationId xmlns:a16="http://schemas.microsoft.com/office/drawing/2014/main" id="{35CEB295-F0BA-391A-EFF6-1EA4CBB3F214}"/>
                </a:ext>
              </a:extLst>
            </p:cNvPr>
            <p:cNvSpPr/>
            <p:nvPr/>
          </p:nvSpPr>
          <p:spPr>
            <a:xfrm>
              <a:off x="5981745" y="3316151"/>
              <a:ext cx="145528" cy="125140"/>
            </a:xfrm>
            <a:custGeom>
              <a:avLst/>
              <a:gdLst>
                <a:gd name="connsiteX0" fmla="*/ 0 w 145528"/>
                <a:gd name="connsiteY0" fmla="*/ 68898 h 125140"/>
                <a:gd name="connsiteX1" fmla="*/ 54837 w 145528"/>
                <a:gd name="connsiteY1" fmla="*/ 125140 h 125140"/>
                <a:gd name="connsiteX2" fmla="*/ 145528 w 145528"/>
                <a:gd name="connsiteY2" fmla="*/ 0 h 125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528" h="125140">
                  <a:moveTo>
                    <a:pt x="0" y="68898"/>
                  </a:moveTo>
                  <a:lnTo>
                    <a:pt x="54837" y="125140"/>
                  </a:lnTo>
                  <a:lnTo>
                    <a:pt x="145528" y="0"/>
                  </a:lnTo>
                </a:path>
              </a:pathLst>
            </a:custGeom>
            <a:noFill/>
            <a:ln w="12700" cap="rnd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37" name="Rechteck 136">
            <a:extLst>
              <a:ext uri="{FF2B5EF4-FFF2-40B4-BE49-F238E27FC236}">
                <a16:creationId xmlns:a16="http://schemas.microsoft.com/office/drawing/2014/main" id="{7406C9D6-D4B3-7804-E54D-4C3DDAECB4F9}"/>
              </a:ext>
            </a:extLst>
          </p:cNvPr>
          <p:cNvSpPr/>
          <p:nvPr/>
        </p:nvSpPr>
        <p:spPr>
          <a:xfrm>
            <a:off x="6501051" y="5605636"/>
            <a:ext cx="2620919" cy="59687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anchor="ctr"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err="1">
                <a:latin typeface="Arial" panose="020B0604020202020204" pitchFamily="34" charset="0"/>
                <a:cs typeface="Arial" panose="020B0604020202020204" pitchFamily="34" charset="0"/>
              </a:rPr>
              <a:t>Generierung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 und </a:t>
            </a:r>
            <a:r>
              <a:rPr lang="en-US" sz="1200" err="1">
                <a:latin typeface="Arial" panose="020B0604020202020204" pitchFamily="34" charset="0"/>
                <a:cs typeface="Arial" panose="020B0604020202020204" pitchFamily="34" charset="0"/>
              </a:rPr>
              <a:t>Analyse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von 1</a:t>
            </a:r>
            <a:r>
              <a:rPr lang="en-US" sz="1200" baseline="30000"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 Party </a:t>
            </a:r>
            <a:r>
              <a:rPr lang="en-US" sz="1200" err="1">
                <a:latin typeface="Arial" panose="020B0604020202020204" pitchFamily="34" charset="0"/>
                <a:cs typeface="Arial" panose="020B0604020202020204" pitchFamily="34" charset="0"/>
              </a:rPr>
              <a:t>Daten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grpSp>
        <p:nvGrpSpPr>
          <p:cNvPr id="138" name="Grafik 42">
            <a:extLst>
              <a:ext uri="{FF2B5EF4-FFF2-40B4-BE49-F238E27FC236}">
                <a16:creationId xmlns:a16="http://schemas.microsoft.com/office/drawing/2014/main" id="{C5632288-DCD9-39F7-13FC-49929A1DB903}"/>
              </a:ext>
            </a:extLst>
          </p:cNvPr>
          <p:cNvGrpSpPr>
            <a:grpSpLocks noChangeAspect="1"/>
          </p:cNvGrpSpPr>
          <p:nvPr/>
        </p:nvGrpSpPr>
        <p:grpSpPr>
          <a:xfrm>
            <a:off x="8733860" y="5748119"/>
            <a:ext cx="311910" cy="311910"/>
            <a:chOff x="5900896" y="3233896"/>
            <a:chExt cx="288244" cy="288244"/>
          </a:xfrm>
          <a:noFill/>
        </p:grpSpPr>
        <p:sp>
          <p:nvSpPr>
            <p:cNvPr id="148" name="Freihandform: Form 147">
              <a:extLst>
                <a:ext uri="{FF2B5EF4-FFF2-40B4-BE49-F238E27FC236}">
                  <a16:creationId xmlns:a16="http://schemas.microsoft.com/office/drawing/2014/main" id="{8CDA8B60-491A-BDE5-6E88-182AA0427298}"/>
                </a:ext>
              </a:extLst>
            </p:cNvPr>
            <p:cNvSpPr/>
            <p:nvPr/>
          </p:nvSpPr>
          <p:spPr>
            <a:xfrm>
              <a:off x="5900896" y="3233896"/>
              <a:ext cx="288244" cy="288244"/>
            </a:xfrm>
            <a:custGeom>
              <a:avLst/>
              <a:gdLst>
                <a:gd name="connsiteX0" fmla="*/ 288245 w 288244"/>
                <a:gd name="connsiteY0" fmla="*/ 144122 h 288244"/>
                <a:gd name="connsiteX1" fmla="*/ 144122 w 288244"/>
                <a:gd name="connsiteY1" fmla="*/ 288245 h 288244"/>
                <a:gd name="connsiteX2" fmla="*/ 0 w 288244"/>
                <a:gd name="connsiteY2" fmla="*/ 144122 h 288244"/>
                <a:gd name="connsiteX3" fmla="*/ 144122 w 288244"/>
                <a:gd name="connsiteY3" fmla="*/ 0 h 288244"/>
                <a:gd name="connsiteX4" fmla="*/ 288245 w 288244"/>
                <a:gd name="connsiteY4" fmla="*/ 144122 h 288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8244" h="288244">
                  <a:moveTo>
                    <a:pt x="288245" y="144122"/>
                  </a:moveTo>
                  <a:cubicBezTo>
                    <a:pt x="288245" y="223565"/>
                    <a:pt x="223565" y="288245"/>
                    <a:pt x="144122" y="288245"/>
                  </a:cubicBezTo>
                  <a:cubicBezTo>
                    <a:pt x="64679" y="288245"/>
                    <a:pt x="0" y="223565"/>
                    <a:pt x="0" y="144122"/>
                  </a:cubicBezTo>
                  <a:cubicBezTo>
                    <a:pt x="0" y="64679"/>
                    <a:pt x="64679" y="0"/>
                    <a:pt x="144122" y="0"/>
                  </a:cubicBezTo>
                  <a:cubicBezTo>
                    <a:pt x="223565" y="0"/>
                    <a:pt x="288245" y="64679"/>
                    <a:pt x="288245" y="144122"/>
                  </a:cubicBezTo>
                  <a:close/>
                </a:path>
              </a:pathLst>
            </a:custGeom>
            <a:solidFill>
              <a:schemeClr val="bg1"/>
            </a:solidFill>
            <a:ln w="127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" name="Freihandform: Form 148">
              <a:extLst>
                <a:ext uri="{FF2B5EF4-FFF2-40B4-BE49-F238E27FC236}">
                  <a16:creationId xmlns:a16="http://schemas.microsoft.com/office/drawing/2014/main" id="{56F05A84-FB2A-05E7-1447-3054F038852E}"/>
                </a:ext>
              </a:extLst>
            </p:cNvPr>
            <p:cNvSpPr/>
            <p:nvPr/>
          </p:nvSpPr>
          <p:spPr>
            <a:xfrm>
              <a:off x="5981745" y="3316151"/>
              <a:ext cx="145528" cy="125140"/>
            </a:xfrm>
            <a:custGeom>
              <a:avLst/>
              <a:gdLst>
                <a:gd name="connsiteX0" fmla="*/ 0 w 145528"/>
                <a:gd name="connsiteY0" fmla="*/ 68898 h 125140"/>
                <a:gd name="connsiteX1" fmla="*/ 54837 w 145528"/>
                <a:gd name="connsiteY1" fmla="*/ 125140 h 125140"/>
                <a:gd name="connsiteX2" fmla="*/ 145528 w 145528"/>
                <a:gd name="connsiteY2" fmla="*/ 0 h 125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528" h="125140">
                  <a:moveTo>
                    <a:pt x="0" y="68898"/>
                  </a:moveTo>
                  <a:lnTo>
                    <a:pt x="54837" y="125140"/>
                  </a:lnTo>
                  <a:lnTo>
                    <a:pt x="145528" y="0"/>
                  </a:lnTo>
                </a:path>
              </a:pathLst>
            </a:custGeom>
            <a:noFill/>
            <a:ln w="12700" cap="rnd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39" name="Grafik 42">
            <a:extLst>
              <a:ext uri="{FF2B5EF4-FFF2-40B4-BE49-F238E27FC236}">
                <a16:creationId xmlns:a16="http://schemas.microsoft.com/office/drawing/2014/main" id="{9ACB273E-8133-3E0D-1ED8-A4B5A46E644E}"/>
              </a:ext>
            </a:extLst>
          </p:cNvPr>
          <p:cNvGrpSpPr>
            <a:grpSpLocks noChangeAspect="1"/>
          </p:cNvGrpSpPr>
          <p:nvPr/>
        </p:nvGrpSpPr>
        <p:grpSpPr>
          <a:xfrm>
            <a:off x="11050882" y="5748119"/>
            <a:ext cx="311910" cy="311910"/>
            <a:chOff x="5900896" y="3233896"/>
            <a:chExt cx="288244" cy="288244"/>
          </a:xfrm>
          <a:noFill/>
        </p:grpSpPr>
        <p:sp>
          <p:nvSpPr>
            <p:cNvPr id="146" name="Freihandform: Form 145">
              <a:extLst>
                <a:ext uri="{FF2B5EF4-FFF2-40B4-BE49-F238E27FC236}">
                  <a16:creationId xmlns:a16="http://schemas.microsoft.com/office/drawing/2014/main" id="{58DEF669-34DD-2654-5F1E-6BBC1CEE2D29}"/>
                </a:ext>
              </a:extLst>
            </p:cNvPr>
            <p:cNvSpPr/>
            <p:nvPr/>
          </p:nvSpPr>
          <p:spPr>
            <a:xfrm>
              <a:off x="5900896" y="3233896"/>
              <a:ext cx="288244" cy="288244"/>
            </a:xfrm>
            <a:custGeom>
              <a:avLst/>
              <a:gdLst>
                <a:gd name="connsiteX0" fmla="*/ 288245 w 288244"/>
                <a:gd name="connsiteY0" fmla="*/ 144122 h 288244"/>
                <a:gd name="connsiteX1" fmla="*/ 144122 w 288244"/>
                <a:gd name="connsiteY1" fmla="*/ 288245 h 288244"/>
                <a:gd name="connsiteX2" fmla="*/ 0 w 288244"/>
                <a:gd name="connsiteY2" fmla="*/ 144122 h 288244"/>
                <a:gd name="connsiteX3" fmla="*/ 144122 w 288244"/>
                <a:gd name="connsiteY3" fmla="*/ 0 h 288244"/>
                <a:gd name="connsiteX4" fmla="*/ 288245 w 288244"/>
                <a:gd name="connsiteY4" fmla="*/ 144122 h 288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8244" h="288244">
                  <a:moveTo>
                    <a:pt x="288245" y="144122"/>
                  </a:moveTo>
                  <a:cubicBezTo>
                    <a:pt x="288245" y="223565"/>
                    <a:pt x="223565" y="288245"/>
                    <a:pt x="144122" y="288245"/>
                  </a:cubicBezTo>
                  <a:cubicBezTo>
                    <a:pt x="64679" y="288245"/>
                    <a:pt x="0" y="223565"/>
                    <a:pt x="0" y="144122"/>
                  </a:cubicBezTo>
                  <a:cubicBezTo>
                    <a:pt x="0" y="64679"/>
                    <a:pt x="64679" y="0"/>
                    <a:pt x="144122" y="0"/>
                  </a:cubicBezTo>
                  <a:cubicBezTo>
                    <a:pt x="223565" y="0"/>
                    <a:pt x="288245" y="64679"/>
                    <a:pt x="288245" y="144122"/>
                  </a:cubicBezTo>
                  <a:close/>
                </a:path>
              </a:pathLst>
            </a:custGeom>
            <a:solidFill>
              <a:schemeClr val="bg1"/>
            </a:solidFill>
            <a:ln w="127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" name="Freihandform: Form 146">
              <a:extLst>
                <a:ext uri="{FF2B5EF4-FFF2-40B4-BE49-F238E27FC236}">
                  <a16:creationId xmlns:a16="http://schemas.microsoft.com/office/drawing/2014/main" id="{C9861BF6-7452-C402-70FF-35EFDBF4AAAC}"/>
                </a:ext>
              </a:extLst>
            </p:cNvPr>
            <p:cNvSpPr/>
            <p:nvPr/>
          </p:nvSpPr>
          <p:spPr>
            <a:xfrm>
              <a:off x="5981745" y="3316151"/>
              <a:ext cx="145528" cy="125140"/>
            </a:xfrm>
            <a:custGeom>
              <a:avLst/>
              <a:gdLst>
                <a:gd name="connsiteX0" fmla="*/ 0 w 145528"/>
                <a:gd name="connsiteY0" fmla="*/ 68898 h 125140"/>
                <a:gd name="connsiteX1" fmla="*/ 54837 w 145528"/>
                <a:gd name="connsiteY1" fmla="*/ 125140 h 125140"/>
                <a:gd name="connsiteX2" fmla="*/ 145528 w 145528"/>
                <a:gd name="connsiteY2" fmla="*/ 0 h 125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528" h="125140">
                  <a:moveTo>
                    <a:pt x="0" y="68898"/>
                  </a:moveTo>
                  <a:lnTo>
                    <a:pt x="54837" y="125140"/>
                  </a:lnTo>
                  <a:lnTo>
                    <a:pt x="145528" y="0"/>
                  </a:lnTo>
                </a:path>
              </a:pathLst>
            </a:custGeom>
            <a:noFill/>
            <a:ln w="12700" cap="rnd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42" name="Gleichschenkliges Dreieck 141">
            <a:extLst>
              <a:ext uri="{FF2B5EF4-FFF2-40B4-BE49-F238E27FC236}">
                <a16:creationId xmlns:a16="http://schemas.microsoft.com/office/drawing/2014/main" id="{EF3717ED-9523-F69E-DAF4-C32C8A94CE61}"/>
              </a:ext>
            </a:extLst>
          </p:cNvPr>
          <p:cNvSpPr/>
          <p:nvPr/>
        </p:nvSpPr>
        <p:spPr>
          <a:xfrm rot="10800000">
            <a:off x="7658970" y="5342210"/>
            <a:ext cx="270473" cy="142873"/>
          </a:xfrm>
          <a:prstGeom prst="triangle">
            <a:avLst/>
          </a:prstGeom>
          <a:solidFill>
            <a:schemeClr val="tx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" name="Gleichschenkliges Dreieck 142">
            <a:extLst>
              <a:ext uri="{FF2B5EF4-FFF2-40B4-BE49-F238E27FC236}">
                <a16:creationId xmlns:a16="http://schemas.microsoft.com/office/drawing/2014/main" id="{992DC536-1A77-B841-6083-8DF3F4C31596}"/>
              </a:ext>
            </a:extLst>
          </p:cNvPr>
          <p:cNvSpPr/>
          <p:nvPr/>
        </p:nvSpPr>
        <p:spPr>
          <a:xfrm rot="10800000">
            <a:off x="10184317" y="5342210"/>
            <a:ext cx="270473" cy="142873"/>
          </a:xfrm>
          <a:prstGeom prst="triangle">
            <a:avLst/>
          </a:prstGeom>
          <a:solidFill>
            <a:schemeClr val="tx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4" name="Gleichschenkliges Dreieck 143">
            <a:extLst>
              <a:ext uri="{FF2B5EF4-FFF2-40B4-BE49-F238E27FC236}">
                <a16:creationId xmlns:a16="http://schemas.microsoft.com/office/drawing/2014/main" id="{B040E164-F051-28DD-E8D7-AB1F0B10EB97}"/>
              </a:ext>
            </a:extLst>
          </p:cNvPr>
          <p:cNvSpPr/>
          <p:nvPr/>
        </p:nvSpPr>
        <p:spPr>
          <a:xfrm rot="10800000">
            <a:off x="5133687" y="5342210"/>
            <a:ext cx="270473" cy="142873"/>
          </a:xfrm>
          <a:prstGeom prst="triangle">
            <a:avLst/>
          </a:prstGeom>
          <a:solidFill>
            <a:schemeClr val="tx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5" name="Gerade Verbindung mit Pfeil 144">
            <a:extLst>
              <a:ext uri="{FF2B5EF4-FFF2-40B4-BE49-F238E27FC236}">
                <a16:creationId xmlns:a16="http://schemas.microsoft.com/office/drawing/2014/main" id="{CA0E564E-49B5-B970-0E66-0F71238BD6BA}"/>
              </a:ext>
            </a:extLst>
          </p:cNvPr>
          <p:cNvCxnSpPr>
            <a:cxnSpLocks/>
          </p:cNvCxnSpPr>
          <p:nvPr/>
        </p:nvCxnSpPr>
        <p:spPr>
          <a:xfrm flipV="1">
            <a:off x="579358" y="5343422"/>
            <a:ext cx="10920412" cy="5299"/>
          </a:xfrm>
          <a:prstGeom prst="straightConnector1">
            <a:avLst/>
          </a:prstGeom>
          <a:ln w="12700" cap="rnd">
            <a:solidFill>
              <a:schemeClr val="tx2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el 1">
            <a:extLst>
              <a:ext uri="{FF2B5EF4-FFF2-40B4-BE49-F238E27FC236}">
                <a16:creationId xmlns:a16="http://schemas.microsoft.com/office/drawing/2014/main" id="{B6869B5F-8B08-165D-C4FA-780EF89C0922}"/>
              </a:ext>
            </a:extLst>
          </p:cNvPr>
          <p:cNvSpPr txBox="1">
            <a:spLocks/>
          </p:cNvSpPr>
          <p:nvPr/>
        </p:nvSpPr>
        <p:spPr>
          <a:xfrm>
            <a:off x="393976" y="551659"/>
            <a:ext cx="9099918" cy="3837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600" err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Convercus</a:t>
            </a:r>
            <a:r>
              <a:rPr lang="de-DE" sz="16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 </a:t>
            </a:r>
            <a:r>
              <a:rPr lang="de-DE" sz="1600" err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Loyalty</a:t>
            </a:r>
            <a:r>
              <a:rPr lang="de-DE" sz="16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 &amp; </a:t>
            </a:r>
            <a:r>
              <a:rPr lang="de-DE" sz="1600" err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Couponing</a:t>
            </a:r>
            <a:r>
              <a:rPr lang="de-DE" sz="1600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 schafft Mehrwert in der gesamten Customer Journey </a:t>
            </a:r>
            <a:endParaRPr lang="en-GB" sz="1600">
              <a:solidFill>
                <a:schemeClr val="accent4">
                  <a:lumMod val="25000"/>
                </a:schemeClr>
              </a:solidFill>
              <a:latin typeface="Montserrat" panose="02000505000000020004" pitchFamily="2" charset="77"/>
            </a:endParaRPr>
          </a:p>
        </p:txBody>
      </p:sp>
      <p:sp>
        <p:nvSpPr>
          <p:cNvPr id="4" name="Google Shape;231;p37">
            <a:extLst>
              <a:ext uri="{FF2B5EF4-FFF2-40B4-BE49-F238E27FC236}">
                <a16:creationId xmlns:a16="http://schemas.microsoft.com/office/drawing/2014/main" id="{F40C4B9E-B437-98A6-1912-C71A9F22A3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3623" y="165902"/>
            <a:ext cx="11002858" cy="38565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de-DE" sz="2200" b="1">
                <a:solidFill>
                  <a:schemeClr val="accent4">
                    <a:lumMod val="25000"/>
                  </a:schemeClr>
                </a:solidFill>
                <a:latin typeface="Montserrat" panose="02000505000000020004" pitchFamily="2" charset="77"/>
              </a:rPr>
              <a:t>Unsere Leistungen</a:t>
            </a:r>
          </a:p>
        </p:txBody>
      </p:sp>
    </p:spTree>
    <p:extLst>
      <p:ext uri="{BB962C8B-B14F-4D97-AF65-F5344CB8AC3E}">
        <p14:creationId xmlns:p14="http://schemas.microsoft.com/office/powerpoint/2010/main" val="36577385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570A7-1174-493B-8E67-FC780CA2A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544" y="39274"/>
            <a:ext cx="9266773" cy="1043250"/>
          </a:xfrm>
        </p:spPr>
        <p:txBody>
          <a:bodyPr>
            <a:noAutofit/>
          </a:bodyPr>
          <a:lstStyle/>
          <a:p>
            <a:r>
              <a:rPr lang="en-US" sz="2800" cap="all">
                <a:solidFill>
                  <a:schemeClr val="tx1"/>
                </a:solidFill>
              </a:rPr>
              <a:t>CONVERCUS LOYALTY </a:t>
            </a:r>
            <a:r>
              <a:rPr lang="en-US" sz="2800" cap="all" err="1">
                <a:solidFill>
                  <a:schemeClr val="tx1"/>
                </a:solidFill>
              </a:rPr>
              <a:t>schafft</a:t>
            </a:r>
            <a:r>
              <a:rPr lang="en-US" sz="2800" cap="all">
                <a:solidFill>
                  <a:schemeClr val="tx1"/>
                </a:solidFill>
              </a:rPr>
              <a:t> </a:t>
            </a:r>
            <a:r>
              <a:rPr lang="en-US" sz="2800" cap="all" err="1">
                <a:solidFill>
                  <a:schemeClr val="tx1"/>
                </a:solidFill>
              </a:rPr>
              <a:t>mehrwert</a:t>
            </a:r>
            <a:r>
              <a:rPr lang="en-US" sz="2800" cap="all">
                <a:solidFill>
                  <a:schemeClr val="tx1"/>
                </a:solidFill>
              </a:rPr>
              <a:t> </a:t>
            </a:r>
            <a:r>
              <a:rPr lang="en-US" sz="2800" cap="all" err="1">
                <a:solidFill>
                  <a:schemeClr val="tx1"/>
                </a:solidFill>
              </a:rPr>
              <a:t>durch</a:t>
            </a:r>
            <a:r>
              <a:rPr lang="en-US" sz="2800" cap="all">
                <a:solidFill>
                  <a:schemeClr val="tx1"/>
                </a:solidFill>
              </a:rPr>
              <a:t> DIE AUFWERTUNG der </a:t>
            </a:r>
            <a:r>
              <a:rPr lang="en-US" sz="2800" cap="all" err="1">
                <a:solidFill>
                  <a:schemeClr val="tx1"/>
                </a:solidFill>
              </a:rPr>
              <a:t>gesamten</a:t>
            </a:r>
            <a:r>
              <a:rPr lang="en-US" sz="2800" cap="all">
                <a:solidFill>
                  <a:schemeClr val="tx1"/>
                </a:solidFill>
              </a:rPr>
              <a:t> customer journey </a:t>
            </a: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FD4B84E0-B8CA-48F5-B98C-DB77A10F0219}"/>
              </a:ext>
            </a:extLst>
          </p:cNvPr>
          <p:cNvSpPr/>
          <p:nvPr/>
        </p:nvSpPr>
        <p:spPr>
          <a:xfrm>
            <a:off x="586842" y="5506565"/>
            <a:ext cx="10917692" cy="79502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73" name="Rechteck 72">
            <a:extLst>
              <a:ext uri="{FF2B5EF4-FFF2-40B4-BE49-F238E27FC236}">
                <a16:creationId xmlns:a16="http://schemas.microsoft.com/office/drawing/2014/main" id="{7F55A49A-5F3E-6445-A7BB-B163C0047228}"/>
              </a:ext>
            </a:extLst>
          </p:cNvPr>
          <p:cNvSpPr/>
          <p:nvPr/>
        </p:nvSpPr>
        <p:spPr>
          <a:xfrm>
            <a:off x="-45437" y="3513041"/>
            <a:ext cx="12300857" cy="1835680"/>
          </a:xfrm>
          <a:prstGeom prst="rect">
            <a:avLst/>
          </a:prstGeom>
          <a:gradFill>
            <a:gsLst>
              <a:gs pos="0">
                <a:schemeClr val="accent1">
                  <a:alpha val="44000"/>
                </a:schemeClr>
              </a:gs>
              <a:gs pos="100000">
                <a:schemeClr val="accent1"/>
              </a:gs>
            </a:gsLst>
            <a:lin ang="5400000" scaled="1"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74" name="Freihandform: Form 73">
            <a:extLst>
              <a:ext uri="{FF2B5EF4-FFF2-40B4-BE49-F238E27FC236}">
                <a16:creationId xmlns:a16="http://schemas.microsoft.com/office/drawing/2014/main" id="{BBD67BB6-A40C-4701-A5AD-252A8B34D589}"/>
              </a:ext>
            </a:extLst>
          </p:cNvPr>
          <p:cNvSpPr/>
          <p:nvPr/>
        </p:nvSpPr>
        <p:spPr>
          <a:xfrm>
            <a:off x="565069" y="2519719"/>
            <a:ext cx="3261637" cy="1051859"/>
          </a:xfrm>
          <a:custGeom>
            <a:avLst/>
            <a:gdLst>
              <a:gd name="connsiteX0" fmla="*/ 2572696 w 3398181"/>
              <a:gd name="connsiteY0" fmla="*/ 15 h 1095894"/>
              <a:gd name="connsiteX1" fmla="*/ 2798283 w 3398181"/>
              <a:gd name="connsiteY1" fmla="*/ 43007 h 1095894"/>
              <a:gd name="connsiteX2" fmla="*/ 3013556 w 3398181"/>
              <a:gd name="connsiteY2" fmla="*/ 189917 h 1095894"/>
              <a:gd name="connsiteX3" fmla="*/ 3170024 w 3398181"/>
              <a:gd name="connsiteY3" fmla="*/ 367788 h 1095894"/>
              <a:gd name="connsiteX4" fmla="*/ 3255011 w 3398181"/>
              <a:gd name="connsiteY4" fmla="*/ 516152 h 1095894"/>
              <a:gd name="connsiteX5" fmla="*/ 3386335 w 3398181"/>
              <a:gd name="connsiteY5" fmla="*/ 788776 h 1095894"/>
              <a:gd name="connsiteX6" fmla="*/ 3398181 w 3398181"/>
              <a:gd name="connsiteY6" fmla="*/ 814127 h 1095894"/>
              <a:gd name="connsiteX7" fmla="*/ 3356623 w 3398181"/>
              <a:gd name="connsiteY7" fmla="*/ 733919 h 1095894"/>
              <a:gd name="connsiteX8" fmla="*/ 3228621 w 3398181"/>
              <a:gd name="connsiteY8" fmla="*/ 508048 h 1095894"/>
              <a:gd name="connsiteX9" fmla="*/ 2950801 w 3398181"/>
              <a:gd name="connsiteY9" fmla="*/ 181813 h 1095894"/>
              <a:gd name="connsiteX10" fmla="*/ 2774385 w 3398181"/>
              <a:gd name="connsiteY10" fmla="*/ 79371 h 1095894"/>
              <a:gd name="connsiteX11" fmla="*/ 2527527 w 3398181"/>
              <a:gd name="connsiteY11" fmla="*/ 52981 h 1095894"/>
              <a:gd name="connsiteX12" fmla="*/ 2342383 w 3398181"/>
              <a:gd name="connsiteY12" fmla="*/ 99943 h 1095894"/>
              <a:gd name="connsiteX13" fmla="*/ 2150174 w 3398181"/>
              <a:gd name="connsiteY13" fmla="*/ 199268 h 1095894"/>
              <a:gd name="connsiteX14" fmla="*/ 2002641 w 3398181"/>
              <a:gd name="connsiteY14" fmla="*/ 318333 h 1095894"/>
              <a:gd name="connsiteX15" fmla="*/ 1791314 w 3398181"/>
              <a:gd name="connsiteY15" fmla="*/ 533607 h 1095894"/>
              <a:gd name="connsiteX16" fmla="*/ 1650017 w 3398181"/>
              <a:gd name="connsiteY16" fmla="*/ 679062 h 1095894"/>
              <a:gd name="connsiteX17" fmla="*/ 1343521 w 3398181"/>
              <a:gd name="connsiteY17" fmla="*/ 928413 h 1095894"/>
              <a:gd name="connsiteX18" fmla="*/ 1114949 w 3398181"/>
              <a:gd name="connsiteY18" fmla="*/ 1039583 h 1095894"/>
              <a:gd name="connsiteX19" fmla="*/ 824039 w 3398181"/>
              <a:gd name="connsiteY19" fmla="*/ 1091115 h 1095894"/>
              <a:gd name="connsiteX20" fmla="*/ 753389 w 3398181"/>
              <a:gd name="connsiteY20" fmla="*/ 1095894 h 1095894"/>
              <a:gd name="connsiteX21" fmla="*/ 0 w 3398181"/>
              <a:gd name="connsiteY21" fmla="*/ 1095894 h 1095894"/>
              <a:gd name="connsiteX22" fmla="*/ 0 w 3398181"/>
              <a:gd name="connsiteY22" fmla="*/ 953765 h 1095894"/>
              <a:gd name="connsiteX23" fmla="*/ 15878 w 3398181"/>
              <a:gd name="connsiteY23" fmla="*/ 953765 h 1095894"/>
              <a:gd name="connsiteX24" fmla="*/ 155358 w 3398181"/>
              <a:gd name="connsiteY24" fmla="*/ 953765 h 1095894"/>
              <a:gd name="connsiteX25" fmla="*/ 616661 w 3398181"/>
              <a:gd name="connsiteY25" fmla="*/ 957713 h 1095894"/>
              <a:gd name="connsiteX26" fmla="*/ 892401 w 3398181"/>
              <a:gd name="connsiteY26" fmla="*/ 955427 h 1095894"/>
              <a:gd name="connsiteX27" fmla="*/ 929596 w 3398181"/>
              <a:gd name="connsiteY27" fmla="*/ 952933 h 1095894"/>
              <a:gd name="connsiteX28" fmla="*/ 1113909 w 3398181"/>
              <a:gd name="connsiteY28" fmla="*/ 909296 h 1095894"/>
              <a:gd name="connsiteX29" fmla="*/ 1377600 w 3398181"/>
              <a:gd name="connsiteY29" fmla="*/ 771114 h 1095894"/>
              <a:gd name="connsiteX30" fmla="*/ 1573756 w 3398181"/>
              <a:gd name="connsiteY30" fmla="*/ 614022 h 1095894"/>
              <a:gd name="connsiteX31" fmla="*/ 1866744 w 3398181"/>
              <a:gd name="connsiteY31" fmla="*/ 334333 h 1095894"/>
              <a:gd name="connsiteX32" fmla="*/ 2004927 w 3398181"/>
              <a:gd name="connsiteY32" fmla="*/ 216099 h 1095894"/>
              <a:gd name="connsiteX33" fmla="*/ 2225603 w 3398181"/>
              <a:gd name="connsiteY33" fmla="*/ 77916 h 1095894"/>
              <a:gd name="connsiteX34" fmla="*/ 2495734 w 3398181"/>
              <a:gd name="connsiteY34" fmla="*/ 4151 h 1095894"/>
              <a:gd name="connsiteX35" fmla="*/ 2572696 w 3398181"/>
              <a:gd name="connsiteY35" fmla="*/ 15 h 1095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3398181" h="1095894">
                <a:moveTo>
                  <a:pt x="2572696" y="15"/>
                </a:moveTo>
                <a:cubicBezTo>
                  <a:pt x="2649645" y="548"/>
                  <a:pt x="2726126" y="15033"/>
                  <a:pt x="2798283" y="43007"/>
                </a:cubicBezTo>
                <a:cubicBezTo>
                  <a:pt x="2891997" y="81034"/>
                  <a:pt x="2951217" y="134021"/>
                  <a:pt x="3013556" y="189917"/>
                </a:cubicBezTo>
                <a:cubicBezTo>
                  <a:pt x="3072568" y="242842"/>
                  <a:pt x="3125141" y="302541"/>
                  <a:pt x="3170024" y="367788"/>
                </a:cubicBezTo>
                <a:cubicBezTo>
                  <a:pt x="3201607" y="415332"/>
                  <a:pt x="3229868" y="464890"/>
                  <a:pt x="3255011" y="516152"/>
                </a:cubicBezTo>
                <a:cubicBezTo>
                  <a:pt x="3290959" y="585348"/>
                  <a:pt x="3331272" y="673660"/>
                  <a:pt x="3386335" y="788776"/>
                </a:cubicBezTo>
                <a:lnTo>
                  <a:pt x="3398181" y="814127"/>
                </a:lnTo>
                <a:lnTo>
                  <a:pt x="3356623" y="733919"/>
                </a:lnTo>
                <a:cubicBezTo>
                  <a:pt x="3319426" y="655664"/>
                  <a:pt x="3276622" y="580173"/>
                  <a:pt x="3228621" y="508048"/>
                </a:cubicBezTo>
                <a:cubicBezTo>
                  <a:pt x="3160256" y="400828"/>
                  <a:pt x="3085035" y="285709"/>
                  <a:pt x="2950801" y="181813"/>
                </a:cubicBezTo>
                <a:cubicBezTo>
                  <a:pt x="2898438" y="137574"/>
                  <a:pt x="2838801" y="102915"/>
                  <a:pt x="2774385" y="79371"/>
                </a:cubicBezTo>
                <a:cubicBezTo>
                  <a:pt x="2695008" y="52420"/>
                  <a:pt x="2610852" y="43402"/>
                  <a:pt x="2527527" y="52981"/>
                </a:cubicBezTo>
                <a:cubicBezTo>
                  <a:pt x="2463941" y="59964"/>
                  <a:pt x="2401602" y="75778"/>
                  <a:pt x="2342383" y="99943"/>
                </a:cubicBezTo>
                <a:cubicBezTo>
                  <a:pt x="2274849" y="125689"/>
                  <a:pt x="2210226" y="158998"/>
                  <a:pt x="2150174" y="199268"/>
                </a:cubicBezTo>
                <a:cubicBezTo>
                  <a:pt x="2097810" y="234863"/>
                  <a:pt x="2048563" y="274675"/>
                  <a:pt x="2002641" y="318333"/>
                </a:cubicBezTo>
                <a:cubicBezTo>
                  <a:pt x="1934900" y="379425"/>
                  <a:pt x="1904771" y="414541"/>
                  <a:pt x="1791314" y="533607"/>
                </a:cubicBezTo>
                <a:cubicBezTo>
                  <a:pt x="1712355" y="614646"/>
                  <a:pt x="1674327" y="655374"/>
                  <a:pt x="1650017" y="679062"/>
                </a:cubicBezTo>
                <a:cubicBezTo>
                  <a:pt x="1557963" y="773919"/>
                  <a:pt x="1455106" y="857618"/>
                  <a:pt x="1343521" y="928413"/>
                </a:cubicBezTo>
                <a:cubicBezTo>
                  <a:pt x="1272456" y="975292"/>
                  <a:pt x="1195573" y="1012652"/>
                  <a:pt x="1114949" y="1039583"/>
                </a:cubicBezTo>
                <a:cubicBezTo>
                  <a:pt x="1020194" y="1067468"/>
                  <a:pt x="922533" y="1084735"/>
                  <a:pt x="824039" y="1091115"/>
                </a:cubicBezTo>
                <a:cubicBezTo>
                  <a:pt x="794947" y="1093817"/>
                  <a:pt x="770221" y="1095894"/>
                  <a:pt x="753389" y="1095894"/>
                </a:cubicBezTo>
                <a:lnTo>
                  <a:pt x="0" y="1095894"/>
                </a:lnTo>
                <a:lnTo>
                  <a:pt x="0" y="953765"/>
                </a:lnTo>
                <a:lnTo>
                  <a:pt x="15878" y="953765"/>
                </a:lnTo>
                <a:cubicBezTo>
                  <a:pt x="56242" y="953765"/>
                  <a:pt x="103410" y="953765"/>
                  <a:pt x="155358" y="953765"/>
                </a:cubicBezTo>
                <a:cubicBezTo>
                  <a:pt x="424037" y="955011"/>
                  <a:pt x="558478" y="955841"/>
                  <a:pt x="616661" y="957713"/>
                </a:cubicBezTo>
                <a:cubicBezTo>
                  <a:pt x="616661" y="957713"/>
                  <a:pt x="733441" y="961868"/>
                  <a:pt x="892401" y="955427"/>
                </a:cubicBezTo>
                <a:cubicBezTo>
                  <a:pt x="901337" y="955011"/>
                  <a:pt x="913596" y="954595"/>
                  <a:pt x="929596" y="952933"/>
                </a:cubicBezTo>
                <a:cubicBezTo>
                  <a:pt x="992767" y="946741"/>
                  <a:pt x="1054689" y="932070"/>
                  <a:pt x="1113909" y="909296"/>
                </a:cubicBezTo>
                <a:cubicBezTo>
                  <a:pt x="1207000" y="873951"/>
                  <a:pt x="1295520" y="827571"/>
                  <a:pt x="1377600" y="771114"/>
                </a:cubicBezTo>
                <a:cubicBezTo>
                  <a:pt x="1446586" y="723405"/>
                  <a:pt x="1512041" y="670917"/>
                  <a:pt x="1573756" y="614022"/>
                </a:cubicBezTo>
                <a:cubicBezTo>
                  <a:pt x="1693860" y="507633"/>
                  <a:pt x="1712146" y="475010"/>
                  <a:pt x="1866744" y="334333"/>
                </a:cubicBezTo>
                <a:cubicBezTo>
                  <a:pt x="1952978" y="255787"/>
                  <a:pt x="1989550" y="227735"/>
                  <a:pt x="2004927" y="216099"/>
                </a:cubicBezTo>
                <a:cubicBezTo>
                  <a:pt x="2072668" y="161346"/>
                  <a:pt x="2146851" y="114946"/>
                  <a:pt x="2225603" y="77916"/>
                </a:cubicBezTo>
                <a:cubicBezTo>
                  <a:pt x="2310590" y="37314"/>
                  <a:pt x="2402019" y="12317"/>
                  <a:pt x="2495734" y="4151"/>
                </a:cubicBezTo>
                <a:cubicBezTo>
                  <a:pt x="2521345" y="1211"/>
                  <a:pt x="2547047" y="-162"/>
                  <a:pt x="2572696" y="15"/>
                </a:cubicBezTo>
                <a:close/>
              </a:path>
            </a:pathLst>
          </a:custGeom>
          <a:solidFill>
            <a:schemeClr val="accent1">
              <a:lumMod val="90000"/>
            </a:schemeClr>
          </a:solidFill>
          <a:ln w="12547" cap="rnd">
            <a:noFill/>
            <a:prstDash val="solid"/>
            <a:round/>
          </a:ln>
        </p:spPr>
        <p:txBody>
          <a:bodyPr wrap="square" rtlCol="0" anchor="ctr"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5" name="Freihandform: Form 74">
            <a:extLst>
              <a:ext uri="{FF2B5EF4-FFF2-40B4-BE49-F238E27FC236}">
                <a16:creationId xmlns:a16="http://schemas.microsoft.com/office/drawing/2014/main" id="{89E2E35F-553D-CE41-A88D-4C3EFB7D164A}"/>
              </a:ext>
            </a:extLst>
          </p:cNvPr>
          <p:cNvSpPr/>
          <p:nvPr/>
        </p:nvSpPr>
        <p:spPr>
          <a:xfrm>
            <a:off x="3935044" y="3657839"/>
            <a:ext cx="1668943" cy="832207"/>
          </a:xfrm>
          <a:custGeom>
            <a:avLst/>
            <a:gdLst>
              <a:gd name="connsiteX0" fmla="*/ 111633 w 1400946"/>
              <a:gd name="connsiteY0" fmla="*/ -753 h 698572"/>
              <a:gd name="connsiteX1" fmla="*/ 198021 w 1400946"/>
              <a:gd name="connsiteY1" fmla="*/ 208518 h 698572"/>
              <a:gd name="connsiteX2" fmla="*/ 363094 w 1400946"/>
              <a:gd name="connsiteY2" fmla="*/ 463829 h 698572"/>
              <a:gd name="connsiteX3" fmla="*/ 548424 w 1400946"/>
              <a:gd name="connsiteY3" fmla="*/ 617016 h 698572"/>
              <a:gd name="connsiteX4" fmla="*/ 697426 w 1400946"/>
              <a:gd name="connsiteY4" fmla="*/ 654851 h 698572"/>
              <a:gd name="connsiteX5" fmla="*/ 896486 w 1400946"/>
              <a:gd name="connsiteY5" fmla="*/ 633758 h 698572"/>
              <a:gd name="connsiteX6" fmla="*/ 1038455 w 1400946"/>
              <a:gd name="connsiteY6" fmla="*/ 551220 h 698572"/>
              <a:gd name="connsiteX7" fmla="*/ 1262459 w 1400946"/>
              <a:gd name="connsiteY7" fmla="*/ 288209 h 698572"/>
              <a:gd name="connsiteX8" fmla="*/ 1365421 w 1400946"/>
              <a:gd name="connsiteY8" fmla="*/ 106394 h 698572"/>
              <a:gd name="connsiteX9" fmla="*/ 1399908 w 1400946"/>
              <a:gd name="connsiteY9" fmla="*/ 41603 h 698572"/>
              <a:gd name="connsiteX10" fmla="*/ 1391370 w 1400946"/>
              <a:gd name="connsiteY10" fmla="*/ 62196 h 698572"/>
              <a:gd name="connsiteX11" fmla="*/ 1285395 w 1400946"/>
              <a:gd name="connsiteY11" fmla="*/ 281847 h 698572"/>
              <a:gd name="connsiteX12" fmla="*/ 1216922 w 1400946"/>
              <a:gd name="connsiteY12" fmla="*/ 401383 h 698572"/>
              <a:gd name="connsiteX13" fmla="*/ 1091024 w 1400946"/>
              <a:gd name="connsiteY13" fmla="*/ 544859 h 698572"/>
              <a:gd name="connsiteX14" fmla="*/ 917580 w 1400946"/>
              <a:gd name="connsiteY14" fmla="*/ 663222 h 698572"/>
              <a:gd name="connsiteX15" fmla="*/ 673820 w 1400946"/>
              <a:gd name="connsiteY15" fmla="*/ 694529 h 698572"/>
              <a:gd name="connsiteX16" fmla="*/ 456177 w 1400946"/>
              <a:gd name="connsiteY16" fmla="*/ 634929 h 698572"/>
              <a:gd name="connsiteX17" fmla="*/ 279218 w 1400946"/>
              <a:gd name="connsiteY17" fmla="*/ 486765 h 698572"/>
              <a:gd name="connsiteX18" fmla="*/ 108286 w 1400946"/>
              <a:gd name="connsiteY18" fmla="*/ 241164 h 698572"/>
              <a:gd name="connsiteX19" fmla="*/ -1038 w 1400946"/>
              <a:gd name="connsiteY19" fmla="*/ 10798 h 698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400946" h="698572">
                <a:moveTo>
                  <a:pt x="111633" y="-753"/>
                </a:moveTo>
                <a:cubicBezTo>
                  <a:pt x="135240" y="71018"/>
                  <a:pt x="164203" y="140966"/>
                  <a:pt x="198021" y="208518"/>
                </a:cubicBezTo>
                <a:cubicBezTo>
                  <a:pt x="241214" y="300715"/>
                  <a:pt x="296796" y="386600"/>
                  <a:pt x="363094" y="463829"/>
                </a:cubicBezTo>
                <a:cubicBezTo>
                  <a:pt x="419179" y="527615"/>
                  <a:pt x="466224" y="580184"/>
                  <a:pt x="548424" y="617016"/>
                </a:cubicBezTo>
                <a:cubicBezTo>
                  <a:pt x="595637" y="637808"/>
                  <a:pt x="646030" y="650599"/>
                  <a:pt x="697426" y="654851"/>
                </a:cubicBezTo>
                <a:cubicBezTo>
                  <a:pt x="764561" y="662553"/>
                  <a:pt x="832531" y="655354"/>
                  <a:pt x="896486" y="633758"/>
                </a:cubicBezTo>
                <a:cubicBezTo>
                  <a:pt x="948217" y="614672"/>
                  <a:pt x="996266" y="586746"/>
                  <a:pt x="1038455" y="551220"/>
                </a:cubicBezTo>
                <a:cubicBezTo>
                  <a:pt x="1146606" y="467512"/>
                  <a:pt x="1207211" y="374763"/>
                  <a:pt x="1262459" y="288209"/>
                </a:cubicBezTo>
                <a:cubicBezTo>
                  <a:pt x="1301134" y="230148"/>
                  <a:pt x="1335453" y="169393"/>
                  <a:pt x="1365421" y="106394"/>
                </a:cubicBezTo>
                <a:lnTo>
                  <a:pt x="1399908" y="41603"/>
                </a:lnTo>
                <a:lnTo>
                  <a:pt x="1391370" y="62196"/>
                </a:lnTo>
                <a:cubicBezTo>
                  <a:pt x="1347006" y="154944"/>
                  <a:pt x="1314526" y="226096"/>
                  <a:pt x="1285395" y="281847"/>
                </a:cubicBezTo>
                <a:cubicBezTo>
                  <a:pt x="1265306" y="323232"/>
                  <a:pt x="1242538" y="363177"/>
                  <a:pt x="1216922" y="401383"/>
                </a:cubicBezTo>
                <a:cubicBezTo>
                  <a:pt x="1180760" y="454052"/>
                  <a:pt x="1138570" y="502217"/>
                  <a:pt x="1091024" y="544859"/>
                </a:cubicBezTo>
                <a:cubicBezTo>
                  <a:pt x="1040799" y="589727"/>
                  <a:pt x="993086" y="632585"/>
                  <a:pt x="917580" y="663222"/>
                </a:cubicBezTo>
                <a:cubicBezTo>
                  <a:pt x="840066" y="693173"/>
                  <a:pt x="756357" y="703905"/>
                  <a:pt x="673820" y="694529"/>
                </a:cubicBezTo>
                <a:cubicBezTo>
                  <a:pt x="597981" y="689926"/>
                  <a:pt x="523815" y="669634"/>
                  <a:pt x="456177" y="634929"/>
                </a:cubicBezTo>
                <a:cubicBezTo>
                  <a:pt x="378330" y="594414"/>
                  <a:pt x="333461" y="545696"/>
                  <a:pt x="279218" y="486765"/>
                </a:cubicBezTo>
                <a:cubicBezTo>
                  <a:pt x="212251" y="412332"/>
                  <a:pt x="154826" y="329828"/>
                  <a:pt x="108286" y="241164"/>
                </a:cubicBezTo>
                <a:cubicBezTo>
                  <a:pt x="66432" y="167049"/>
                  <a:pt x="29934" y="90070"/>
                  <a:pt x="-1038" y="10798"/>
                </a:cubicBezTo>
                <a:close/>
              </a:path>
            </a:pathLst>
          </a:custGeom>
          <a:solidFill>
            <a:schemeClr val="accent1">
              <a:lumMod val="90000"/>
            </a:schemeClr>
          </a:solidFill>
          <a:ln w="12547" cap="rnd">
            <a:noFill/>
            <a:prstDash val="solid"/>
            <a:round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6" name="Freihandform: Form 75">
            <a:extLst>
              <a:ext uri="{FF2B5EF4-FFF2-40B4-BE49-F238E27FC236}">
                <a16:creationId xmlns:a16="http://schemas.microsoft.com/office/drawing/2014/main" id="{E4E67A83-E91D-2547-B2E0-4C5CC879468E}"/>
              </a:ext>
            </a:extLst>
          </p:cNvPr>
          <p:cNvSpPr/>
          <p:nvPr/>
        </p:nvSpPr>
        <p:spPr>
          <a:xfrm>
            <a:off x="7462606" y="3657839"/>
            <a:ext cx="1668744" cy="832207"/>
          </a:xfrm>
          <a:custGeom>
            <a:avLst/>
            <a:gdLst>
              <a:gd name="connsiteX0" fmla="*/ 111633 w 1400778"/>
              <a:gd name="connsiteY0" fmla="*/ -753 h 698572"/>
              <a:gd name="connsiteX1" fmla="*/ 198021 w 1400778"/>
              <a:gd name="connsiteY1" fmla="*/ 208518 h 698572"/>
              <a:gd name="connsiteX2" fmla="*/ 363094 w 1400778"/>
              <a:gd name="connsiteY2" fmla="*/ 463829 h 698572"/>
              <a:gd name="connsiteX3" fmla="*/ 548257 w 1400778"/>
              <a:gd name="connsiteY3" fmla="*/ 617016 h 698572"/>
              <a:gd name="connsiteX4" fmla="*/ 697426 w 1400778"/>
              <a:gd name="connsiteY4" fmla="*/ 654851 h 698572"/>
              <a:gd name="connsiteX5" fmla="*/ 896318 w 1400778"/>
              <a:gd name="connsiteY5" fmla="*/ 633758 h 698572"/>
              <a:gd name="connsiteX6" fmla="*/ 1038455 w 1400778"/>
              <a:gd name="connsiteY6" fmla="*/ 551220 h 698572"/>
              <a:gd name="connsiteX7" fmla="*/ 1262292 w 1400778"/>
              <a:gd name="connsiteY7" fmla="*/ 288209 h 698572"/>
              <a:gd name="connsiteX8" fmla="*/ 1365421 w 1400778"/>
              <a:gd name="connsiteY8" fmla="*/ 106394 h 698572"/>
              <a:gd name="connsiteX9" fmla="*/ 1399741 w 1400778"/>
              <a:gd name="connsiteY9" fmla="*/ 41603 h 698572"/>
              <a:gd name="connsiteX10" fmla="*/ 1391370 w 1400778"/>
              <a:gd name="connsiteY10" fmla="*/ 62196 h 698572"/>
              <a:gd name="connsiteX11" fmla="*/ 1285395 w 1400778"/>
              <a:gd name="connsiteY11" fmla="*/ 281847 h 698572"/>
              <a:gd name="connsiteX12" fmla="*/ 1216922 w 1400778"/>
              <a:gd name="connsiteY12" fmla="*/ 401383 h 698572"/>
              <a:gd name="connsiteX13" fmla="*/ 1090857 w 1400778"/>
              <a:gd name="connsiteY13" fmla="*/ 544859 h 698572"/>
              <a:gd name="connsiteX14" fmla="*/ 917580 w 1400778"/>
              <a:gd name="connsiteY14" fmla="*/ 663222 h 698572"/>
              <a:gd name="connsiteX15" fmla="*/ 673820 w 1400778"/>
              <a:gd name="connsiteY15" fmla="*/ 694529 h 698572"/>
              <a:gd name="connsiteX16" fmla="*/ 456177 w 1400778"/>
              <a:gd name="connsiteY16" fmla="*/ 634929 h 698572"/>
              <a:gd name="connsiteX17" fmla="*/ 279218 w 1400778"/>
              <a:gd name="connsiteY17" fmla="*/ 486765 h 698572"/>
              <a:gd name="connsiteX18" fmla="*/ 108453 w 1400778"/>
              <a:gd name="connsiteY18" fmla="*/ 241164 h 698572"/>
              <a:gd name="connsiteX19" fmla="*/ -1038 w 1400778"/>
              <a:gd name="connsiteY19" fmla="*/ 10798 h 698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400778" h="698572">
                <a:moveTo>
                  <a:pt x="111633" y="-753"/>
                </a:moveTo>
                <a:cubicBezTo>
                  <a:pt x="135240" y="71052"/>
                  <a:pt x="164035" y="140998"/>
                  <a:pt x="198021" y="208518"/>
                </a:cubicBezTo>
                <a:cubicBezTo>
                  <a:pt x="241214" y="300715"/>
                  <a:pt x="296798" y="386600"/>
                  <a:pt x="363094" y="463829"/>
                </a:cubicBezTo>
                <a:cubicBezTo>
                  <a:pt x="419011" y="527615"/>
                  <a:pt x="466224" y="580184"/>
                  <a:pt x="548257" y="617016"/>
                </a:cubicBezTo>
                <a:cubicBezTo>
                  <a:pt x="595470" y="637792"/>
                  <a:pt x="646030" y="650582"/>
                  <a:pt x="697426" y="654851"/>
                </a:cubicBezTo>
                <a:cubicBezTo>
                  <a:pt x="764393" y="662569"/>
                  <a:pt x="832365" y="655354"/>
                  <a:pt x="896318" y="633758"/>
                </a:cubicBezTo>
                <a:cubicBezTo>
                  <a:pt x="948049" y="614672"/>
                  <a:pt x="996266" y="586746"/>
                  <a:pt x="1038455" y="551220"/>
                </a:cubicBezTo>
                <a:cubicBezTo>
                  <a:pt x="1146606" y="467512"/>
                  <a:pt x="1207211" y="374763"/>
                  <a:pt x="1262292" y="288209"/>
                </a:cubicBezTo>
                <a:cubicBezTo>
                  <a:pt x="1300966" y="230164"/>
                  <a:pt x="1335453" y="169393"/>
                  <a:pt x="1365421" y="106394"/>
                </a:cubicBezTo>
                <a:lnTo>
                  <a:pt x="1399741" y="41603"/>
                </a:lnTo>
                <a:lnTo>
                  <a:pt x="1391370" y="62196"/>
                </a:lnTo>
                <a:cubicBezTo>
                  <a:pt x="1347006" y="154944"/>
                  <a:pt x="1314358" y="226096"/>
                  <a:pt x="1285395" y="281847"/>
                </a:cubicBezTo>
                <a:cubicBezTo>
                  <a:pt x="1265306" y="323232"/>
                  <a:pt x="1242538" y="363177"/>
                  <a:pt x="1216922" y="401383"/>
                </a:cubicBezTo>
                <a:cubicBezTo>
                  <a:pt x="1180760" y="454018"/>
                  <a:pt x="1138403" y="502167"/>
                  <a:pt x="1090857" y="544859"/>
                </a:cubicBezTo>
                <a:cubicBezTo>
                  <a:pt x="1040632" y="589727"/>
                  <a:pt x="993086" y="632585"/>
                  <a:pt x="917580" y="663222"/>
                </a:cubicBezTo>
                <a:cubicBezTo>
                  <a:pt x="840066" y="693173"/>
                  <a:pt x="756357" y="703905"/>
                  <a:pt x="673820" y="694529"/>
                </a:cubicBezTo>
                <a:cubicBezTo>
                  <a:pt x="597981" y="689892"/>
                  <a:pt x="523815" y="669601"/>
                  <a:pt x="456177" y="634929"/>
                </a:cubicBezTo>
                <a:cubicBezTo>
                  <a:pt x="378495" y="594414"/>
                  <a:pt x="333629" y="545696"/>
                  <a:pt x="279218" y="486765"/>
                </a:cubicBezTo>
                <a:cubicBezTo>
                  <a:pt x="212419" y="412281"/>
                  <a:pt x="154994" y="329778"/>
                  <a:pt x="108453" y="241164"/>
                </a:cubicBezTo>
                <a:cubicBezTo>
                  <a:pt x="66599" y="167015"/>
                  <a:pt x="30101" y="90054"/>
                  <a:pt x="-1038" y="10798"/>
                </a:cubicBezTo>
                <a:close/>
              </a:path>
            </a:pathLst>
          </a:custGeom>
          <a:solidFill>
            <a:schemeClr val="accent1">
              <a:lumMod val="90000"/>
            </a:schemeClr>
          </a:solidFill>
          <a:ln w="12547" cap="rnd">
            <a:noFill/>
            <a:prstDash val="solid"/>
            <a:round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7" name="Freihandform: Form 76">
            <a:extLst>
              <a:ext uri="{FF2B5EF4-FFF2-40B4-BE49-F238E27FC236}">
                <a16:creationId xmlns:a16="http://schemas.microsoft.com/office/drawing/2014/main" id="{025AA90F-C14D-E245-9138-EE7EC7CF522A}"/>
              </a:ext>
            </a:extLst>
          </p:cNvPr>
          <p:cNvSpPr/>
          <p:nvPr/>
        </p:nvSpPr>
        <p:spPr>
          <a:xfrm>
            <a:off x="5689750" y="2520618"/>
            <a:ext cx="1668946" cy="832073"/>
          </a:xfrm>
          <a:custGeom>
            <a:avLst/>
            <a:gdLst>
              <a:gd name="connsiteX0" fmla="*/ 110963 w 1400948"/>
              <a:gd name="connsiteY0" fmla="*/ 697706 h 698459"/>
              <a:gd name="connsiteX1" fmla="*/ 197351 w 1400948"/>
              <a:gd name="connsiteY1" fmla="*/ 488435 h 698459"/>
              <a:gd name="connsiteX2" fmla="*/ 362424 w 1400948"/>
              <a:gd name="connsiteY2" fmla="*/ 233124 h 698459"/>
              <a:gd name="connsiteX3" fmla="*/ 547589 w 1400948"/>
              <a:gd name="connsiteY3" fmla="*/ 79937 h 698459"/>
              <a:gd name="connsiteX4" fmla="*/ 696758 w 1400948"/>
              <a:gd name="connsiteY4" fmla="*/ 42101 h 698459"/>
              <a:gd name="connsiteX5" fmla="*/ 895648 w 1400948"/>
              <a:gd name="connsiteY5" fmla="*/ 63363 h 698459"/>
              <a:gd name="connsiteX6" fmla="*/ 1037787 w 1400948"/>
              <a:gd name="connsiteY6" fmla="*/ 145899 h 698459"/>
              <a:gd name="connsiteX7" fmla="*/ 1261624 w 1400948"/>
              <a:gd name="connsiteY7" fmla="*/ 408744 h 698459"/>
              <a:gd name="connsiteX8" fmla="*/ 1365421 w 1400948"/>
              <a:gd name="connsiteY8" fmla="*/ 590727 h 698459"/>
              <a:gd name="connsiteX9" fmla="*/ 1399910 w 1400948"/>
              <a:gd name="connsiteY9" fmla="*/ 655349 h 698459"/>
              <a:gd name="connsiteX10" fmla="*/ 1391372 w 1400948"/>
              <a:gd name="connsiteY10" fmla="*/ 634757 h 698459"/>
              <a:gd name="connsiteX11" fmla="*/ 1285563 w 1400948"/>
              <a:gd name="connsiteY11" fmla="*/ 415106 h 698459"/>
              <a:gd name="connsiteX12" fmla="*/ 1217090 w 1400948"/>
              <a:gd name="connsiteY12" fmla="*/ 295570 h 698459"/>
              <a:gd name="connsiteX13" fmla="*/ 1091024 w 1400948"/>
              <a:gd name="connsiteY13" fmla="*/ 152261 h 698459"/>
              <a:gd name="connsiteX14" fmla="*/ 917580 w 1400948"/>
              <a:gd name="connsiteY14" fmla="*/ 33897 h 698459"/>
              <a:gd name="connsiteX15" fmla="*/ 673820 w 1400948"/>
              <a:gd name="connsiteY15" fmla="*/ 2591 h 698459"/>
              <a:gd name="connsiteX16" fmla="*/ 456177 w 1400948"/>
              <a:gd name="connsiteY16" fmla="*/ 62023 h 698459"/>
              <a:gd name="connsiteX17" fmla="*/ 279218 w 1400948"/>
              <a:gd name="connsiteY17" fmla="*/ 210188 h 698459"/>
              <a:gd name="connsiteX18" fmla="*/ 108453 w 1400948"/>
              <a:gd name="connsiteY18" fmla="*/ 455789 h 698459"/>
              <a:gd name="connsiteX19" fmla="*/ -1038 w 1400948"/>
              <a:gd name="connsiteY19" fmla="*/ 686155 h 698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400948" h="698459">
                <a:moveTo>
                  <a:pt x="110963" y="697706"/>
                </a:moveTo>
                <a:cubicBezTo>
                  <a:pt x="134569" y="625918"/>
                  <a:pt x="163532" y="555971"/>
                  <a:pt x="197351" y="488435"/>
                </a:cubicBezTo>
                <a:cubicBezTo>
                  <a:pt x="240546" y="396204"/>
                  <a:pt x="295960" y="310303"/>
                  <a:pt x="362424" y="233124"/>
                </a:cubicBezTo>
                <a:cubicBezTo>
                  <a:pt x="418343" y="169338"/>
                  <a:pt x="465554" y="116769"/>
                  <a:pt x="547589" y="79937"/>
                </a:cubicBezTo>
                <a:cubicBezTo>
                  <a:pt x="594799" y="59144"/>
                  <a:pt x="645360" y="46354"/>
                  <a:pt x="696758" y="42101"/>
                </a:cubicBezTo>
                <a:cubicBezTo>
                  <a:pt x="763890" y="34383"/>
                  <a:pt x="831695" y="41649"/>
                  <a:pt x="895648" y="63363"/>
                </a:cubicBezTo>
                <a:cubicBezTo>
                  <a:pt x="947549" y="82331"/>
                  <a:pt x="995597" y="110257"/>
                  <a:pt x="1037787" y="145899"/>
                </a:cubicBezTo>
                <a:cubicBezTo>
                  <a:pt x="1145938" y="229608"/>
                  <a:pt x="1206543" y="322357"/>
                  <a:pt x="1261624" y="408744"/>
                </a:cubicBezTo>
                <a:cubicBezTo>
                  <a:pt x="1300463" y="466838"/>
                  <a:pt x="1335286" y="527660"/>
                  <a:pt x="1365421" y="590727"/>
                </a:cubicBezTo>
                <a:lnTo>
                  <a:pt x="1399910" y="655349"/>
                </a:lnTo>
                <a:lnTo>
                  <a:pt x="1391372" y="634757"/>
                </a:lnTo>
                <a:cubicBezTo>
                  <a:pt x="1347006" y="542009"/>
                  <a:pt x="1314526" y="470857"/>
                  <a:pt x="1285563" y="415106"/>
                </a:cubicBezTo>
                <a:cubicBezTo>
                  <a:pt x="1265306" y="373805"/>
                  <a:pt x="1242538" y="333876"/>
                  <a:pt x="1217090" y="295570"/>
                </a:cubicBezTo>
                <a:cubicBezTo>
                  <a:pt x="1180927" y="243001"/>
                  <a:pt x="1138570" y="194902"/>
                  <a:pt x="1091024" y="152261"/>
                </a:cubicBezTo>
                <a:cubicBezTo>
                  <a:pt x="1040799" y="107226"/>
                  <a:pt x="993086" y="64535"/>
                  <a:pt x="917580" y="33897"/>
                </a:cubicBezTo>
                <a:cubicBezTo>
                  <a:pt x="840066" y="3846"/>
                  <a:pt x="756357" y="-6885"/>
                  <a:pt x="673820" y="2591"/>
                </a:cubicBezTo>
                <a:cubicBezTo>
                  <a:pt x="597981" y="7127"/>
                  <a:pt x="523815" y="27368"/>
                  <a:pt x="456177" y="62023"/>
                </a:cubicBezTo>
                <a:cubicBezTo>
                  <a:pt x="378330" y="102539"/>
                  <a:pt x="333461" y="151257"/>
                  <a:pt x="279218" y="210188"/>
                </a:cubicBezTo>
                <a:cubicBezTo>
                  <a:pt x="212419" y="284671"/>
                  <a:pt x="154994" y="367174"/>
                  <a:pt x="108453" y="455789"/>
                </a:cubicBezTo>
                <a:cubicBezTo>
                  <a:pt x="66599" y="529938"/>
                  <a:pt x="30101" y="606899"/>
                  <a:pt x="-1038" y="686155"/>
                </a:cubicBezTo>
                <a:close/>
              </a:path>
            </a:pathLst>
          </a:custGeom>
          <a:solidFill>
            <a:schemeClr val="accent1">
              <a:lumMod val="90000"/>
            </a:schemeClr>
          </a:solidFill>
          <a:ln w="12547" cap="rnd">
            <a:noFill/>
            <a:prstDash val="solid"/>
            <a:round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8" name="Freihandform: Form 77">
            <a:extLst>
              <a:ext uri="{FF2B5EF4-FFF2-40B4-BE49-F238E27FC236}">
                <a16:creationId xmlns:a16="http://schemas.microsoft.com/office/drawing/2014/main" id="{9D053453-4C77-6043-9790-38C90044D377}"/>
              </a:ext>
            </a:extLst>
          </p:cNvPr>
          <p:cNvSpPr/>
          <p:nvPr/>
        </p:nvSpPr>
        <p:spPr>
          <a:xfrm>
            <a:off x="9223295" y="2510949"/>
            <a:ext cx="3122092" cy="1002092"/>
          </a:xfrm>
          <a:custGeom>
            <a:avLst/>
            <a:gdLst>
              <a:gd name="connsiteX0" fmla="*/ 2619710 w 2620748"/>
              <a:gd name="connsiteY0" fmla="*/ 840424 h 841177"/>
              <a:gd name="connsiteX1" fmla="*/ 2138553 w 2620748"/>
              <a:gd name="connsiteY1" fmla="*/ 840424 h 841177"/>
              <a:gd name="connsiteX2" fmla="*/ 2033582 w 2620748"/>
              <a:gd name="connsiteY2" fmla="*/ 828872 h 841177"/>
              <a:gd name="connsiteX3" fmla="*/ 1775091 w 2620748"/>
              <a:gd name="connsiteY3" fmla="*/ 748344 h 841177"/>
              <a:gd name="connsiteX4" fmla="*/ 1532001 w 2620748"/>
              <a:gd name="connsiteY4" fmla="*/ 589633 h 841177"/>
              <a:gd name="connsiteX5" fmla="*/ 1343824 w 2620748"/>
              <a:gd name="connsiteY5" fmla="*/ 420709 h 841177"/>
              <a:gd name="connsiteX6" fmla="*/ 1141752 w 2620748"/>
              <a:gd name="connsiteY6" fmla="*/ 241573 h 841177"/>
              <a:gd name="connsiteX7" fmla="*/ 989401 w 2620748"/>
              <a:gd name="connsiteY7" fmla="*/ 132752 h 841177"/>
              <a:gd name="connsiteX8" fmla="*/ 884430 w 2620748"/>
              <a:gd name="connsiteY8" fmla="*/ 86712 h 841177"/>
              <a:gd name="connsiteX9" fmla="*/ 597812 w 2620748"/>
              <a:gd name="connsiteY9" fmla="*/ 79011 h 841177"/>
              <a:gd name="connsiteX10" fmla="*/ 449480 w 2620748"/>
              <a:gd name="connsiteY10" fmla="*/ 158367 h 841177"/>
              <a:gd name="connsiteX11" fmla="*/ 363595 w 2620748"/>
              <a:gd name="connsiteY11" fmla="*/ 231863 h 841177"/>
              <a:gd name="connsiteX12" fmla="*/ 198522 w 2620748"/>
              <a:gd name="connsiteY12" fmla="*/ 487174 h 841177"/>
              <a:gd name="connsiteX13" fmla="*/ 112136 w 2620748"/>
              <a:gd name="connsiteY13" fmla="*/ 696445 h 841177"/>
              <a:gd name="connsiteX14" fmla="*/ -1038 w 2620748"/>
              <a:gd name="connsiteY14" fmla="*/ 684894 h 841177"/>
              <a:gd name="connsiteX15" fmla="*/ 108284 w 2620748"/>
              <a:gd name="connsiteY15" fmla="*/ 454528 h 841177"/>
              <a:gd name="connsiteX16" fmla="*/ 279051 w 2620748"/>
              <a:gd name="connsiteY16" fmla="*/ 208927 h 841177"/>
              <a:gd name="connsiteX17" fmla="*/ 456177 w 2620748"/>
              <a:gd name="connsiteY17" fmla="*/ 60762 h 841177"/>
              <a:gd name="connsiteX18" fmla="*/ 673820 w 2620748"/>
              <a:gd name="connsiteY18" fmla="*/ 1330 h 841177"/>
              <a:gd name="connsiteX19" fmla="*/ 917580 w 2620748"/>
              <a:gd name="connsiteY19" fmla="*/ 32636 h 841177"/>
              <a:gd name="connsiteX20" fmla="*/ 1034772 w 2620748"/>
              <a:gd name="connsiteY20" fmla="*/ 92572 h 841177"/>
              <a:gd name="connsiteX21" fmla="*/ 1228641 w 2620748"/>
              <a:gd name="connsiteY21" fmla="*/ 249943 h 841177"/>
              <a:gd name="connsiteX22" fmla="*/ 1410958 w 2620748"/>
              <a:gd name="connsiteY22" fmla="*/ 426569 h 841177"/>
              <a:gd name="connsiteX23" fmla="*/ 1556946 w 2620748"/>
              <a:gd name="connsiteY23" fmla="*/ 558996 h 841177"/>
              <a:gd name="connsiteX24" fmla="*/ 1681673 w 2620748"/>
              <a:gd name="connsiteY24" fmla="*/ 660618 h 841177"/>
              <a:gd name="connsiteX25" fmla="*/ 1893454 w 2620748"/>
              <a:gd name="connsiteY25" fmla="*/ 770108 h 841177"/>
              <a:gd name="connsiteX26" fmla="*/ 2075103 w 2620748"/>
              <a:gd name="connsiteY26" fmla="*/ 818660 h 841177"/>
              <a:gd name="connsiteX27" fmla="*/ 2139726 w 2620748"/>
              <a:gd name="connsiteY27" fmla="*/ 825022 h 841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2620748" h="841177">
                <a:moveTo>
                  <a:pt x="2619710" y="840424"/>
                </a:moveTo>
                <a:lnTo>
                  <a:pt x="2138553" y="840424"/>
                </a:lnTo>
                <a:cubicBezTo>
                  <a:pt x="2103396" y="838515"/>
                  <a:pt x="2068406" y="834648"/>
                  <a:pt x="2033582" y="828872"/>
                </a:cubicBezTo>
                <a:cubicBezTo>
                  <a:pt x="1944182" y="813972"/>
                  <a:pt x="1857126" y="786884"/>
                  <a:pt x="1775091" y="748344"/>
                </a:cubicBezTo>
                <a:cubicBezTo>
                  <a:pt x="1687700" y="706005"/>
                  <a:pt x="1606000" y="652666"/>
                  <a:pt x="1532001" y="589633"/>
                </a:cubicBezTo>
                <a:cubicBezTo>
                  <a:pt x="1507223" y="570046"/>
                  <a:pt x="1452813" y="520322"/>
                  <a:pt x="1343824" y="420709"/>
                </a:cubicBezTo>
                <a:cubicBezTo>
                  <a:pt x="1300296" y="380864"/>
                  <a:pt x="1232491" y="318753"/>
                  <a:pt x="1141752" y="241573"/>
                </a:cubicBezTo>
                <a:cubicBezTo>
                  <a:pt x="1095210" y="199636"/>
                  <a:pt x="1044147" y="163138"/>
                  <a:pt x="989401" y="132752"/>
                </a:cubicBezTo>
                <a:cubicBezTo>
                  <a:pt x="955917" y="114035"/>
                  <a:pt x="920760" y="98615"/>
                  <a:pt x="884430" y="86712"/>
                </a:cubicBezTo>
                <a:cubicBezTo>
                  <a:pt x="841907" y="73319"/>
                  <a:pt x="726054" y="36487"/>
                  <a:pt x="597812" y="79011"/>
                </a:cubicBezTo>
                <a:cubicBezTo>
                  <a:pt x="544742" y="98214"/>
                  <a:pt x="494852" y="124950"/>
                  <a:pt x="449480" y="158367"/>
                </a:cubicBezTo>
                <a:cubicBezTo>
                  <a:pt x="418844" y="180416"/>
                  <a:pt x="390048" y="205009"/>
                  <a:pt x="363595" y="231863"/>
                </a:cubicBezTo>
                <a:cubicBezTo>
                  <a:pt x="285245" y="311386"/>
                  <a:pt x="246403" y="391411"/>
                  <a:pt x="198522" y="487174"/>
                </a:cubicBezTo>
                <a:cubicBezTo>
                  <a:pt x="164703" y="554710"/>
                  <a:pt x="135740" y="624657"/>
                  <a:pt x="112136" y="696445"/>
                </a:cubicBezTo>
                <a:lnTo>
                  <a:pt x="-1038" y="684894"/>
                </a:lnTo>
                <a:cubicBezTo>
                  <a:pt x="29934" y="605622"/>
                  <a:pt x="66429" y="528643"/>
                  <a:pt x="108284" y="454528"/>
                </a:cubicBezTo>
                <a:cubicBezTo>
                  <a:pt x="154826" y="365913"/>
                  <a:pt x="212251" y="283411"/>
                  <a:pt x="279051" y="208927"/>
                </a:cubicBezTo>
                <a:cubicBezTo>
                  <a:pt x="333461" y="149996"/>
                  <a:pt x="378328" y="101278"/>
                  <a:pt x="456177" y="60762"/>
                </a:cubicBezTo>
                <a:cubicBezTo>
                  <a:pt x="523815" y="26091"/>
                  <a:pt x="597979" y="5850"/>
                  <a:pt x="673820" y="1330"/>
                </a:cubicBezTo>
                <a:cubicBezTo>
                  <a:pt x="756357" y="-5668"/>
                  <a:pt x="839396" y="5013"/>
                  <a:pt x="917580" y="32636"/>
                </a:cubicBezTo>
                <a:cubicBezTo>
                  <a:pt x="958764" y="48307"/>
                  <a:pt x="997939" y="68397"/>
                  <a:pt x="1034772" y="92572"/>
                </a:cubicBezTo>
                <a:cubicBezTo>
                  <a:pt x="1072609" y="115676"/>
                  <a:pt x="1118481" y="147652"/>
                  <a:pt x="1228641" y="249943"/>
                </a:cubicBezTo>
                <a:cubicBezTo>
                  <a:pt x="1309670" y="324947"/>
                  <a:pt x="1303811" y="325281"/>
                  <a:pt x="1410958" y="426569"/>
                </a:cubicBezTo>
                <a:cubicBezTo>
                  <a:pt x="1482947" y="493536"/>
                  <a:pt x="1525806" y="532209"/>
                  <a:pt x="1556946" y="558996"/>
                </a:cubicBezTo>
                <a:cubicBezTo>
                  <a:pt x="1596791" y="594991"/>
                  <a:pt x="1638310" y="628909"/>
                  <a:pt x="1681673" y="660618"/>
                </a:cubicBezTo>
                <a:cubicBezTo>
                  <a:pt x="1747467" y="705586"/>
                  <a:pt x="1818619" y="742368"/>
                  <a:pt x="1893454" y="770108"/>
                </a:cubicBezTo>
                <a:cubicBezTo>
                  <a:pt x="1952218" y="792258"/>
                  <a:pt x="2013158" y="808531"/>
                  <a:pt x="2075103" y="818660"/>
                </a:cubicBezTo>
                <a:cubicBezTo>
                  <a:pt x="2101052" y="822845"/>
                  <a:pt x="2123820" y="823850"/>
                  <a:pt x="2139726" y="825022"/>
                </a:cubicBezTo>
                <a:close/>
              </a:path>
            </a:pathLst>
          </a:custGeom>
          <a:solidFill>
            <a:schemeClr val="accent1">
              <a:lumMod val="90000"/>
            </a:schemeClr>
          </a:solidFill>
          <a:ln w="12547" cap="rnd">
            <a:noFill/>
            <a:prstDash val="solid"/>
            <a:round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4" name="Rechteck: abgerundete Ecken 83">
            <a:extLst>
              <a:ext uri="{FF2B5EF4-FFF2-40B4-BE49-F238E27FC236}">
                <a16:creationId xmlns:a16="http://schemas.microsoft.com/office/drawing/2014/main" id="{81C2599C-55E9-554E-95CA-C18117194A62}"/>
              </a:ext>
            </a:extLst>
          </p:cNvPr>
          <p:cNvSpPr/>
          <p:nvPr/>
        </p:nvSpPr>
        <p:spPr>
          <a:xfrm>
            <a:off x="2991474" y="3357349"/>
            <a:ext cx="1597544" cy="290044"/>
          </a:xfrm>
          <a:prstGeom prst="roundRect">
            <a:avLst>
              <a:gd name="adj" fmla="val 46120"/>
            </a:avLst>
          </a:prstGeom>
          <a:solidFill>
            <a:schemeClr val="accent4"/>
          </a:solidFill>
          <a:ln w="12547" cap="rnd">
            <a:solidFill>
              <a:schemeClr val="bg1"/>
            </a:solidFill>
            <a:prstDash val="solid"/>
            <a:round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bg1"/>
                </a:solidFill>
              </a:rPr>
              <a:t>Basis </a:t>
            </a:r>
            <a:r>
              <a:rPr lang="en-US" sz="1400" err="1">
                <a:solidFill>
                  <a:schemeClr val="bg1"/>
                </a:solidFill>
              </a:rPr>
              <a:t>Belohnung</a:t>
            </a:r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85" name="Rechteck: abgerundete Ecken 84">
            <a:extLst>
              <a:ext uri="{FF2B5EF4-FFF2-40B4-BE49-F238E27FC236}">
                <a16:creationId xmlns:a16="http://schemas.microsoft.com/office/drawing/2014/main" id="{7465C5DA-3F67-CF4D-929F-6DF7F38583EB}"/>
              </a:ext>
            </a:extLst>
          </p:cNvPr>
          <p:cNvSpPr/>
          <p:nvPr/>
        </p:nvSpPr>
        <p:spPr>
          <a:xfrm>
            <a:off x="8455037" y="3357349"/>
            <a:ext cx="1597544" cy="290044"/>
          </a:xfrm>
          <a:prstGeom prst="roundRect">
            <a:avLst>
              <a:gd name="adj" fmla="val 46120"/>
            </a:avLst>
          </a:prstGeom>
          <a:solidFill>
            <a:schemeClr val="accent4"/>
          </a:solidFill>
          <a:ln w="12547" cap="rnd">
            <a:solidFill>
              <a:schemeClr val="bg1"/>
            </a:solidFill>
            <a:prstDash val="solid"/>
            <a:round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bg1"/>
                </a:solidFill>
              </a:rPr>
              <a:t>Create next buy</a:t>
            </a:r>
          </a:p>
        </p:txBody>
      </p:sp>
      <p:sp>
        <p:nvSpPr>
          <p:cNvPr id="86" name="Rechteck: abgerundete Ecken 85">
            <a:extLst>
              <a:ext uri="{FF2B5EF4-FFF2-40B4-BE49-F238E27FC236}">
                <a16:creationId xmlns:a16="http://schemas.microsoft.com/office/drawing/2014/main" id="{BC054669-59C4-8C41-9214-C49B48663CB8}"/>
              </a:ext>
            </a:extLst>
          </p:cNvPr>
          <p:cNvSpPr/>
          <p:nvPr/>
        </p:nvSpPr>
        <p:spPr>
          <a:xfrm>
            <a:off x="6967188" y="3357349"/>
            <a:ext cx="945163" cy="290044"/>
          </a:xfrm>
          <a:prstGeom prst="roundRect">
            <a:avLst>
              <a:gd name="adj" fmla="val 46120"/>
            </a:avLst>
          </a:prstGeom>
          <a:solidFill>
            <a:schemeClr val="accent4"/>
          </a:solidFill>
          <a:ln w="12547" cap="rnd">
            <a:solidFill>
              <a:schemeClr val="bg1"/>
            </a:solidFill>
            <a:prstDash val="solid"/>
            <a:round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bg1"/>
                </a:solidFill>
              </a:rPr>
              <a:t>Reward</a:t>
            </a:r>
          </a:p>
        </p:txBody>
      </p:sp>
      <p:sp>
        <p:nvSpPr>
          <p:cNvPr id="87" name="Rechteck: abgerundete Ecken 86">
            <a:extLst>
              <a:ext uri="{FF2B5EF4-FFF2-40B4-BE49-F238E27FC236}">
                <a16:creationId xmlns:a16="http://schemas.microsoft.com/office/drawing/2014/main" id="{23699659-0F23-5741-A9F3-273EA7E1F45C}"/>
              </a:ext>
            </a:extLst>
          </p:cNvPr>
          <p:cNvSpPr/>
          <p:nvPr/>
        </p:nvSpPr>
        <p:spPr>
          <a:xfrm>
            <a:off x="5268924" y="3357349"/>
            <a:ext cx="685886" cy="290044"/>
          </a:xfrm>
          <a:prstGeom prst="roundRect">
            <a:avLst>
              <a:gd name="adj" fmla="val 46120"/>
            </a:avLst>
          </a:prstGeom>
          <a:solidFill>
            <a:schemeClr val="accent4"/>
          </a:solidFill>
          <a:ln w="12547" cap="rnd">
            <a:solidFill>
              <a:schemeClr val="bg1"/>
            </a:solidFill>
            <a:prstDash val="solid"/>
            <a:round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bg1"/>
                </a:solidFill>
              </a:rPr>
              <a:t>Buy</a:t>
            </a:r>
          </a:p>
        </p:txBody>
      </p:sp>
      <p:sp>
        <p:nvSpPr>
          <p:cNvPr id="88" name="Freihandform: Form 87">
            <a:extLst>
              <a:ext uri="{FF2B5EF4-FFF2-40B4-BE49-F238E27FC236}">
                <a16:creationId xmlns:a16="http://schemas.microsoft.com/office/drawing/2014/main" id="{6FC1CCD6-BE2D-644B-8579-02B866C6A46F}"/>
              </a:ext>
            </a:extLst>
          </p:cNvPr>
          <p:cNvSpPr/>
          <p:nvPr/>
        </p:nvSpPr>
        <p:spPr>
          <a:xfrm>
            <a:off x="10849730" y="2990671"/>
            <a:ext cx="179557" cy="179557"/>
          </a:xfrm>
          <a:custGeom>
            <a:avLst/>
            <a:gdLst>
              <a:gd name="connsiteX0" fmla="*/ 78686 w 78686"/>
              <a:gd name="connsiteY0" fmla="*/ 39343 h 78686"/>
              <a:gd name="connsiteX1" fmla="*/ 39343 w 78686"/>
              <a:gd name="connsiteY1" fmla="*/ 78686 h 78686"/>
              <a:gd name="connsiteX2" fmla="*/ 0 w 78686"/>
              <a:gd name="connsiteY2" fmla="*/ 39343 h 78686"/>
              <a:gd name="connsiteX3" fmla="*/ 39343 w 78686"/>
              <a:gd name="connsiteY3" fmla="*/ 0 h 78686"/>
              <a:gd name="connsiteX4" fmla="*/ 78686 w 78686"/>
              <a:gd name="connsiteY4" fmla="*/ 39343 h 78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686" h="78686">
                <a:moveTo>
                  <a:pt x="78686" y="39343"/>
                </a:moveTo>
                <a:cubicBezTo>
                  <a:pt x="78686" y="61072"/>
                  <a:pt x="61071" y="78686"/>
                  <a:pt x="39343" y="78686"/>
                </a:cubicBezTo>
                <a:cubicBezTo>
                  <a:pt x="17615" y="78686"/>
                  <a:pt x="0" y="61072"/>
                  <a:pt x="0" y="39343"/>
                </a:cubicBezTo>
                <a:cubicBezTo>
                  <a:pt x="0" y="17614"/>
                  <a:pt x="17615" y="0"/>
                  <a:pt x="39343" y="0"/>
                </a:cubicBezTo>
                <a:cubicBezTo>
                  <a:pt x="61071" y="0"/>
                  <a:pt x="78686" y="17614"/>
                  <a:pt x="78686" y="39343"/>
                </a:cubicBezTo>
                <a:close/>
              </a:path>
            </a:pathLst>
          </a:custGeom>
          <a:solidFill>
            <a:schemeClr val="tx1"/>
          </a:solidFill>
          <a:ln w="381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9" name="Freihandform: Form 88">
            <a:extLst>
              <a:ext uri="{FF2B5EF4-FFF2-40B4-BE49-F238E27FC236}">
                <a16:creationId xmlns:a16="http://schemas.microsoft.com/office/drawing/2014/main" id="{57C05EFA-2FDC-2940-886B-C90E261AD3A0}"/>
              </a:ext>
            </a:extLst>
          </p:cNvPr>
          <p:cNvSpPr/>
          <p:nvPr/>
        </p:nvSpPr>
        <p:spPr>
          <a:xfrm>
            <a:off x="9962803" y="2453371"/>
            <a:ext cx="179557" cy="179557"/>
          </a:xfrm>
          <a:custGeom>
            <a:avLst/>
            <a:gdLst>
              <a:gd name="connsiteX0" fmla="*/ 78686 w 78686"/>
              <a:gd name="connsiteY0" fmla="*/ 39343 h 78686"/>
              <a:gd name="connsiteX1" fmla="*/ 39343 w 78686"/>
              <a:gd name="connsiteY1" fmla="*/ 78686 h 78686"/>
              <a:gd name="connsiteX2" fmla="*/ 0 w 78686"/>
              <a:gd name="connsiteY2" fmla="*/ 39343 h 78686"/>
              <a:gd name="connsiteX3" fmla="*/ 39343 w 78686"/>
              <a:gd name="connsiteY3" fmla="*/ 0 h 78686"/>
              <a:gd name="connsiteX4" fmla="*/ 78686 w 78686"/>
              <a:gd name="connsiteY4" fmla="*/ 39343 h 78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686" h="78686">
                <a:moveTo>
                  <a:pt x="78686" y="39343"/>
                </a:moveTo>
                <a:cubicBezTo>
                  <a:pt x="78686" y="61072"/>
                  <a:pt x="61072" y="78686"/>
                  <a:pt x="39343" y="78686"/>
                </a:cubicBezTo>
                <a:cubicBezTo>
                  <a:pt x="17614" y="78686"/>
                  <a:pt x="0" y="61072"/>
                  <a:pt x="0" y="39343"/>
                </a:cubicBezTo>
                <a:cubicBezTo>
                  <a:pt x="0" y="17614"/>
                  <a:pt x="17614" y="0"/>
                  <a:pt x="39343" y="0"/>
                </a:cubicBezTo>
                <a:cubicBezTo>
                  <a:pt x="61072" y="0"/>
                  <a:pt x="78686" y="17614"/>
                  <a:pt x="78686" y="39343"/>
                </a:cubicBezTo>
                <a:close/>
              </a:path>
            </a:pathLst>
          </a:custGeom>
          <a:solidFill>
            <a:schemeClr val="tx1"/>
          </a:solidFill>
          <a:ln w="381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0" name="Freihandform: Form 89">
            <a:extLst>
              <a:ext uri="{FF2B5EF4-FFF2-40B4-BE49-F238E27FC236}">
                <a16:creationId xmlns:a16="http://schemas.microsoft.com/office/drawing/2014/main" id="{8FDEA92F-8C31-F945-A1CB-D0C635895027}"/>
              </a:ext>
            </a:extLst>
          </p:cNvPr>
          <p:cNvSpPr/>
          <p:nvPr/>
        </p:nvSpPr>
        <p:spPr>
          <a:xfrm>
            <a:off x="8929286" y="3831524"/>
            <a:ext cx="179557" cy="179557"/>
          </a:xfrm>
          <a:custGeom>
            <a:avLst/>
            <a:gdLst>
              <a:gd name="connsiteX0" fmla="*/ 78686 w 78686"/>
              <a:gd name="connsiteY0" fmla="*/ 39343 h 78686"/>
              <a:gd name="connsiteX1" fmla="*/ 39343 w 78686"/>
              <a:gd name="connsiteY1" fmla="*/ 78686 h 78686"/>
              <a:gd name="connsiteX2" fmla="*/ 0 w 78686"/>
              <a:gd name="connsiteY2" fmla="*/ 39343 h 78686"/>
              <a:gd name="connsiteX3" fmla="*/ 39343 w 78686"/>
              <a:gd name="connsiteY3" fmla="*/ 0 h 78686"/>
              <a:gd name="connsiteX4" fmla="*/ 78686 w 78686"/>
              <a:gd name="connsiteY4" fmla="*/ 39343 h 78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686" h="78686">
                <a:moveTo>
                  <a:pt x="78686" y="39343"/>
                </a:moveTo>
                <a:cubicBezTo>
                  <a:pt x="78686" y="61071"/>
                  <a:pt x="61072" y="78686"/>
                  <a:pt x="39343" y="78686"/>
                </a:cubicBezTo>
                <a:cubicBezTo>
                  <a:pt x="17614" y="78686"/>
                  <a:pt x="0" y="61071"/>
                  <a:pt x="0" y="39343"/>
                </a:cubicBezTo>
                <a:cubicBezTo>
                  <a:pt x="0" y="17614"/>
                  <a:pt x="17614" y="0"/>
                  <a:pt x="39343" y="0"/>
                </a:cubicBezTo>
                <a:cubicBezTo>
                  <a:pt x="61072" y="0"/>
                  <a:pt x="78686" y="17614"/>
                  <a:pt x="78686" y="39343"/>
                </a:cubicBezTo>
                <a:close/>
              </a:path>
            </a:pathLst>
          </a:custGeom>
          <a:solidFill>
            <a:schemeClr val="tx1"/>
          </a:solidFill>
          <a:ln w="38100" cap="flat">
            <a:solidFill>
              <a:srgbClr val="F0F0F0"/>
            </a:solidFill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1" name="Freihandform: Form 90">
            <a:extLst>
              <a:ext uri="{FF2B5EF4-FFF2-40B4-BE49-F238E27FC236}">
                <a16:creationId xmlns:a16="http://schemas.microsoft.com/office/drawing/2014/main" id="{289272B8-20D5-A24B-9A6C-CACF8F56CB60}"/>
              </a:ext>
            </a:extLst>
          </p:cNvPr>
          <p:cNvSpPr/>
          <p:nvPr/>
        </p:nvSpPr>
        <p:spPr>
          <a:xfrm>
            <a:off x="8228042" y="4380193"/>
            <a:ext cx="179557" cy="179557"/>
          </a:xfrm>
          <a:custGeom>
            <a:avLst/>
            <a:gdLst>
              <a:gd name="connsiteX0" fmla="*/ 78686 w 78686"/>
              <a:gd name="connsiteY0" fmla="*/ 39343 h 78686"/>
              <a:gd name="connsiteX1" fmla="*/ 39343 w 78686"/>
              <a:gd name="connsiteY1" fmla="*/ 78686 h 78686"/>
              <a:gd name="connsiteX2" fmla="*/ 0 w 78686"/>
              <a:gd name="connsiteY2" fmla="*/ 39343 h 78686"/>
              <a:gd name="connsiteX3" fmla="*/ 39343 w 78686"/>
              <a:gd name="connsiteY3" fmla="*/ 0 h 78686"/>
              <a:gd name="connsiteX4" fmla="*/ 78686 w 78686"/>
              <a:gd name="connsiteY4" fmla="*/ 39343 h 78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686" h="78686">
                <a:moveTo>
                  <a:pt x="78686" y="39343"/>
                </a:moveTo>
                <a:cubicBezTo>
                  <a:pt x="78686" y="61071"/>
                  <a:pt x="61072" y="78686"/>
                  <a:pt x="39343" y="78686"/>
                </a:cubicBezTo>
                <a:cubicBezTo>
                  <a:pt x="17614" y="78686"/>
                  <a:pt x="0" y="61071"/>
                  <a:pt x="0" y="39343"/>
                </a:cubicBezTo>
                <a:cubicBezTo>
                  <a:pt x="0" y="17614"/>
                  <a:pt x="17614" y="0"/>
                  <a:pt x="39343" y="0"/>
                </a:cubicBezTo>
                <a:cubicBezTo>
                  <a:pt x="61072" y="0"/>
                  <a:pt x="78686" y="17614"/>
                  <a:pt x="78686" y="39343"/>
                </a:cubicBezTo>
                <a:close/>
              </a:path>
            </a:pathLst>
          </a:custGeom>
          <a:solidFill>
            <a:schemeClr val="tx1"/>
          </a:solidFill>
          <a:ln w="38100" cap="flat">
            <a:solidFill>
              <a:srgbClr val="F0F0F0"/>
            </a:solidFill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2" name="Freihandform: Form 91">
            <a:extLst>
              <a:ext uri="{FF2B5EF4-FFF2-40B4-BE49-F238E27FC236}">
                <a16:creationId xmlns:a16="http://schemas.microsoft.com/office/drawing/2014/main" id="{BEB26576-8B8F-094C-84E0-EDB4CF5F2910}"/>
              </a:ext>
            </a:extLst>
          </p:cNvPr>
          <p:cNvSpPr/>
          <p:nvPr/>
        </p:nvSpPr>
        <p:spPr>
          <a:xfrm>
            <a:off x="7549334" y="3831524"/>
            <a:ext cx="179557" cy="179557"/>
          </a:xfrm>
          <a:custGeom>
            <a:avLst/>
            <a:gdLst>
              <a:gd name="connsiteX0" fmla="*/ 78686 w 78686"/>
              <a:gd name="connsiteY0" fmla="*/ 39343 h 78686"/>
              <a:gd name="connsiteX1" fmla="*/ 39343 w 78686"/>
              <a:gd name="connsiteY1" fmla="*/ 78686 h 78686"/>
              <a:gd name="connsiteX2" fmla="*/ 0 w 78686"/>
              <a:gd name="connsiteY2" fmla="*/ 39343 h 78686"/>
              <a:gd name="connsiteX3" fmla="*/ 39343 w 78686"/>
              <a:gd name="connsiteY3" fmla="*/ 0 h 78686"/>
              <a:gd name="connsiteX4" fmla="*/ 78686 w 78686"/>
              <a:gd name="connsiteY4" fmla="*/ 39343 h 78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686" h="78686">
                <a:moveTo>
                  <a:pt x="78686" y="39343"/>
                </a:moveTo>
                <a:cubicBezTo>
                  <a:pt x="78686" y="61071"/>
                  <a:pt x="61072" y="78686"/>
                  <a:pt x="39343" y="78686"/>
                </a:cubicBezTo>
                <a:cubicBezTo>
                  <a:pt x="17614" y="78686"/>
                  <a:pt x="0" y="61071"/>
                  <a:pt x="0" y="39343"/>
                </a:cubicBezTo>
                <a:cubicBezTo>
                  <a:pt x="0" y="17614"/>
                  <a:pt x="17614" y="0"/>
                  <a:pt x="39343" y="0"/>
                </a:cubicBezTo>
                <a:cubicBezTo>
                  <a:pt x="61072" y="0"/>
                  <a:pt x="78686" y="17614"/>
                  <a:pt x="78686" y="39343"/>
                </a:cubicBezTo>
                <a:close/>
              </a:path>
            </a:pathLst>
          </a:custGeom>
          <a:solidFill>
            <a:schemeClr val="tx1"/>
          </a:solidFill>
          <a:ln w="38100" cap="flat">
            <a:solidFill>
              <a:srgbClr val="F0F0F0"/>
            </a:solidFill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3" name="Freihandform: Form 92">
            <a:extLst>
              <a:ext uri="{FF2B5EF4-FFF2-40B4-BE49-F238E27FC236}">
                <a16:creationId xmlns:a16="http://schemas.microsoft.com/office/drawing/2014/main" id="{43BC1B2D-9CE4-F14A-9BBE-A85F4DE75FFF}"/>
              </a:ext>
            </a:extLst>
          </p:cNvPr>
          <p:cNvSpPr/>
          <p:nvPr/>
        </p:nvSpPr>
        <p:spPr>
          <a:xfrm>
            <a:off x="7052322" y="2828325"/>
            <a:ext cx="179557" cy="179557"/>
          </a:xfrm>
          <a:custGeom>
            <a:avLst/>
            <a:gdLst>
              <a:gd name="connsiteX0" fmla="*/ 78686 w 78686"/>
              <a:gd name="connsiteY0" fmla="*/ 39343 h 78686"/>
              <a:gd name="connsiteX1" fmla="*/ 39343 w 78686"/>
              <a:gd name="connsiteY1" fmla="*/ 78686 h 78686"/>
              <a:gd name="connsiteX2" fmla="*/ 0 w 78686"/>
              <a:gd name="connsiteY2" fmla="*/ 39343 h 78686"/>
              <a:gd name="connsiteX3" fmla="*/ 39343 w 78686"/>
              <a:gd name="connsiteY3" fmla="*/ 0 h 78686"/>
              <a:gd name="connsiteX4" fmla="*/ 78686 w 78686"/>
              <a:gd name="connsiteY4" fmla="*/ 39343 h 78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686" h="78686">
                <a:moveTo>
                  <a:pt x="78686" y="39343"/>
                </a:moveTo>
                <a:cubicBezTo>
                  <a:pt x="78686" y="61072"/>
                  <a:pt x="61072" y="78686"/>
                  <a:pt x="39343" y="78686"/>
                </a:cubicBezTo>
                <a:cubicBezTo>
                  <a:pt x="17614" y="78686"/>
                  <a:pt x="0" y="61072"/>
                  <a:pt x="0" y="39343"/>
                </a:cubicBezTo>
                <a:cubicBezTo>
                  <a:pt x="0" y="17614"/>
                  <a:pt x="17614" y="0"/>
                  <a:pt x="39343" y="0"/>
                </a:cubicBezTo>
                <a:cubicBezTo>
                  <a:pt x="61072" y="0"/>
                  <a:pt x="78686" y="17614"/>
                  <a:pt x="78686" y="39343"/>
                </a:cubicBezTo>
                <a:close/>
              </a:path>
            </a:pathLst>
          </a:custGeom>
          <a:solidFill>
            <a:schemeClr val="tx1"/>
          </a:solidFill>
          <a:ln w="381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4" name="Freihandform: Form 93">
            <a:extLst>
              <a:ext uri="{FF2B5EF4-FFF2-40B4-BE49-F238E27FC236}">
                <a16:creationId xmlns:a16="http://schemas.microsoft.com/office/drawing/2014/main" id="{DF4C1C3E-F9C5-7641-9DE8-0C10117073D7}"/>
              </a:ext>
            </a:extLst>
          </p:cNvPr>
          <p:cNvSpPr/>
          <p:nvPr/>
        </p:nvSpPr>
        <p:spPr>
          <a:xfrm>
            <a:off x="6465358" y="2454966"/>
            <a:ext cx="179557" cy="179557"/>
          </a:xfrm>
          <a:custGeom>
            <a:avLst/>
            <a:gdLst>
              <a:gd name="connsiteX0" fmla="*/ 78686 w 78686"/>
              <a:gd name="connsiteY0" fmla="*/ 39343 h 78686"/>
              <a:gd name="connsiteX1" fmla="*/ 39343 w 78686"/>
              <a:gd name="connsiteY1" fmla="*/ 78686 h 78686"/>
              <a:gd name="connsiteX2" fmla="*/ 0 w 78686"/>
              <a:gd name="connsiteY2" fmla="*/ 39343 h 78686"/>
              <a:gd name="connsiteX3" fmla="*/ 39343 w 78686"/>
              <a:gd name="connsiteY3" fmla="*/ 0 h 78686"/>
              <a:gd name="connsiteX4" fmla="*/ 78686 w 78686"/>
              <a:gd name="connsiteY4" fmla="*/ 39343 h 78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686" h="78686">
                <a:moveTo>
                  <a:pt x="78686" y="39343"/>
                </a:moveTo>
                <a:cubicBezTo>
                  <a:pt x="78686" y="61072"/>
                  <a:pt x="61072" y="78686"/>
                  <a:pt x="39343" y="78686"/>
                </a:cubicBezTo>
                <a:cubicBezTo>
                  <a:pt x="17614" y="78686"/>
                  <a:pt x="0" y="61072"/>
                  <a:pt x="0" y="39343"/>
                </a:cubicBezTo>
                <a:cubicBezTo>
                  <a:pt x="0" y="17614"/>
                  <a:pt x="17614" y="0"/>
                  <a:pt x="39343" y="0"/>
                </a:cubicBezTo>
                <a:cubicBezTo>
                  <a:pt x="61072" y="0"/>
                  <a:pt x="78686" y="17614"/>
                  <a:pt x="78686" y="39343"/>
                </a:cubicBezTo>
                <a:close/>
              </a:path>
            </a:pathLst>
          </a:custGeom>
          <a:solidFill>
            <a:schemeClr val="tx1"/>
          </a:solidFill>
          <a:ln w="381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5" name="Freihandform: Form 94">
            <a:extLst>
              <a:ext uri="{FF2B5EF4-FFF2-40B4-BE49-F238E27FC236}">
                <a16:creationId xmlns:a16="http://schemas.microsoft.com/office/drawing/2014/main" id="{344BC0A0-73CE-104D-8037-3162E309E424}"/>
              </a:ext>
            </a:extLst>
          </p:cNvPr>
          <p:cNvSpPr/>
          <p:nvPr/>
        </p:nvSpPr>
        <p:spPr>
          <a:xfrm>
            <a:off x="5883182" y="2828325"/>
            <a:ext cx="179557" cy="179557"/>
          </a:xfrm>
          <a:custGeom>
            <a:avLst/>
            <a:gdLst>
              <a:gd name="connsiteX0" fmla="*/ 78686 w 78686"/>
              <a:gd name="connsiteY0" fmla="*/ 39343 h 78686"/>
              <a:gd name="connsiteX1" fmla="*/ 39343 w 78686"/>
              <a:gd name="connsiteY1" fmla="*/ 78686 h 78686"/>
              <a:gd name="connsiteX2" fmla="*/ 0 w 78686"/>
              <a:gd name="connsiteY2" fmla="*/ 39343 h 78686"/>
              <a:gd name="connsiteX3" fmla="*/ 39343 w 78686"/>
              <a:gd name="connsiteY3" fmla="*/ 0 h 78686"/>
              <a:gd name="connsiteX4" fmla="*/ 78686 w 78686"/>
              <a:gd name="connsiteY4" fmla="*/ 39343 h 78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686" h="78686">
                <a:moveTo>
                  <a:pt x="78686" y="39343"/>
                </a:moveTo>
                <a:cubicBezTo>
                  <a:pt x="78686" y="61072"/>
                  <a:pt x="61072" y="78686"/>
                  <a:pt x="39343" y="78686"/>
                </a:cubicBezTo>
                <a:cubicBezTo>
                  <a:pt x="17614" y="78686"/>
                  <a:pt x="0" y="61072"/>
                  <a:pt x="0" y="39343"/>
                </a:cubicBezTo>
                <a:cubicBezTo>
                  <a:pt x="0" y="17614"/>
                  <a:pt x="17614" y="0"/>
                  <a:pt x="39343" y="0"/>
                </a:cubicBezTo>
                <a:cubicBezTo>
                  <a:pt x="61072" y="0"/>
                  <a:pt x="78686" y="17614"/>
                  <a:pt x="78686" y="39343"/>
                </a:cubicBezTo>
                <a:close/>
              </a:path>
            </a:pathLst>
          </a:custGeom>
          <a:solidFill>
            <a:schemeClr val="tx1"/>
          </a:solidFill>
          <a:ln w="381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6" name="Freihandform: Form 95">
            <a:extLst>
              <a:ext uri="{FF2B5EF4-FFF2-40B4-BE49-F238E27FC236}">
                <a16:creationId xmlns:a16="http://schemas.microsoft.com/office/drawing/2014/main" id="{1D5361FC-1343-6642-99A8-A0B9BF2F0981}"/>
              </a:ext>
            </a:extLst>
          </p:cNvPr>
          <p:cNvSpPr/>
          <p:nvPr/>
        </p:nvSpPr>
        <p:spPr>
          <a:xfrm>
            <a:off x="5349669" y="3937031"/>
            <a:ext cx="179557" cy="179557"/>
          </a:xfrm>
          <a:custGeom>
            <a:avLst/>
            <a:gdLst>
              <a:gd name="connsiteX0" fmla="*/ 78686 w 78686"/>
              <a:gd name="connsiteY0" fmla="*/ 39343 h 78686"/>
              <a:gd name="connsiteX1" fmla="*/ 39343 w 78686"/>
              <a:gd name="connsiteY1" fmla="*/ 78686 h 78686"/>
              <a:gd name="connsiteX2" fmla="*/ 0 w 78686"/>
              <a:gd name="connsiteY2" fmla="*/ 39343 h 78686"/>
              <a:gd name="connsiteX3" fmla="*/ 39343 w 78686"/>
              <a:gd name="connsiteY3" fmla="*/ 0 h 78686"/>
              <a:gd name="connsiteX4" fmla="*/ 78686 w 78686"/>
              <a:gd name="connsiteY4" fmla="*/ 39343 h 78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686" h="78686">
                <a:moveTo>
                  <a:pt x="78686" y="39343"/>
                </a:moveTo>
                <a:cubicBezTo>
                  <a:pt x="78686" y="61071"/>
                  <a:pt x="61072" y="78686"/>
                  <a:pt x="39343" y="78686"/>
                </a:cubicBezTo>
                <a:cubicBezTo>
                  <a:pt x="17614" y="78686"/>
                  <a:pt x="0" y="61071"/>
                  <a:pt x="0" y="39343"/>
                </a:cubicBezTo>
                <a:cubicBezTo>
                  <a:pt x="0" y="17614"/>
                  <a:pt x="17614" y="0"/>
                  <a:pt x="39343" y="0"/>
                </a:cubicBezTo>
                <a:cubicBezTo>
                  <a:pt x="61072" y="0"/>
                  <a:pt x="78686" y="17614"/>
                  <a:pt x="78686" y="39343"/>
                </a:cubicBezTo>
                <a:close/>
              </a:path>
            </a:pathLst>
          </a:custGeom>
          <a:solidFill>
            <a:schemeClr val="tx1"/>
          </a:solidFill>
          <a:ln w="38100" cap="flat">
            <a:solidFill>
              <a:srgbClr val="F0F0F0"/>
            </a:solidFill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7" name="Freihandform: Form 96">
            <a:extLst>
              <a:ext uri="{FF2B5EF4-FFF2-40B4-BE49-F238E27FC236}">
                <a16:creationId xmlns:a16="http://schemas.microsoft.com/office/drawing/2014/main" id="{E57D6F60-AD6D-254A-9B8E-F5D1D18A28F3}"/>
              </a:ext>
            </a:extLst>
          </p:cNvPr>
          <p:cNvSpPr/>
          <p:nvPr/>
        </p:nvSpPr>
        <p:spPr>
          <a:xfrm>
            <a:off x="4081207" y="3937031"/>
            <a:ext cx="179557" cy="179557"/>
          </a:xfrm>
          <a:custGeom>
            <a:avLst/>
            <a:gdLst>
              <a:gd name="connsiteX0" fmla="*/ 78686 w 78686"/>
              <a:gd name="connsiteY0" fmla="*/ 39343 h 78686"/>
              <a:gd name="connsiteX1" fmla="*/ 39343 w 78686"/>
              <a:gd name="connsiteY1" fmla="*/ 78686 h 78686"/>
              <a:gd name="connsiteX2" fmla="*/ 0 w 78686"/>
              <a:gd name="connsiteY2" fmla="*/ 39343 h 78686"/>
              <a:gd name="connsiteX3" fmla="*/ 39343 w 78686"/>
              <a:gd name="connsiteY3" fmla="*/ 0 h 78686"/>
              <a:gd name="connsiteX4" fmla="*/ 78686 w 78686"/>
              <a:gd name="connsiteY4" fmla="*/ 39343 h 78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686" h="78686">
                <a:moveTo>
                  <a:pt x="78686" y="39343"/>
                </a:moveTo>
                <a:cubicBezTo>
                  <a:pt x="78686" y="61071"/>
                  <a:pt x="61072" y="78686"/>
                  <a:pt x="39343" y="78686"/>
                </a:cubicBezTo>
                <a:cubicBezTo>
                  <a:pt x="17614" y="78686"/>
                  <a:pt x="0" y="61071"/>
                  <a:pt x="0" y="39343"/>
                </a:cubicBezTo>
                <a:cubicBezTo>
                  <a:pt x="0" y="17614"/>
                  <a:pt x="17614" y="0"/>
                  <a:pt x="39343" y="0"/>
                </a:cubicBezTo>
                <a:cubicBezTo>
                  <a:pt x="61071" y="0"/>
                  <a:pt x="78686" y="17614"/>
                  <a:pt x="78686" y="39343"/>
                </a:cubicBezTo>
                <a:close/>
              </a:path>
            </a:pathLst>
          </a:custGeom>
          <a:solidFill>
            <a:schemeClr val="tx1"/>
          </a:solidFill>
          <a:ln w="38100" cap="flat">
            <a:solidFill>
              <a:srgbClr val="F0F0F0"/>
            </a:solidFill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8" name="Freihandform: Form 97">
            <a:extLst>
              <a:ext uri="{FF2B5EF4-FFF2-40B4-BE49-F238E27FC236}">
                <a16:creationId xmlns:a16="http://schemas.microsoft.com/office/drawing/2014/main" id="{11952AB7-9F56-9D4B-87C3-3CD07A2FB072}"/>
              </a:ext>
            </a:extLst>
          </p:cNvPr>
          <p:cNvSpPr/>
          <p:nvPr/>
        </p:nvSpPr>
        <p:spPr>
          <a:xfrm>
            <a:off x="3535529" y="2828325"/>
            <a:ext cx="179557" cy="179557"/>
          </a:xfrm>
          <a:custGeom>
            <a:avLst/>
            <a:gdLst>
              <a:gd name="connsiteX0" fmla="*/ 78686 w 78686"/>
              <a:gd name="connsiteY0" fmla="*/ 39343 h 78686"/>
              <a:gd name="connsiteX1" fmla="*/ 39343 w 78686"/>
              <a:gd name="connsiteY1" fmla="*/ 78686 h 78686"/>
              <a:gd name="connsiteX2" fmla="*/ 0 w 78686"/>
              <a:gd name="connsiteY2" fmla="*/ 39343 h 78686"/>
              <a:gd name="connsiteX3" fmla="*/ 39343 w 78686"/>
              <a:gd name="connsiteY3" fmla="*/ 0 h 78686"/>
              <a:gd name="connsiteX4" fmla="*/ 78686 w 78686"/>
              <a:gd name="connsiteY4" fmla="*/ 39343 h 78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686" h="78686">
                <a:moveTo>
                  <a:pt x="78686" y="39343"/>
                </a:moveTo>
                <a:cubicBezTo>
                  <a:pt x="78686" y="61072"/>
                  <a:pt x="61072" y="78686"/>
                  <a:pt x="39343" y="78686"/>
                </a:cubicBezTo>
                <a:cubicBezTo>
                  <a:pt x="17614" y="78686"/>
                  <a:pt x="0" y="61072"/>
                  <a:pt x="0" y="39343"/>
                </a:cubicBezTo>
                <a:cubicBezTo>
                  <a:pt x="0" y="17614"/>
                  <a:pt x="17614" y="0"/>
                  <a:pt x="39343" y="0"/>
                </a:cubicBezTo>
                <a:cubicBezTo>
                  <a:pt x="61071" y="0"/>
                  <a:pt x="78686" y="17614"/>
                  <a:pt x="78686" y="39343"/>
                </a:cubicBezTo>
                <a:close/>
              </a:path>
            </a:pathLst>
          </a:custGeom>
          <a:solidFill>
            <a:schemeClr val="tx1"/>
          </a:solidFill>
          <a:ln w="381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9" name="Freihandform: Form 98">
            <a:extLst>
              <a:ext uri="{FF2B5EF4-FFF2-40B4-BE49-F238E27FC236}">
                <a16:creationId xmlns:a16="http://schemas.microsoft.com/office/drawing/2014/main" id="{51392588-DDAA-8347-9407-E4DD3960ED33}"/>
              </a:ext>
            </a:extLst>
          </p:cNvPr>
          <p:cNvSpPr/>
          <p:nvPr/>
        </p:nvSpPr>
        <p:spPr>
          <a:xfrm>
            <a:off x="2245925" y="2828325"/>
            <a:ext cx="179557" cy="179557"/>
          </a:xfrm>
          <a:custGeom>
            <a:avLst/>
            <a:gdLst>
              <a:gd name="connsiteX0" fmla="*/ 78686 w 78686"/>
              <a:gd name="connsiteY0" fmla="*/ 39343 h 78686"/>
              <a:gd name="connsiteX1" fmla="*/ 39343 w 78686"/>
              <a:gd name="connsiteY1" fmla="*/ 78686 h 78686"/>
              <a:gd name="connsiteX2" fmla="*/ 0 w 78686"/>
              <a:gd name="connsiteY2" fmla="*/ 39343 h 78686"/>
              <a:gd name="connsiteX3" fmla="*/ 39343 w 78686"/>
              <a:gd name="connsiteY3" fmla="*/ 0 h 78686"/>
              <a:gd name="connsiteX4" fmla="*/ 78686 w 78686"/>
              <a:gd name="connsiteY4" fmla="*/ 39343 h 78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686" h="78686">
                <a:moveTo>
                  <a:pt x="78686" y="39343"/>
                </a:moveTo>
                <a:cubicBezTo>
                  <a:pt x="78686" y="61072"/>
                  <a:pt x="61072" y="78686"/>
                  <a:pt x="39343" y="78686"/>
                </a:cubicBezTo>
                <a:cubicBezTo>
                  <a:pt x="17615" y="78686"/>
                  <a:pt x="0" y="61072"/>
                  <a:pt x="0" y="39343"/>
                </a:cubicBezTo>
                <a:cubicBezTo>
                  <a:pt x="0" y="17614"/>
                  <a:pt x="17615" y="0"/>
                  <a:pt x="39343" y="0"/>
                </a:cubicBezTo>
                <a:cubicBezTo>
                  <a:pt x="61072" y="0"/>
                  <a:pt x="78686" y="17614"/>
                  <a:pt x="78686" y="39343"/>
                </a:cubicBezTo>
                <a:close/>
              </a:path>
            </a:pathLst>
          </a:custGeom>
          <a:solidFill>
            <a:schemeClr val="tx1"/>
          </a:solidFill>
          <a:ln w="381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00" name="Freihandform: Form 99">
            <a:extLst>
              <a:ext uri="{FF2B5EF4-FFF2-40B4-BE49-F238E27FC236}">
                <a16:creationId xmlns:a16="http://schemas.microsoft.com/office/drawing/2014/main" id="{BDED6616-7BFB-B54A-8DDB-DAD8FA35F7EC}"/>
              </a:ext>
            </a:extLst>
          </p:cNvPr>
          <p:cNvSpPr/>
          <p:nvPr/>
        </p:nvSpPr>
        <p:spPr>
          <a:xfrm>
            <a:off x="1090348" y="3412693"/>
            <a:ext cx="179557" cy="179557"/>
          </a:xfrm>
          <a:custGeom>
            <a:avLst/>
            <a:gdLst>
              <a:gd name="connsiteX0" fmla="*/ 78686 w 78686"/>
              <a:gd name="connsiteY0" fmla="*/ 39343 h 78686"/>
              <a:gd name="connsiteX1" fmla="*/ 39343 w 78686"/>
              <a:gd name="connsiteY1" fmla="*/ 78686 h 78686"/>
              <a:gd name="connsiteX2" fmla="*/ 0 w 78686"/>
              <a:gd name="connsiteY2" fmla="*/ 39343 h 78686"/>
              <a:gd name="connsiteX3" fmla="*/ 39343 w 78686"/>
              <a:gd name="connsiteY3" fmla="*/ 0 h 78686"/>
              <a:gd name="connsiteX4" fmla="*/ 78686 w 78686"/>
              <a:gd name="connsiteY4" fmla="*/ 39343 h 78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686" h="78686">
                <a:moveTo>
                  <a:pt x="78686" y="39343"/>
                </a:moveTo>
                <a:cubicBezTo>
                  <a:pt x="78686" y="61072"/>
                  <a:pt x="61072" y="78686"/>
                  <a:pt x="39343" y="78686"/>
                </a:cubicBezTo>
                <a:cubicBezTo>
                  <a:pt x="17614" y="78686"/>
                  <a:pt x="0" y="61072"/>
                  <a:pt x="0" y="39343"/>
                </a:cubicBezTo>
                <a:cubicBezTo>
                  <a:pt x="0" y="17614"/>
                  <a:pt x="17615" y="0"/>
                  <a:pt x="39343" y="0"/>
                </a:cubicBezTo>
                <a:cubicBezTo>
                  <a:pt x="61072" y="0"/>
                  <a:pt x="78686" y="17615"/>
                  <a:pt x="78686" y="39343"/>
                </a:cubicBezTo>
                <a:close/>
              </a:path>
            </a:pathLst>
          </a:custGeom>
          <a:solidFill>
            <a:schemeClr val="tx1"/>
          </a:solidFill>
          <a:ln w="381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01" name="Textfeld 34">
            <a:extLst>
              <a:ext uri="{FF2B5EF4-FFF2-40B4-BE49-F238E27FC236}">
                <a16:creationId xmlns:a16="http://schemas.microsoft.com/office/drawing/2014/main" id="{40337032-9906-3844-A48A-4B238C32677D}"/>
              </a:ext>
            </a:extLst>
          </p:cNvPr>
          <p:cNvSpPr txBox="1"/>
          <p:nvPr/>
        </p:nvSpPr>
        <p:spPr>
          <a:xfrm>
            <a:off x="886877" y="2867505"/>
            <a:ext cx="586499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err="1"/>
              <a:t>Inhalt</a:t>
            </a:r>
            <a:endParaRPr lang="en-US" sz="1200"/>
          </a:p>
          <a:p>
            <a:pPr algn="ctr"/>
            <a:r>
              <a:rPr lang="en-US" sz="900"/>
              <a:t>Inspiration,</a:t>
            </a:r>
            <a:br>
              <a:rPr lang="en-US" sz="900"/>
            </a:br>
            <a:r>
              <a:rPr lang="en-US" sz="900"/>
              <a:t>Information</a:t>
            </a:r>
          </a:p>
        </p:txBody>
      </p:sp>
      <p:sp>
        <p:nvSpPr>
          <p:cNvPr id="102" name="Textfeld 35">
            <a:extLst>
              <a:ext uri="{FF2B5EF4-FFF2-40B4-BE49-F238E27FC236}">
                <a16:creationId xmlns:a16="http://schemas.microsoft.com/office/drawing/2014/main" id="{E9E33320-C63F-1940-80A9-2A13AC4656A2}"/>
              </a:ext>
            </a:extLst>
          </p:cNvPr>
          <p:cNvSpPr txBox="1"/>
          <p:nvPr/>
        </p:nvSpPr>
        <p:spPr>
          <a:xfrm>
            <a:off x="1589127" y="2418924"/>
            <a:ext cx="956820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err="1"/>
              <a:t>Registrierung</a:t>
            </a:r>
            <a:endParaRPr lang="en-US" sz="1200"/>
          </a:p>
          <a:p>
            <a:pPr algn="ctr"/>
            <a:r>
              <a:rPr lang="en-US" sz="900" err="1"/>
              <a:t>Daten</a:t>
            </a:r>
            <a:r>
              <a:rPr lang="en-US" sz="900"/>
              <a:t> </a:t>
            </a:r>
            <a:r>
              <a:rPr lang="en-US" sz="900" err="1"/>
              <a:t>erfassen</a:t>
            </a:r>
            <a:endParaRPr lang="en-US" sz="900"/>
          </a:p>
        </p:txBody>
      </p:sp>
      <p:grpSp>
        <p:nvGrpSpPr>
          <p:cNvPr id="103" name="Gruppieren 102">
            <a:extLst>
              <a:ext uri="{FF2B5EF4-FFF2-40B4-BE49-F238E27FC236}">
                <a16:creationId xmlns:a16="http://schemas.microsoft.com/office/drawing/2014/main" id="{D7283CFC-B2EE-464C-AE6D-F08B8FFD18FE}"/>
              </a:ext>
            </a:extLst>
          </p:cNvPr>
          <p:cNvGrpSpPr/>
          <p:nvPr/>
        </p:nvGrpSpPr>
        <p:grpSpPr>
          <a:xfrm>
            <a:off x="1911003" y="2066562"/>
            <a:ext cx="313068" cy="313068"/>
            <a:chOff x="1402279" y="1628998"/>
            <a:chExt cx="326174" cy="326174"/>
          </a:xfrm>
        </p:grpSpPr>
        <p:sp>
          <p:nvSpPr>
            <p:cNvPr id="235" name="Ellipse 234">
              <a:extLst>
                <a:ext uri="{FF2B5EF4-FFF2-40B4-BE49-F238E27FC236}">
                  <a16:creationId xmlns:a16="http://schemas.microsoft.com/office/drawing/2014/main" id="{39CE8DD2-1928-724C-A292-405389811AC8}"/>
                </a:ext>
              </a:extLst>
            </p:cNvPr>
            <p:cNvSpPr/>
            <p:nvPr/>
          </p:nvSpPr>
          <p:spPr>
            <a:xfrm>
              <a:off x="1402279" y="1628998"/>
              <a:ext cx="326174" cy="326174"/>
            </a:xfrm>
            <a:prstGeom prst="ellipse">
              <a:avLst/>
            </a:prstGeom>
            <a:solidFill>
              <a:schemeClr val="accent1">
                <a:alpha val="66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600">
                <a:solidFill>
                  <a:schemeClr val="tx1"/>
                </a:solidFill>
              </a:endParaRPr>
            </a:p>
          </p:txBody>
        </p:sp>
        <p:grpSp>
          <p:nvGrpSpPr>
            <p:cNvPr id="236" name="Gruppieren 235">
              <a:extLst>
                <a:ext uri="{FF2B5EF4-FFF2-40B4-BE49-F238E27FC236}">
                  <a16:creationId xmlns:a16="http://schemas.microsoft.com/office/drawing/2014/main" id="{578A1930-F419-7A4E-A78A-F0A52AE2AFB8}"/>
                </a:ext>
              </a:extLst>
            </p:cNvPr>
            <p:cNvGrpSpPr/>
            <p:nvPr/>
          </p:nvGrpSpPr>
          <p:grpSpPr>
            <a:xfrm>
              <a:off x="1447828" y="1733150"/>
              <a:ext cx="235076" cy="117881"/>
              <a:chOff x="342042" y="1437224"/>
              <a:chExt cx="569786" cy="285723"/>
            </a:xfrm>
          </p:grpSpPr>
          <p:sp>
            <p:nvSpPr>
              <p:cNvPr id="237" name="Freihandform: Form 236">
                <a:extLst>
                  <a:ext uri="{FF2B5EF4-FFF2-40B4-BE49-F238E27FC236}">
                    <a16:creationId xmlns:a16="http://schemas.microsoft.com/office/drawing/2014/main" id="{96233B38-4C8F-654A-BF8D-76AFA4EC6BD4}"/>
                  </a:ext>
                </a:extLst>
              </p:cNvPr>
              <p:cNvSpPr/>
              <p:nvPr/>
            </p:nvSpPr>
            <p:spPr>
              <a:xfrm>
                <a:off x="342042" y="1437224"/>
                <a:ext cx="569786" cy="209550"/>
              </a:xfrm>
              <a:custGeom>
                <a:avLst/>
                <a:gdLst>
                  <a:gd name="connsiteX0" fmla="*/ 276288 w 569786"/>
                  <a:gd name="connsiteY0" fmla="*/ 208410 h 209550"/>
                  <a:gd name="connsiteX1" fmla="*/ 94170 w 569786"/>
                  <a:gd name="connsiteY1" fmla="*/ 208410 h 209550"/>
                  <a:gd name="connsiteX2" fmla="*/ -1080 w 569786"/>
                  <a:gd name="connsiteY2" fmla="*/ 113160 h 209550"/>
                  <a:gd name="connsiteX3" fmla="*/ -1080 w 569786"/>
                  <a:gd name="connsiteY3" fmla="*/ 94110 h 209550"/>
                  <a:gd name="connsiteX4" fmla="*/ 94170 w 569786"/>
                  <a:gd name="connsiteY4" fmla="*/ -1140 h 209550"/>
                  <a:gd name="connsiteX5" fmla="*/ 472979 w 569786"/>
                  <a:gd name="connsiteY5" fmla="*/ -1140 h 209550"/>
                  <a:gd name="connsiteX6" fmla="*/ 568706 w 569786"/>
                  <a:gd name="connsiteY6" fmla="*/ 94110 h 209550"/>
                  <a:gd name="connsiteX7" fmla="*/ 568706 w 569786"/>
                  <a:gd name="connsiteY7" fmla="*/ 113160 h 209550"/>
                  <a:gd name="connsiteX8" fmla="*/ 560133 w 569786"/>
                  <a:gd name="connsiteY8" fmla="*/ 152594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69786" h="209550">
                    <a:moveTo>
                      <a:pt x="276288" y="208410"/>
                    </a:moveTo>
                    <a:lnTo>
                      <a:pt x="94170" y="208410"/>
                    </a:lnTo>
                    <a:cubicBezTo>
                      <a:pt x="41782" y="208029"/>
                      <a:pt x="-699" y="165548"/>
                      <a:pt x="-1080" y="113160"/>
                    </a:cubicBezTo>
                    <a:lnTo>
                      <a:pt x="-1080" y="94110"/>
                    </a:lnTo>
                    <a:cubicBezTo>
                      <a:pt x="-699" y="41723"/>
                      <a:pt x="41782" y="-759"/>
                      <a:pt x="94170" y="-1140"/>
                    </a:cubicBezTo>
                    <a:lnTo>
                      <a:pt x="472979" y="-1140"/>
                    </a:lnTo>
                    <a:cubicBezTo>
                      <a:pt x="525557" y="-949"/>
                      <a:pt x="568324" y="41532"/>
                      <a:pt x="568706" y="94110"/>
                    </a:cubicBezTo>
                    <a:lnTo>
                      <a:pt x="568706" y="113160"/>
                    </a:lnTo>
                    <a:cubicBezTo>
                      <a:pt x="568706" y="126780"/>
                      <a:pt x="565753" y="140211"/>
                      <a:pt x="560133" y="152594"/>
                    </a:cubicBez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238" name="Freihandform: Form 237">
                <a:extLst>
                  <a:ext uri="{FF2B5EF4-FFF2-40B4-BE49-F238E27FC236}">
                    <a16:creationId xmlns:a16="http://schemas.microsoft.com/office/drawing/2014/main" id="{3DE3DF4A-EDA8-F547-BCFF-31BA0E0C5220}"/>
                  </a:ext>
                </a:extLst>
              </p:cNvPr>
              <p:cNvSpPr/>
              <p:nvPr/>
            </p:nvSpPr>
            <p:spPr>
              <a:xfrm>
                <a:off x="665226" y="1507898"/>
                <a:ext cx="215492" cy="215049"/>
              </a:xfrm>
              <a:custGeom>
                <a:avLst/>
                <a:gdLst>
                  <a:gd name="connsiteX0" fmla="*/ -1080 w 215492"/>
                  <a:gd name="connsiteY0" fmla="*/ -1140 h 215049"/>
                  <a:gd name="connsiteX1" fmla="*/ 198945 w 215492"/>
                  <a:gd name="connsiteY1" fmla="*/ 51153 h 215049"/>
                  <a:gd name="connsiteX2" fmla="*/ 122745 w 215492"/>
                  <a:gd name="connsiteY2" fmla="*/ 87824 h 215049"/>
                  <a:gd name="connsiteX3" fmla="*/ 208470 w 215492"/>
                  <a:gd name="connsiteY3" fmla="*/ 173549 h 215049"/>
                  <a:gd name="connsiteX4" fmla="*/ 206945 w 215492"/>
                  <a:gd name="connsiteY4" fmla="*/ 205839 h 215049"/>
                  <a:gd name="connsiteX5" fmla="*/ 206088 w 215492"/>
                  <a:gd name="connsiteY5" fmla="*/ 206601 h 215049"/>
                  <a:gd name="connsiteX6" fmla="*/ 171417 w 215492"/>
                  <a:gd name="connsiteY6" fmla="*/ 207553 h 215049"/>
                  <a:gd name="connsiteX7" fmla="*/ 87312 w 215492"/>
                  <a:gd name="connsiteY7" fmla="*/ 123352 h 215049"/>
                  <a:gd name="connsiteX8" fmla="*/ 50641 w 215492"/>
                  <a:gd name="connsiteY8" fmla="*/ 199552 h 2150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15492" h="215049">
                    <a:moveTo>
                      <a:pt x="-1080" y="-1140"/>
                    </a:moveTo>
                    <a:lnTo>
                      <a:pt x="198945" y="51153"/>
                    </a:lnTo>
                    <a:lnTo>
                      <a:pt x="122745" y="87824"/>
                    </a:lnTo>
                    <a:cubicBezTo>
                      <a:pt x="210756" y="175835"/>
                      <a:pt x="217995" y="183074"/>
                      <a:pt x="208470" y="173549"/>
                    </a:cubicBezTo>
                    <a:cubicBezTo>
                      <a:pt x="216947" y="182884"/>
                      <a:pt x="216280" y="197362"/>
                      <a:pt x="206945" y="205839"/>
                    </a:cubicBezTo>
                    <a:cubicBezTo>
                      <a:pt x="206660" y="206124"/>
                      <a:pt x="206374" y="206315"/>
                      <a:pt x="206088" y="206601"/>
                    </a:cubicBezTo>
                    <a:cubicBezTo>
                      <a:pt x="196563" y="215935"/>
                      <a:pt x="181419" y="216412"/>
                      <a:pt x="171417" y="207553"/>
                    </a:cubicBezTo>
                    <a:lnTo>
                      <a:pt x="87312" y="123352"/>
                    </a:lnTo>
                    <a:lnTo>
                      <a:pt x="50641" y="199552"/>
                    </a:lnTo>
                    <a:close/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</p:grpSp>
      </p:grpSp>
      <p:grpSp>
        <p:nvGrpSpPr>
          <p:cNvPr id="104" name="Gruppieren 103">
            <a:extLst>
              <a:ext uri="{FF2B5EF4-FFF2-40B4-BE49-F238E27FC236}">
                <a16:creationId xmlns:a16="http://schemas.microsoft.com/office/drawing/2014/main" id="{11913BF4-5B10-2245-B077-14D738024D23}"/>
              </a:ext>
            </a:extLst>
          </p:cNvPr>
          <p:cNvGrpSpPr/>
          <p:nvPr/>
        </p:nvGrpSpPr>
        <p:grpSpPr>
          <a:xfrm>
            <a:off x="1023593" y="2515143"/>
            <a:ext cx="313068" cy="313068"/>
            <a:chOff x="477719" y="2096358"/>
            <a:chExt cx="326174" cy="326174"/>
          </a:xfrm>
        </p:grpSpPr>
        <p:sp>
          <p:nvSpPr>
            <p:cNvPr id="228" name="Ellipse 227">
              <a:extLst>
                <a:ext uri="{FF2B5EF4-FFF2-40B4-BE49-F238E27FC236}">
                  <a16:creationId xmlns:a16="http://schemas.microsoft.com/office/drawing/2014/main" id="{48085CF9-9A79-3646-A59D-8C774DC72B04}"/>
                </a:ext>
              </a:extLst>
            </p:cNvPr>
            <p:cNvSpPr/>
            <p:nvPr/>
          </p:nvSpPr>
          <p:spPr>
            <a:xfrm>
              <a:off x="477719" y="2096358"/>
              <a:ext cx="326174" cy="326174"/>
            </a:xfrm>
            <a:prstGeom prst="ellipse">
              <a:avLst/>
            </a:prstGeom>
            <a:solidFill>
              <a:schemeClr val="accent1">
                <a:alpha val="66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600">
                <a:solidFill>
                  <a:schemeClr val="tx1"/>
                </a:solidFill>
              </a:endParaRPr>
            </a:p>
          </p:txBody>
        </p:sp>
        <p:grpSp>
          <p:nvGrpSpPr>
            <p:cNvPr id="229" name="Gruppieren 228">
              <a:extLst>
                <a:ext uri="{FF2B5EF4-FFF2-40B4-BE49-F238E27FC236}">
                  <a16:creationId xmlns:a16="http://schemas.microsoft.com/office/drawing/2014/main" id="{29BAF232-B1E3-AA4A-A25B-44FC79B49EC1}"/>
                </a:ext>
              </a:extLst>
            </p:cNvPr>
            <p:cNvGrpSpPr/>
            <p:nvPr/>
          </p:nvGrpSpPr>
          <p:grpSpPr>
            <a:xfrm>
              <a:off x="564927" y="2165350"/>
              <a:ext cx="151758" cy="188190"/>
              <a:chOff x="-886808" y="1827581"/>
              <a:chExt cx="340423" cy="422147"/>
            </a:xfrm>
          </p:grpSpPr>
          <p:sp>
            <p:nvSpPr>
              <p:cNvPr id="230" name="Freihandform: Form 229">
                <a:extLst>
                  <a:ext uri="{FF2B5EF4-FFF2-40B4-BE49-F238E27FC236}">
                    <a16:creationId xmlns:a16="http://schemas.microsoft.com/office/drawing/2014/main" id="{68ABF1E3-914C-3844-9D25-7412FAAF5D80}"/>
                  </a:ext>
                </a:extLst>
              </p:cNvPr>
              <p:cNvSpPr/>
              <p:nvPr/>
            </p:nvSpPr>
            <p:spPr>
              <a:xfrm>
                <a:off x="-886808" y="1827581"/>
                <a:ext cx="340423" cy="422147"/>
              </a:xfrm>
              <a:custGeom>
                <a:avLst/>
                <a:gdLst>
                  <a:gd name="connsiteX0" fmla="*/ -581 w 340423"/>
                  <a:gd name="connsiteY0" fmla="*/ 386420 h 422147"/>
                  <a:gd name="connsiteX1" fmla="*/ 31613 w 340423"/>
                  <a:gd name="connsiteY1" fmla="*/ 421949 h 422147"/>
                  <a:gd name="connsiteX2" fmla="*/ 298313 w 340423"/>
                  <a:gd name="connsiteY2" fmla="*/ 421949 h 422147"/>
                  <a:gd name="connsiteX3" fmla="*/ 339842 w 340423"/>
                  <a:gd name="connsiteY3" fmla="*/ 386420 h 422147"/>
                  <a:gd name="connsiteX4" fmla="*/ 339842 w 340423"/>
                  <a:gd name="connsiteY4" fmla="*/ 35329 h 422147"/>
                  <a:gd name="connsiteX5" fmla="*/ 298313 w 340423"/>
                  <a:gd name="connsiteY5" fmla="*/ -199 h 422147"/>
                  <a:gd name="connsiteX6" fmla="*/ 105337 w 340423"/>
                  <a:gd name="connsiteY6" fmla="*/ -199 h 422147"/>
                  <a:gd name="connsiteX7" fmla="*/ -581 w 340423"/>
                  <a:gd name="connsiteY7" fmla="*/ 90479 h 422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0423" h="422147">
                    <a:moveTo>
                      <a:pt x="-581" y="386420"/>
                    </a:moveTo>
                    <a:cubicBezTo>
                      <a:pt x="-581" y="408804"/>
                      <a:pt x="11515" y="421949"/>
                      <a:pt x="31613" y="421949"/>
                    </a:cubicBezTo>
                    <a:lnTo>
                      <a:pt x="298313" y="421949"/>
                    </a:lnTo>
                    <a:cubicBezTo>
                      <a:pt x="325650" y="421949"/>
                      <a:pt x="339842" y="414805"/>
                      <a:pt x="339842" y="386420"/>
                    </a:cubicBezTo>
                    <a:lnTo>
                      <a:pt x="339842" y="35329"/>
                    </a:lnTo>
                    <a:cubicBezTo>
                      <a:pt x="339842" y="19517"/>
                      <a:pt x="333841" y="-199"/>
                      <a:pt x="298313" y="-199"/>
                    </a:cubicBezTo>
                    <a:lnTo>
                      <a:pt x="105337" y="-199"/>
                    </a:lnTo>
                    <a:lnTo>
                      <a:pt x="-581" y="90479"/>
                    </a:lnTo>
                    <a:close/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231" name="Freihandform: Form 230">
                <a:extLst>
                  <a:ext uri="{FF2B5EF4-FFF2-40B4-BE49-F238E27FC236}">
                    <a16:creationId xmlns:a16="http://schemas.microsoft.com/office/drawing/2014/main" id="{AF68DA4C-456C-2744-9B67-C7F52A89D04C}"/>
                  </a:ext>
                </a:extLst>
              </p:cNvPr>
              <p:cNvSpPr/>
              <p:nvPr/>
            </p:nvSpPr>
            <p:spPr>
              <a:xfrm>
                <a:off x="-810703" y="2035131"/>
                <a:ext cx="188976" cy="9525"/>
              </a:xfrm>
              <a:custGeom>
                <a:avLst/>
                <a:gdLst>
                  <a:gd name="connsiteX0" fmla="*/ 0 w 188976"/>
                  <a:gd name="connsiteY0" fmla="*/ 0 h 9525"/>
                  <a:gd name="connsiteX1" fmla="*/ 188976 w 18897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8976" h="9525">
                    <a:moveTo>
                      <a:pt x="0" y="0"/>
                    </a:moveTo>
                    <a:lnTo>
                      <a:pt x="188976" y="0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232" name="Freihandform: Form 231">
                <a:extLst>
                  <a:ext uri="{FF2B5EF4-FFF2-40B4-BE49-F238E27FC236}">
                    <a16:creationId xmlns:a16="http://schemas.microsoft.com/office/drawing/2014/main" id="{D9786C20-A573-E64D-B86C-E0597B62DDF3}"/>
                  </a:ext>
                </a:extLst>
              </p:cNvPr>
              <p:cNvSpPr/>
              <p:nvPr/>
            </p:nvSpPr>
            <p:spPr>
              <a:xfrm>
                <a:off x="-810703" y="2094662"/>
                <a:ext cx="188976" cy="9525"/>
              </a:xfrm>
              <a:custGeom>
                <a:avLst/>
                <a:gdLst>
                  <a:gd name="connsiteX0" fmla="*/ 0 w 188976"/>
                  <a:gd name="connsiteY0" fmla="*/ 0 h 9525"/>
                  <a:gd name="connsiteX1" fmla="*/ 188976 w 18897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8976" h="9525">
                    <a:moveTo>
                      <a:pt x="0" y="0"/>
                    </a:moveTo>
                    <a:lnTo>
                      <a:pt x="188976" y="0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233" name="Freihandform: Form 232">
                <a:extLst>
                  <a:ext uri="{FF2B5EF4-FFF2-40B4-BE49-F238E27FC236}">
                    <a16:creationId xmlns:a16="http://schemas.microsoft.com/office/drawing/2014/main" id="{8AABDD22-09AA-134E-AD34-6629548756B3}"/>
                  </a:ext>
                </a:extLst>
              </p:cNvPr>
              <p:cNvSpPr/>
              <p:nvPr/>
            </p:nvSpPr>
            <p:spPr>
              <a:xfrm>
                <a:off x="-810703" y="2154193"/>
                <a:ext cx="188976" cy="9525"/>
              </a:xfrm>
              <a:custGeom>
                <a:avLst/>
                <a:gdLst>
                  <a:gd name="connsiteX0" fmla="*/ 0 w 188976"/>
                  <a:gd name="connsiteY0" fmla="*/ 0 h 9525"/>
                  <a:gd name="connsiteX1" fmla="*/ 188976 w 18897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8976" h="9525">
                    <a:moveTo>
                      <a:pt x="0" y="0"/>
                    </a:moveTo>
                    <a:lnTo>
                      <a:pt x="188976" y="0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234" name="Freihandform: Form 233">
                <a:extLst>
                  <a:ext uri="{FF2B5EF4-FFF2-40B4-BE49-F238E27FC236}">
                    <a16:creationId xmlns:a16="http://schemas.microsoft.com/office/drawing/2014/main" id="{C47DDCB5-13F0-6542-8A81-959A9CFA8DAE}"/>
                  </a:ext>
                </a:extLst>
              </p:cNvPr>
              <p:cNvSpPr/>
              <p:nvPr/>
            </p:nvSpPr>
            <p:spPr>
              <a:xfrm>
                <a:off x="-836611" y="1827676"/>
                <a:ext cx="58959" cy="105346"/>
              </a:xfrm>
              <a:custGeom>
                <a:avLst/>
                <a:gdLst>
                  <a:gd name="connsiteX0" fmla="*/ 0 w 58959"/>
                  <a:gd name="connsiteY0" fmla="*/ 105346 h 105346"/>
                  <a:gd name="connsiteX1" fmla="*/ 58960 w 58959"/>
                  <a:gd name="connsiteY1" fmla="*/ 105346 h 105346"/>
                  <a:gd name="connsiteX2" fmla="*/ 58960 w 58959"/>
                  <a:gd name="connsiteY2" fmla="*/ 0 h 105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8959" h="105346">
                    <a:moveTo>
                      <a:pt x="0" y="105346"/>
                    </a:moveTo>
                    <a:lnTo>
                      <a:pt x="58960" y="105346"/>
                    </a:lnTo>
                    <a:lnTo>
                      <a:pt x="58960" y="0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</p:grpSp>
      </p:grpSp>
      <p:sp>
        <p:nvSpPr>
          <p:cNvPr id="105" name="Textfeld 49">
            <a:extLst>
              <a:ext uri="{FF2B5EF4-FFF2-40B4-BE49-F238E27FC236}">
                <a16:creationId xmlns:a16="http://schemas.microsoft.com/office/drawing/2014/main" id="{7BB8EE1A-6B90-994F-AADC-A7A361401735}"/>
              </a:ext>
            </a:extLst>
          </p:cNvPr>
          <p:cNvSpPr txBox="1"/>
          <p:nvPr/>
        </p:nvSpPr>
        <p:spPr>
          <a:xfrm>
            <a:off x="3527949" y="2387174"/>
            <a:ext cx="858590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/>
              <a:t>Onboard</a:t>
            </a:r>
          </a:p>
          <a:p>
            <a:pPr algn="ctr"/>
            <a:r>
              <a:rPr lang="en-US" sz="900" err="1"/>
              <a:t>Willkommens-vorteil</a:t>
            </a:r>
            <a:r>
              <a:rPr lang="en-US" sz="900"/>
              <a:t> </a:t>
            </a:r>
            <a:r>
              <a:rPr lang="en-US" sz="900" err="1"/>
              <a:t>zuweisen</a:t>
            </a:r>
            <a:endParaRPr lang="en-US" sz="900"/>
          </a:p>
        </p:txBody>
      </p:sp>
      <p:grpSp>
        <p:nvGrpSpPr>
          <p:cNvPr id="106" name="Gruppieren 105">
            <a:extLst>
              <a:ext uri="{FF2B5EF4-FFF2-40B4-BE49-F238E27FC236}">
                <a16:creationId xmlns:a16="http://schemas.microsoft.com/office/drawing/2014/main" id="{CEEC34ED-31F7-D846-9AAE-65FA2E6FB978}"/>
              </a:ext>
            </a:extLst>
          </p:cNvPr>
          <p:cNvGrpSpPr/>
          <p:nvPr/>
        </p:nvGrpSpPr>
        <p:grpSpPr>
          <a:xfrm>
            <a:off x="3800710" y="2034812"/>
            <a:ext cx="313068" cy="313068"/>
            <a:chOff x="3371096" y="1628998"/>
            <a:chExt cx="326174" cy="326174"/>
          </a:xfrm>
        </p:grpSpPr>
        <p:sp>
          <p:nvSpPr>
            <p:cNvPr id="222" name="Ellipse 221">
              <a:extLst>
                <a:ext uri="{FF2B5EF4-FFF2-40B4-BE49-F238E27FC236}">
                  <a16:creationId xmlns:a16="http://schemas.microsoft.com/office/drawing/2014/main" id="{BA325061-1769-334A-99AC-B758316D290B}"/>
                </a:ext>
              </a:extLst>
            </p:cNvPr>
            <p:cNvSpPr/>
            <p:nvPr/>
          </p:nvSpPr>
          <p:spPr>
            <a:xfrm>
              <a:off x="3371096" y="1628998"/>
              <a:ext cx="326174" cy="326174"/>
            </a:xfrm>
            <a:prstGeom prst="ellipse">
              <a:avLst/>
            </a:prstGeom>
            <a:solidFill>
              <a:schemeClr val="accent1">
                <a:alpha val="66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600">
                <a:solidFill>
                  <a:schemeClr val="tx1"/>
                </a:solidFill>
              </a:endParaRPr>
            </a:p>
          </p:txBody>
        </p:sp>
        <p:grpSp>
          <p:nvGrpSpPr>
            <p:cNvPr id="223" name="Gruppieren 222">
              <a:extLst>
                <a:ext uri="{FF2B5EF4-FFF2-40B4-BE49-F238E27FC236}">
                  <a16:creationId xmlns:a16="http://schemas.microsoft.com/office/drawing/2014/main" id="{1E3FDD84-1C07-C146-9EF7-C7134DE1D825}"/>
                </a:ext>
              </a:extLst>
            </p:cNvPr>
            <p:cNvGrpSpPr/>
            <p:nvPr/>
          </p:nvGrpSpPr>
          <p:grpSpPr>
            <a:xfrm>
              <a:off x="3410771" y="1668674"/>
              <a:ext cx="246835" cy="246836"/>
              <a:chOff x="2496944" y="1602260"/>
              <a:chExt cx="478631" cy="478631"/>
            </a:xfrm>
          </p:grpSpPr>
          <p:sp>
            <p:nvSpPr>
              <p:cNvPr id="224" name="Freihandform: Form 223">
                <a:extLst>
                  <a:ext uri="{FF2B5EF4-FFF2-40B4-BE49-F238E27FC236}">
                    <a16:creationId xmlns:a16="http://schemas.microsoft.com/office/drawing/2014/main" id="{BF8E44C8-4CBF-594F-8657-10D6AB14C466}"/>
                  </a:ext>
                </a:extLst>
              </p:cNvPr>
              <p:cNvSpPr/>
              <p:nvPr/>
            </p:nvSpPr>
            <p:spPr>
              <a:xfrm>
                <a:off x="2709257" y="1740849"/>
                <a:ext cx="59626" cy="59626"/>
              </a:xfrm>
              <a:custGeom>
                <a:avLst/>
                <a:gdLst>
                  <a:gd name="connsiteX0" fmla="*/ 59626 w 59626"/>
                  <a:gd name="connsiteY0" fmla="*/ 29813 h 59626"/>
                  <a:gd name="connsiteX1" fmla="*/ 29813 w 59626"/>
                  <a:gd name="connsiteY1" fmla="*/ 59626 h 59626"/>
                  <a:gd name="connsiteX2" fmla="*/ 0 w 59626"/>
                  <a:gd name="connsiteY2" fmla="*/ 29813 h 59626"/>
                  <a:gd name="connsiteX3" fmla="*/ 29813 w 59626"/>
                  <a:gd name="connsiteY3" fmla="*/ 0 h 59626"/>
                  <a:gd name="connsiteX4" fmla="*/ 59626 w 59626"/>
                  <a:gd name="connsiteY4" fmla="*/ 29813 h 596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626" h="59626">
                    <a:moveTo>
                      <a:pt x="59626" y="29813"/>
                    </a:moveTo>
                    <a:cubicBezTo>
                      <a:pt x="59626" y="46279"/>
                      <a:pt x="46279" y="59626"/>
                      <a:pt x="29813" y="59626"/>
                    </a:cubicBezTo>
                    <a:cubicBezTo>
                      <a:pt x="13348" y="59626"/>
                      <a:pt x="0" y="46279"/>
                      <a:pt x="0" y="29813"/>
                    </a:cubicBezTo>
                    <a:cubicBezTo>
                      <a:pt x="0" y="13348"/>
                      <a:pt x="13348" y="0"/>
                      <a:pt x="29813" y="0"/>
                    </a:cubicBezTo>
                    <a:cubicBezTo>
                      <a:pt x="46279" y="0"/>
                      <a:pt x="59626" y="13348"/>
                      <a:pt x="59626" y="29813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225" name="Freihandform: Form 224">
                <a:extLst>
                  <a:ext uri="{FF2B5EF4-FFF2-40B4-BE49-F238E27FC236}">
                    <a16:creationId xmlns:a16="http://schemas.microsoft.com/office/drawing/2014/main" id="{6105F1FC-D0FF-254C-99CD-E622F2A65BDE}"/>
                  </a:ext>
                </a:extLst>
              </p:cNvPr>
              <p:cNvSpPr/>
              <p:nvPr/>
            </p:nvSpPr>
            <p:spPr>
              <a:xfrm>
                <a:off x="2707352" y="1882676"/>
                <a:ext cx="59626" cy="59626"/>
              </a:xfrm>
              <a:custGeom>
                <a:avLst/>
                <a:gdLst>
                  <a:gd name="connsiteX0" fmla="*/ 59627 w 59626"/>
                  <a:gd name="connsiteY0" fmla="*/ 29813 h 59626"/>
                  <a:gd name="connsiteX1" fmla="*/ 29813 w 59626"/>
                  <a:gd name="connsiteY1" fmla="*/ 59627 h 59626"/>
                  <a:gd name="connsiteX2" fmla="*/ 0 w 59626"/>
                  <a:gd name="connsiteY2" fmla="*/ 29813 h 59626"/>
                  <a:gd name="connsiteX3" fmla="*/ 29813 w 59626"/>
                  <a:gd name="connsiteY3" fmla="*/ 0 h 59626"/>
                  <a:gd name="connsiteX4" fmla="*/ 59627 w 59626"/>
                  <a:gd name="connsiteY4" fmla="*/ 29813 h 596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9626" h="59626">
                    <a:moveTo>
                      <a:pt x="59627" y="29813"/>
                    </a:moveTo>
                    <a:cubicBezTo>
                      <a:pt x="59627" y="46279"/>
                      <a:pt x="46279" y="59627"/>
                      <a:pt x="29813" y="59627"/>
                    </a:cubicBezTo>
                    <a:cubicBezTo>
                      <a:pt x="13348" y="59627"/>
                      <a:pt x="0" y="46279"/>
                      <a:pt x="0" y="29813"/>
                    </a:cubicBezTo>
                    <a:cubicBezTo>
                      <a:pt x="0" y="13348"/>
                      <a:pt x="13348" y="0"/>
                      <a:pt x="29813" y="0"/>
                    </a:cubicBezTo>
                    <a:cubicBezTo>
                      <a:pt x="46279" y="0"/>
                      <a:pt x="59627" y="13348"/>
                      <a:pt x="59627" y="29813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226" name="Freihandform: Form 225">
                <a:extLst>
                  <a:ext uri="{FF2B5EF4-FFF2-40B4-BE49-F238E27FC236}">
                    <a16:creationId xmlns:a16="http://schemas.microsoft.com/office/drawing/2014/main" id="{122E60A4-29CC-114F-A8FF-4F1C9F55CD25}"/>
                  </a:ext>
                </a:extLst>
              </p:cNvPr>
              <p:cNvSpPr/>
              <p:nvPr/>
            </p:nvSpPr>
            <p:spPr>
              <a:xfrm>
                <a:off x="2638867" y="1826003"/>
                <a:ext cx="194786" cy="28765"/>
              </a:xfrm>
              <a:custGeom>
                <a:avLst/>
                <a:gdLst>
                  <a:gd name="connsiteX0" fmla="*/ 0 w 194786"/>
                  <a:gd name="connsiteY0" fmla="*/ 28766 h 28765"/>
                  <a:gd name="connsiteX1" fmla="*/ 194786 w 194786"/>
                  <a:gd name="connsiteY1" fmla="*/ 0 h 28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94786" h="28765">
                    <a:moveTo>
                      <a:pt x="0" y="28766"/>
                    </a:moveTo>
                    <a:lnTo>
                      <a:pt x="194786" y="0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227" name="Freihandform: Form 226">
                <a:extLst>
                  <a:ext uri="{FF2B5EF4-FFF2-40B4-BE49-F238E27FC236}">
                    <a16:creationId xmlns:a16="http://schemas.microsoft.com/office/drawing/2014/main" id="{56405C90-0343-8F44-BF9A-2C854670B5B7}"/>
                  </a:ext>
                </a:extLst>
              </p:cNvPr>
              <p:cNvSpPr/>
              <p:nvPr/>
            </p:nvSpPr>
            <p:spPr>
              <a:xfrm>
                <a:off x="2496944" y="1602260"/>
                <a:ext cx="478631" cy="478631"/>
              </a:xfrm>
              <a:custGeom>
                <a:avLst/>
                <a:gdLst>
                  <a:gd name="connsiteX0" fmla="*/ 174403 w 478631"/>
                  <a:gd name="connsiteY0" fmla="*/ 478631 h 478631"/>
                  <a:gd name="connsiteX1" fmla="*/ 130969 w 478631"/>
                  <a:gd name="connsiteY1" fmla="*/ 347567 h 478631"/>
                  <a:gd name="connsiteX2" fmla="*/ 0 w 478631"/>
                  <a:gd name="connsiteY2" fmla="*/ 304229 h 478631"/>
                  <a:gd name="connsiteX3" fmla="*/ 304229 w 478631"/>
                  <a:gd name="connsiteY3" fmla="*/ 0 h 478631"/>
                  <a:gd name="connsiteX4" fmla="*/ 360331 w 478631"/>
                  <a:gd name="connsiteY4" fmla="*/ 118301 h 478631"/>
                  <a:gd name="connsiteX5" fmla="*/ 478631 w 478631"/>
                  <a:gd name="connsiteY5" fmla="*/ 174403 h 478631"/>
                  <a:gd name="connsiteX6" fmla="*/ 174403 w 478631"/>
                  <a:gd name="connsiteY6" fmla="*/ 478631 h 4786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8631" h="478631">
                    <a:moveTo>
                      <a:pt x="174403" y="478631"/>
                    </a:moveTo>
                    <a:lnTo>
                      <a:pt x="130969" y="347567"/>
                    </a:lnTo>
                    <a:lnTo>
                      <a:pt x="0" y="304229"/>
                    </a:lnTo>
                    <a:lnTo>
                      <a:pt x="304229" y="0"/>
                    </a:lnTo>
                    <a:lnTo>
                      <a:pt x="360331" y="118301"/>
                    </a:lnTo>
                    <a:lnTo>
                      <a:pt x="478631" y="174403"/>
                    </a:lnTo>
                    <a:lnTo>
                      <a:pt x="174403" y="478631"/>
                    </a:lnTo>
                    <a:close/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</p:grpSp>
      </p:grpSp>
      <p:sp>
        <p:nvSpPr>
          <p:cNvPr id="107" name="Textfeld 57">
            <a:extLst>
              <a:ext uri="{FF2B5EF4-FFF2-40B4-BE49-F238E27FC236}">
                <a16:creationId xmlns:a16="http://schemas.microsoft.com/office/drawing/2014/main" id="{B3DA3709-5BFD-C14E-AEE9-EB9818834EA8}"/>
              </a:ext>
            </a:extLst>
          </p:cNvPr>
          <p:cNvSpPr txBox="1"/>
          <p:nvPr/>
        </p:nvSpPr>
        <p:spPr>
          <a:xfrm>
            <a:off x="3132615" y="4199839"/>
            <a:ext cx="1097676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/>
              <a:t>1st Incentive</a:t>
            </a:r>
          </a:p>
          <a:p>
            <a:pPr algn="ctr"/>
            <a:r>
              <a:rPr lang="en-US" sz="900"/>
              <a:t>Credits user immediately</a:t>
            </a:r>
          </a:p>
        </p:txBody>
      </p:sp>
      <p:sp>
        <p:nvSpPr>
          <p:cNvPr id="108" name="Textfeld 58">
            <a:extLst>
              <a:ext uri="{FF2B5EF4-FFF2-40B4-BE49-F238E27FC236}">
                <a16:creationId xmlns:a16="http://schemas.microsoft.com/office/drawing/2014/main" id="{D91F5153-F1E3-4F46-9B64-0D082179B11B}"/>
              </a:ext>
            </a:extLst>
          </p:cNvPr>
          <p:cNvSpPr txBox="1"/>
          <p:nvPr/>
        </p:nvSpPr>
        <p:spPr>
          <a:xfrm>
            <a:off x="5413087" y="4199839"/>
            <a:ext cx="925023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err="1"/>
              <a:t>Punkte</a:t>
            </a:r>
            <a:r>
              <a:rPr lang="en-US" sz="1200"/>
              <a:t> </a:t>
            </a:r>
            <a:r>
              <a:rPr lang="en-US" sz="1200" err="1"/>
              <a:t>Wettbewerbe</a:t>
            </a:r>
            <a:r>
              <a:rPr lang="en-US" sz="1200"/>
              <a:t>/Gamification</a:t>
            </a:r>
          </a:p>
        </p:txBody>
      </p:sp>
      <p:sp>
        <p:nvSpPr>
          <p:cNvPr id="109" name="Textfeld 59">
            <a:extLst>
              <a:ext uri="{FF2B5EF4-FFF2-40B4-BE49-F238E27FC236}">
                <a16:creationId xmlns:a16="http://schemas.microsoft.com/office/drawing/2014/main" id="{1184B9DF-5F64-2E44-A618-89A2DF327011}"/>
              </a:ext>
            </a:extLst>
          </p:cNvPr>
          <p:cNvSpPr txBox="1"/>
          <p:nvPr/>
        </p:nvSpPr>
        <p:spPr>
          <a:xfrm>
            <a:off x="6751369" y="4199839"/>
            <a:ext cx="1037462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/>
              <a:t>Feedback</a:t>
            </a:r>
          </a:p>
          <a:p>
            <a:pPr algn="ctr"/>
            <a:r>
              <a:rPr lang="en-US" sz="900" err="1"/>
              <a:t>Empfehlungen</a:t>
            </a:r>
            <a:endParaRPr lang="en-US" sz="900"/>
          </a:p>
        </p:txBody>
      </p:sp>
      <p:sp>
        <p:nvSpPr>
          <p:cNvPr id="110" name="Textfeld 60">
            <a:extLst>
              <a:ext uri="{FF2B5EF4-FFF2-40B4-BE49-F238E27FC236}">
                <a16:creationId xmlns:a16="http://schemas.microsoft.com/office/drawing/2014/main" id="{783CA6FE-AAC1-6948-9DEE-3C29ADD8ED69}"/>
              </a:ext>
            </a:extLst>
          </p:cNvPr>
          <p:cNvSpPr txBox="1"/>
          <p:nvPr/>
        </p:nvSpPr>
        <p:spPr>
          <a:xfrm>
            <a:off x="7713315" y="4948286"/>
            <a:ext cx="1209011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err="1"/>
              <a:t>Mitglieder</a:t>
            </a:r>
            <a:r>
              <a:rPr lang="en-US" sz="1200"/>
              <a:t> </a:t>
            </a:r>
            <a:r>
              <a:rPr lang="en-US" sz="1200" err="1"/>
              <a:t>Geburtstag</a:t>
            </a:r>
            <a:endParaRPr lang="en-US" sz="1200"/>
          </a:p>
        </p:txBody>
      </p:sp>
      <p:sp>
        <p:nvSpPr>
          <p:cNvPr id="111" name="Textfeld 61">
            <a:extLst>
              <a:ext uri="{FF2B5EF4-FFF2-40B4-BE49-F238E27FC236}">
                <a16:creationId xmlns:a16="http://schemas.microsoft.com/office/drawing/2014/main" id="{ADD485FD-21B3-B04D-B765-4206706BE8E2}"/>
              </a:ext>
            </a:extLst>
          </p:cNvPr>
          <p:cNvSpPr txBox="1"/>
          <p:nvPr/>
        </p:nvSpPr>
        <p:spPr>
          <a:xfrm>
            <a:off x="8893278" y="4199839"/>
            <a:ext cx="1209011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err="1"/>
              <a:t>Reaktivierung</a:t>
            </a:r>
            <a:r>
              <a:rPr lang="en-US" sz="1200"/>
              <a:t>/ </a:t>
            </a:r>
            <a:r>
              <a:rPr lang="en-US" sz="1200" err="1"/>
              <a:t>Wiederkauf</a:t>
            </a:r>
            <a:endParaRPr lang="en-US" sz="1200"/>
          </a:p>
          <a:p>
            <a:pPr algn="ctr"/>
            <a:r>
              <a:rPr lang="en-US" sz="900"/>
              <a:t>Coupon / </a:t>
            </a:r>
            <a:r>
              <a:rPr lang="en-US" sz="900" err="1"/>
              <a:t>Punkte</a:t>
            </a:r>
            <a:endParaRPr lang="en-US" sz="900"/>
          </a:p>
          <a:p>
            <a:pPr algn="ctr"/>
            <a:r>
              <a:rPr lang="en-US" sz="900" err="1"/>
              <a:t>Verfall</a:t>
            </a:r>
            <a:endParaRPr lang="en-US" sz="900"/>
          </a:p>
        </p:txBody>
      </p:sp>
      <p:sp>
        <p:nvSpPr>
          <p:cNvPr id="112" name="Textfeld 62">
            <a:extLst>
              <a:ext uri="{FF2B5EF4-FFF2-40B4-BE49-F238E27FC236}">
                <a16:creationId xmlns:a16="http://schemas.microsoft.com/office/drawing/2014/main" id="{CDF0CC9E-3DF9-3D49-8908-8BCB976A9EEE}"/>
              </a:ext>
            </a:extLst>
          </p:cNvPr>
          <p:cNvSpPr txBox="1"/>
          <p:nvPr/>
        </p:nvSpPr>
        <p:spPr>
          <a:xfrm>
            <a:off x="4989434" y="2418924"/>
            <a:ext cx="985158" cy="5078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1200"/>
              <a:t>Event-</a:t>
            </a:r>
            <a:r>
              <a:rPr lang="en-GB" sz="1200" err="1"/>
              <a:t>Kampagnen</a:t>
            </a:r>
            <a:endParaRPr lang="en-GB" sz="1200"/>
          </a:p>
          <a:p>
            <a:pPr algn="ctr"/>
            <a:r>
              <a:rPr lang="en-GB" sz="900" err="1"/>
              <a:t>verhaltensbasiert</a:t>
            </a:r>
            <a:endParaRPr lang="en-GB" sz="900"/>
          </a:p>
        </p:txBody>
      </p:sp>
      <p:sp>
        <p:nvSpPr>
          <p:cNvPr id="113" name="Textfeld 63">
            <a:extLst>
              <a:ext uri="{FF2B5EF4-FFF2-40B4-BE49-F238E27FC236}">
                <a16:creationId xmlns:a16="http://schemas.microsoft.com/office/drawing/2014/main" id="{1F37F745-C4FB-8746-8989-5D8F57FE9FBF}"/>
              </a:ext>
            </a:extLst>
          </p:cNvPr>
          <p:cNvSpPr txBox="1"/>
          <p:nvPr/>
        </p:nvSpPr>
        <p:spPr>
          <a:xfrm>
            <a:off x="7344331" y="2418924"/>
            <a:ext cx="704816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/>
              <a:t>Cross- &amp; Upsell</a:t>
            </a:r>
          </a:p>
          <a:p>
            <a:pPr algn="ctr"/>
            <a:r>
              <a:rPr lang="en-US" sz="900" err="1"/>
              <a:t>Saisonal</a:t>
            </a:r>
            <a:r>
              <a:rPr lang="en-US" sz="900"/>
              <a:t>, </a:t>
            </a:r>
            <a:r>
              <a:rPr lang="en-US" sz="900" err="1"/>
              <a:t>Zubehör</a:t>
            </a:r>
            <a:endParaRPr lang="en-US" sz="900"/>
          </a:p>
        </p:txBody>
      </p:sp>
      <p:sp>
        <p:nvSpPr>
          <p:cNvPr id="114" name="Textfeld 64">
            <a:extLst>
              <a:ext uri="{FF2B5EF4-FFF2-40B4-BE49-F238E27FC236}">
                <a16:creationId xmlns:a16="http://schemas.microsoft.com/office/drawing/2014/main" id="{A1B581EA-4D25-964E-A854-24A453684382}"/>
              </a:ext>
            </a:extLst>
          </p:cNvPr>
          <p:cNvSpPr txBox="1"/>
          <p:nvPr/>
        </p:nvSpPr>
        <p:spPr>
          <a:xfrm>
            <a:off x="9657539" y="2065299"/>
            <a:ext cx="75924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err="1"/>
              <a:t>Mitglieder</a:t>
            </a:r>
            <a:r>
              <a:rPr lang="en-US" sz="1200"/>
              <a:t> </a:t>
            </a:r>
            <a:r>
              <a:rPr lang="en-US" sz="1200" err="1"/>
              <a:t>Empfehlung</a:t>
            </a:r>
            <a:endParaRPr lang="en-US" sz="1200"/>
          </a:p>
        </p:txBody>
      </p:sp>
      <p:sp>
        <p:nvSpPr>
          <p:cNvPr id="115" name="Ellipse 114">
            <a:extLst>
              <a:ext uri="{FF2B5EF4-FFF2-40B4-BE49-F238E27FC236}">
                <a16:creationId xmlns:a16="http://schemas.microsoft.com/office/drawing/2014/main" id="{1A442D22-D08E-264A-991D-FD15772762A1}"/>
              </a:ext>
            </a:extLst>
          </p:cNvPr>
          <p:cNvSpPr/>
          <p:nvPr/>
        </p:nvSpPr>
        <p:spPr>
          <a:xfrm>
            <a:off x="9880627" y="1712937"/>
            <a:ext cx="313068" cy="313068"/>
          </a:xfrm>
          <a:prstGeom prst="ellipse">
            <a:avLst/>
          </a:prstGeom>
          <a:solidFill>
            <a:schemeClr val="accent1">
              <a:alpha val="66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16" name="Textfeld 66">
            <a:extLst>
              <a:ext uri="{FF2B5EF4-FFF2-40B4-BE49-F238E27FC236}">
                <a16:creationId xmlns:a16="http://schemas.microsoft.com/office/drawing/2014/main" id="{6A30DC7B-1CB9-5F41-A21B-C826AFBB92E7}"/>
              </a:ext>
            </a:extLst>
          </p:cNvPr>
          <p:cNvSpPr txBox="1"/>
          <p:nvPr/>
        </p:nvSpPr>
        <p:spPr>
          <a:xfrm>
            <a:off x="10711122" y="2697409"/>
            <a:ext cx="75924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/>
              <a:t>News</a:t>
            </a:r>
            <a:endParaRPr lang="en-US" sz="1100"/>
          </a:p>
        </p:txBody>
      </p:sp>
      <p:sp>
        <p:nvSpPr>
          <p:cNvPr id="117" name="Textfeld 67">
            <a:extLst>
              <a:ext uri="{FF2B5EF4-FFF2-40B4-BE49-F238E27FC236}">
                <a16:creationId xmlns:a16="http://schemas.microsoft.com/office/drawing/2014/main" id="{851E4B54-0459-9D45-9840-A8BBCE2C4079}"/>
              </a:ext>
            </a:extLst>
          </p:cNvPr>
          <p:cNvSpPr txBox="1"/>
          <p:nvPr/>
        </p:nvSpPr>
        <p:spPr>
          <a:xfrm>
            <a:off x="5951262" y="2115953"/>
            <a:ext cx="122367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err="1"/>
              <a:t>Wiederkauf</a:t>
            </a:r>
            <a:endParaRPr lang="en-US" sz="1200"/>
          </a:p>
        </p:txBody>
      </p:sp>
      <p:grpSp>
        <p:nvGrpSpPr>
          <p:cNvPr id="118" name="Gruppieren 117">
            <a:extLst>
              <a:ext uri="{FF2B5EF4-FFF2-40B4-BE49-F238E27FC236}">
                <a16:creationId xmlns:a16="http://schemas.microsoft.com/office/drawing/2014/main" id="{18664DF4-7920-2746-8F63-EC024E2F48DF}"/>
              </a:ext>
            </a:extLst>
          </p:cNvPr>
          <p:cNvGrpSpPr/>
          <p:nvPr/>
        </p:nvGrpSpPr>
        <p:grpSpPr>
          <a:xfrm>
            <a:off x="5325479" y="2066562"/>
            <a:ext cx="313068" cy="313068"/>
            <a:chOff x="5019239" y="1628998"/>
            <a:chExt cx="326174" cy="326174"/>
          </a:xfrm>
        </p:grpSpPr>
        <p:sp>
          <p:nvSpPr>
            <p:cNvPr id="220" name="Ellipse 219">
              <a:extLst>
                <a:ext uri="{FF2B5EF4-FFF2-40B4-BE49-F238E27FC236}">
                  <a16:creationId xmlns:a16="http://schemas.microsoft.com/office/drawing/2014/main" id="{29D5DC34-2759-694D-9F92-25F0C31101B3}"/>
                </a:ext>
              </a:extLst>
            </p:cNvPr>
            <p:cNvSpPr/>
            <p:nvPr/>
          </p:nvSpPr>
          <p:spPr>
            <a:xfrm>
              <a:off x="5019239" y="1628998"/>
              <a:ext cx="326174" cy="326174"/>
            </a:xfrm>
            <a:prstGeom prst="ellipse">
              <a:avLst/>
            </a:prstGeom>
            <a:solidFill>
              <a:schemeClr val="accent1">
                <a:alpha val="66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600">
                <a:solidFill>
                  <a:schemeClr val="tx1"/>
                </a:solidFill>
              </a:endParaRPr>
            </a:p>
          </p:txBody>
        </p:sp>
        <p:sp>
          <p:nvSpPr>
            <p:cNvPr id="221" name="Stern: 5 Zacken 220">
              <a:extLst>
                <a:ext uri="{FF2B5EF4-FFF2-40B4-BE49-F238E27FC236}">
                  <a16:creationId xmlns:a16="http://schemas.microsoft.com/office/drawing/2014/main" id="{31B28D1B-2E55-DE4D-8104-60120934D430}"/>
                </a:ext>
              </a:extLst>
            </p:cNvPr>
            <p:cNvSpPr/>
            <p:nvPr/>
          </p:nvSpPr>
          <p:spPr>
            <a:xfrm>
              <a:off x="5082313" y="1692073"/>
              <a:ext cx="200025" cy="200025"/>
            </a:xfrm>
            <a:prstGeom prst="star5">
              <a:avLst>
                <a:gd name="adj" fmla="val 27712"/>
                <a:gd name="hf" fmla="val 105146"/>
                <a:gd name="vf" fmla="val 110557"/>
              </a:avLst>
            </a:prstGeom>
            <a:noFill/>
            <a:ln w="12700" cap="rnd">
              <a:solidFill>
                <a:schemeClr val="tx1"/>
              </a:solidFill>
              <a:prstDash val="solid"/>
              <a:round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/>
            </a:p>
          </p:txBody>
        </p:sp>
      </p:grpSp>
      <p:grpSp>
        <p:nvGrpSpPr>
          <p:cNvPr id="119" name="Gruppieren 118">
            <a:extLst>
              <a:ext uri="{FF2B5EF4-FFF2-40B4-BE49-F238E27FC236}">
                <a16:creationId xmlns:a16="http://schemas.microsoft.com/office/drawing/2014/main" id="{752873E4-DBAF-7242-AB27-4DF08DCD8BAB}"/>
              </a:ext>
            </a:extLst>
          </p:cNvPr>
          <p:cNvGrpSpPr/>
          <p:nvPr/>
        </p:nvGrpSpPr>
        <p:grpSpPr>
          <a:xfrm rot="5400000" flipH="1">
            <a:off x="6406563" y="1766289"/>
            <a:ext cx="313068" cy="313068"/>
            <a:chOff x="6086039" y="1346423"/>
            <a:chExt cx="326174" cy="326174"/>
          </a:xfrm>
        </p:grpSpPr>
        <p:sp>
          <p:nvSpPr>
            <p:cNvPr id="216" name="Ellipse 215">
              <a:extLst>
                <a:ext uri="{FF2B5EF4-FFF2-40B4-BE49-F238E27FC236}">
                  <a16:creationId xmlns:a16="http://schemas.microsoft.com/office/drawing/2014/main" id="{5F0395CC-0861-A144-A4E6-EEBC6A0AB29F}"/>
                </a:ext>
              </a:extLst>
            </p:cNvPr>
            <p:cNvSpPr/>
            <p:nvPr/>
          </p:nvSpPr>
          <p:spPr>
            <a:xfrm>
              <a:off x="6086039" y="1346423"/>
              <a:ext cx="326174" cy="326174"/>
            </a:xfrm>
            <a:prstGeom prst="ellipse">
              <a:avLst/>
            </a:prstGeom>
            <a:solidFill>
              <a:schemeClr val="accent1">
                <a:alpha val="66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600">
                <a:solidFill>
                  <a:schemeClr val="tx1"/>
                </a:solidFill>
              </a:endParaRPr>
            </a:p>
          </p:txBody>
        </p:sp>
        <p:grpSp>
          <p:nvGrpSpPr>
            <p:cNvPr id="217" name="Gruppieren 216">
              <a:extLst>
                <a:ext uri="{FF2B5EF4-FFF2-40B4-BE49-F238E27FC236}">
                  <a16:creationId xmlns:a16="http://schemas.microsoft.com/office/drawing/2014/main" id="{8BD7FC20-2792-7C4A-9741-7C6A0F9E7D64}"/>
                </a:ext>
              </a:extLst>
            </p:cNvPr>
            <p:cNvGrpSpPr/>
            <p:nvPr/>
          </p:nvGrpSpPr>
          <p:grpSpPr>
            <a:xfrm rot="11700000">
              <a:off x="6149845" y="1412827"/>
              <a:ext cx="222064" cy="192206"/>
              <a:chOff x="6004251" y="1551402"/>
              <a:chExt cx="405793" cy="351232"/>
            </a:xfrm>
          </p:grpSpPr>
          <p:sp>
            <p:nvSpPr>
              <p:cNvPr id="218" name="Freihandform: Form 217">
                <a:extLst>
                  <a:ext uri="{FF2B5EF4-FFF2-40B4-BE49-F238E27FC236}">
                    <a16:creationId xmlns:a16="http://schemas.microsoft.com/office/drawing/2014/main" id="{EDDC2F03-B584-B147-919A-CB3567D3A8FF}"/>
                  </a:ext>
                </a:extLst>
              </p:cNvPr>
              <p:cNvSpPr/>
              <p:nvPr/>
            </p:nvSpPr>
            <p:spPr>
              <a:xfrm>
                <a:off x="6051861" y="1551402"/>
                <a:ext cx="358183" cy="351232"/>
              </a:xfrm>
              <a:custGeom>
                <a:avLst/>
                <a:gdLst>
                  <a:gd name="connsiteX0" fmla="*/ 6366 w 358185"/>
                  <a:gd name="connsiteY0" fmla="*/ 129494 h 358231"/>
                  <a:gd name="connsiteX1" fmla="*/ 227898 w 358185"/>
                  <a:gd name="connsiteY1" fmla="*/ 6792 h 358231"/>
                  <a:gd name="connsiteX2" fmla="*/ 350599 w 358185"/>
                  <a:gd name="connsiteY2" fmla="*/ 228325 h 358231"/>
                  <a:gd name="connsiteX3" fmla="*/ 129067 w 358185"/>
                  <a:gd name="connsiteY3" fmla="*/ 351026 h 358231"/>
                  <a:gd name="connsiteX4" fmla="*/ -587 w 358185"/>
                  <a:gd name="connsiteY4" fmla="*/ 179119 h 358231"/>
                  <a:gd name="connsiteX0" fmla="*/ 228485 w 358183"/>
                  <a:gd name="connsiteY0" fmla="*/ 0 h 351232"/>
                  <a:gd name="connsiteX1" fmla="*/ 351186 w 358183"/>
                  <a:gd name="connsiteY1" fmla="*/ 221533 h 351232"/>
                  <a:gd name="connsiteX2" fmla="*/ 129654 w 358183"/>
                  <a:gd name="connsiteY2" fmla="*/ 344234 h 351232"/>
                  <a:gd name="connsiteX3" fmla="*/ 0 w 358183"/>
                  <a:gd name="connsiteY3" fmla="*/ 172327 h 3512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58183" h="351232">
                    <a:moveTo>
                      <a:pt x="228485" y="0"/>
                    </a:moveTo>
                    <a:cubicBezTo>
                      <a:pt x="323544" y="27290"/>
                      <a:pt x="378475" y="126473"/>
                      <a:pt x="351186" y="221533"/>
                    </a:cubicBezTo>
                    <a:cubicBezTo>
                      <a:pt x="323897" y="316593"/>
                      <a:pt x="224713" y="371523"/>
                      <a:pt x="129654" y="344234"/>
                    </a:cubicBezTo>
                    <a:cubicBezTo>
                      <a:pt x="52968" y="322212"/>
                      <a:pt x="94" y="252118"/>
                      <a:pt x="0" y="172327"/>
                    </a:cubicBez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/>
              </a:p>
            </p:txBody>
          </p:sp>
          <p:sp>
            <p:nvSpPr>
              <p:cNvPr id="219" name="Freihandform: Form 218">
                <a:extLst>
                  <a:ext uri="{FF2B5EF4-FFF2-40B4-BE49-F238E27FC236}">
                    <a16:creationId xmlns:a16="http://schemas.microsoft.com/office/drawing/2014/main" id="{7EEB136B-2F21-274E-B112-A81C0DF48F78}"/>
                  </a:ext>
                </a:extLst>
              </p:cNvPr>
              <p:cNvSpPr/>
              <p:nvPr/>
            </p:nvSpPr>
            <p:spPr>
              <a:xfrm>
                <a:off x="6004251" y="1723935"/>
                <a:ext cx="96488" cy="46291"/>
              </a:xfrm>
              <a:custGeom>
                <a:avLst/>
                <a:gdLst>
                  <a:gd name="connsiteX0" fmla="*/ 0 w 96488"/>
                  <a:gd name="connsiteY0" fmla="*/ 46291 h 46291"/>
                  <a:gd name="connsiteX1" fmla="*/ 48197 w 96488"/>
                  <a:gd name="connsiteY1" fmla="*/ 0 h 46291"/>
                  <a:gd name="connsiteX2" fmla="*/ 96488 w 96488"/>
                  <a:gd name="connsiteY2" fmla="*/ 46291 h 46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6488" h="46291">
                    <a:moveTo>
                      <a:pt x="0" y="46291"/>
                    </a:moveTo>
                    <a:lnTo>
                      <a:pt x="48197" y="0"/>
                    </a:lnTo>
                    <a:lnTo>
                      <a:pt x="96488" y="46291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/>
              </a:p>
            </p:txBody>
          </p:sp>
        </p:grpSp>
      </p:grpSp>
      <p:grpSp>
        <p:nvGrpSpPr>
          <p:cNvPr id="120" name="Gruppieren 119">
            <a:extLst>
              <a:ext uri="{FF2B5EF4-FFF2-40B4-BE49-F238E27FC236}">
                <a16:creationId xmlns:a16="http://schemas.microsoft.com/office/drawing/2014/main" id="{793B2A5D-AAB1-E044-B7B4-544E4038E145}"/>
              </a:ext>
            </a:extLst>
          </p:cNvPr>
          <p:cNvGrpSpPr/>
          <p:nvPr/>
        </p:nvGrpSpPr>
        <p:grpSpPr>
          <a:xfrm>
            <a:off x="7540205" y="2066562"/>
            <a:ext cx="313068" cy="313068"/>
            <a:chOff x="7267139" y="1628998"/>
            <a:chExt cx="326174" cy="326174"/>
          </a:xfrm>
        </p:grpSpPr>
        <p:sp>
          <p:nvSpPr>
            <p:cNvPr id="206" name="Ellipse 205">
              <a:extLst>
                <a:ext uri="{FF2B5EF4-FFF2-40B4-BE49-F238E27FC236}">
                  <a16:creationId xmlns:a16="http://schemas.microsoft.com/office/drawing/2014/main" id="{FA754781-C8B5-AB4A-B08E-A5C6D82E3887}"/>
                </a:ext>
              </a:extLst>
            </p:cNvPr>
            <p:cNvSpPr/>
            <p:nvPr/>
          </p:nvSpPr>
          <p:spPr>
            <a:xfrm>
              <a:off x="7267139" y="1628998"/>
              <a:ext cx="326174" cy="326174"/>
            </a:xfrm>
            <a:prstGeom prst="ellipse">
              <a:avLst/>
            </a:prstGeom>
            <a:solidFill>
              <a:schemeClr val="accent1">
                <a:alpha val="66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600">
                <a:solidFill>
                  <a:schemeClr val="tx1"/>
                </a:solidFill>
              </a:endParaRPr>
            </a:p>
          </p:txBody>
        </p:sp>
        <p:grpSp>
          <p:nvGrpSpPr>
            <p:cNvPr id="207" name="Gruppieren 206">
              <a:extLst>
                <a:ext uri="{FF2B5EF4-FFF2-40B4-BE49-F238E27FC236}">
                  <a16:creationId xmlns:a16="http://schemas.microsoft.com/office/drawing/2014/main" id="{34F113E3-1990-CE47-88A9-204868213E83}"/>
                </a:ext>
              </a:extLst>
            </p:cNvPr>
            <p:cNvGrpSpPr/>
            <p:nvPr/>
          </p:nvGrpSpPr>
          <p:grpSpPr>
            <a:xfrm>
              <a:off x="7297108" y="1708033"/>
              <a:ext cx="266239" cy="168104"/>
              <a:chOff x="7572234" y="2277321"/>
              <a:chExt cx="461010" cy="291083"/>
            </a:xfrm>
          </p:grpSpPr>
          <p:sp>
            <p:nvSpPr>
              <p:cNvPr id="208" name="Freihandform: Form 207">
                <a:extLst>
                  <a:ext uri="{FF2B5EF4-FFF2-40B4-BE49-F238E27FC236}">
                    <a16:creationId xmlns:a16="http://schemas.microsoft.com/office/drawing/2014/main" id="{28EEE1B6-10E7-E944-AB13-8F6CE1C73EDA}"/>
                  </a:ext>
                </a:extLst>
              </p:cNvPr>
              <p:cNvSpPr/>
              <p:nvPr/>
            </p:nvSpPr>
            <p:spPr>
              <a:xfrm>
                <a:off x="7606905" y="2319326"/>
                <a:ext cx="390715" cy="249078"/>
              </a:xfrm>
              <a:custGeom>
                <a:avLst/>
                <a:gdLst>
                  <a:gd name="connsiteX0" fmla="*/ 18955 w 390715"/>
                  <a:gd name="connsiteY0" fmla="*/ 74676 h 249078"/>
                  <a:gd name="connsiteX1" fmla="*/ 60865 w 390715"/>
                  <a:gd name="connsiteY1" fmla="*/ 211646 h 249078"/>
                  <a:gd name="connsiteX2" fmla="*/ 60865 w 390715"/>
                  <a:gd name="connsiteY2" fmla="*/ 249079 h 249078"/>
                  <a:gd name="connsiteX3" fmla="*/ 330708 w 390715"/>
                  <a:gd name="connsiteY3" fmla="*/ 249079 h 249078"/>
                  <a:gd name="connsiteX4" fmla="*/ 330708 w 390715"/>
                  <a:gd name="connsiteY4" fmla="*/ 211646 h 249078"/>
                  <a:gd name="connsiteX5" fmla="*/ 390716 w 390715"/>
                  <a:gd name="connsiteY5" fmla="*/ 22479 h 249078"/>
                  <a:gd name="connsiteX6" fmla="*/ 277463 w 390715"/>
                  <a:gd name="connsiteY6" fmla="*/ 108585 h 249078"/>
                  <a:gd name="connsiteX7" fmla="*/ 195834 w 390715"/>
                  <a:gd name="connsiteY7" fmla="*/ 0 h 249078"/>
                  <a:gd name="connsiteX8" fmla="*/ 114110 w 390715"/>
                  <a:gd name="connsiteY8" fmla="*/ 108585 h 249078"/>
                  <a:gd name="connsiteX9" fmla="*/ 0 w 390715"/>
                  <a:gd name="connsiteY9" fmla="*/ 23336 h 2490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90715" h="249078">
                    <a:moveTo>
                      <a:pt x="18955" y="74676"/>
                    </a:moveTo>
                    <a:lnTo>
                      <a:pt x="60865" y="211646"/>
                    </a:lnTo>
                    <a:lnTo>
                      <a:pt x="60865" y="249079"/>
                    </a:lnTo>
                    <a:lnTo>
                      <a:pt x="330708" y="249079"/>
                    </a:lnTo>
                    <a:lnTo>
                      <a:pt x="330708" y="211646"/>
                    </a:lnTo>
                    <a:lnTo>
                      <a:pt x="390716" y="22479"/>
                    </a:lnTo>
                    <a:lnTo>
                      <a:pt x="277463" y="108585"/>
                    </a:lnTo>
                    <a:lnTo>
                      <a:pt x="195834" y="0"/>
                    </a:lnTo>
                    <a:lnTo>
                      <a:pt x="114110" y="108585"/>
                    </a:lnTo>
                    <a:lnTo>
                      <a:pt x="0" y="23336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/>
              </a:p>
            </p:txBody>
          </p:sp>
          <p:sp>
            <p:nvSpPr>
              <p:cNvPr id="209" name="Freihandform: Form 208">
                <a:extLst>
                  <a:ext uri="{FF2B5EF4-FFF2-40B4-BE49-F238E27FC236}">
                    <a16:creationId xmlns:a16="http://schemas.microsoft.com/office/drawing/2014/main" id="{7E249973-77FB-D94D-B1A2-0D6F7027B354}"/>
                  </a:ext>
                </a:extLst>
              </p:cNvPr>
              <p:cNvSpPr/>
              <p:nvPr/>
            </p:nvSpPr>
            <p:spPr>
              <a:xfrm>
                <a:off x="7697107" y="2531067"/>
                <a:ext cx="240506" cy="9525"/>
              </a:xfrm>
              <a:custGeom>
                <a:avLst/>
                <a:gdLst>
                  <a:gd name="connsiteX0" fmla="*/ 240506 w 240506"/>
                  <a:gd name="connsiteY0" fmla="*/ 0 h 9525"/>
                  <a:gd name="connsiteX1" fmla="*/ 0 w 240506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0506" h="9525">
                    <a:moveTo>
                      <a:pt x="240506" y="0"/>
                    </a:moveTo>
                    <a:lnTo>
                      <a:pt x="0" y="0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/>
              </a:p>
            </p:txBody>
          </p:sp>
          <p:sp>
            <p:nvSpPr>
              <p:cNvPr id="210" name="Freihandform: Form 209">
                <a:extLst>
                  <a:ext uri="{FF2B5EF4-FFF2-40B4-BE49-F238E27FC236}">
                    <a16:creationId xmlns:a16="http://schemas.microsoft.com/office/drawing/2014/main" id="{256184D8-B24F-394F-9058-110B12C97B96}"/>
                  </a:ext>
                </a:extLst>
              </p:cNvPr>
              <p:cNvSpPr/>
              <p:nvPr/>
            </p:nvSpPr>
            <p:spPr>
              <a:xfrm>
                <a:off x="7773878" y="2418672"/>
                <a:ext cx="57150" cy="57150"/>
              </a:xfrm>
              <a:custGeom>
                <a:avLst/>
                <a:gdLst>
                  <a:gd name="connsiteX0" fmla="*/ 57133 w 57150"/>
                  <a:gd name="connsiteY0" fmla="*/ 28419 h 57150"/>
                  <a:gd name="connsiteX1" fmla="*/ 28558 w 57150"/>
                  <a:gd name="connsiteY1" fmla="*/ 56994 h 57150"/>
                  <a:gd name="connsiteX2" fmla="*/ -17 w 57150"/>
                  <a:gd name="connsiteY2" fmla="*/ 28419 h 57150"/>
                  <a:gd name="connsiteX3" fmla="*/ 28558 w 57150"/>
                  <a:gd name="connsiteY3" fmla="*/ -156 h 57150"/>
                  <a:gd name="connsiteX4" fmla="*/ 57133 w 57150"/>
                  <a:gd name="connsiteY4" fmla="*/ 28419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7133" y="28419"/>
                    </a:moveTo>
                    <a:cubicBezTo>
                      <a:pt x="57133" y="44202"/>
                      <a:pt x="44340" y="56994"/>
                      <a:pt x="28558" y="56994"/>
                    </a:cubicBezTo>
                    <a:cubicBezTo>
                      <a:pt x="12776" y="56994"/>
                      <a:pt x="-17" y="44202"/>
                      <a:pt x="-17" y="28419"/>
                    </a:cubicBezTo>
                    <a:cubicBezTo>
                      <a:pt x="-17" y="12636"/>
                      <a:pt x="12776" y="-156"/>
                      <a:pt x="28558" y="-156"/>
                    </a:cubicBezTo>
                    <a:cubicBezTo>
                      <a:pt x="44340" y="-156"/>
                      <a:pt x="57133" y="12636"/>
                      <a:pt x="57133" y="28419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/>
              </a:p>
            </p:txBody>
          </p:sp>
          <p:sp>
            <p:nvSpPr>
              <p:cNvPr id="211" name="Freihandform: Form 210">
                <a:extLst>
                  <a:ext uri="{FF2B5EF4-FFF2-40B4-BE49-F238E27FC236}">
                    <a16:creationId xmlns:a16="http://schemas.microsoft.com/office/drawing/2014/main" id="{2620F228-8189-1844-8858-4E0DA6DE2E25}"/>
                  </a:ext>
                </a:extLst>
              </p:cNvPr>
              <p:cNvSpPr/>
              <p:nvPr/>
            </p:nvSpPr>
            <p:spPr>
              <a:xfrm>
                <a:off x="7683677" y="2334852"/>
                <a:ext cx="51053" cy="31051"/>
              </a:xfrm>
              <a:custGeom>
                <a:avLst/>
                <a:gdLst>
                  <a:gd name="connsiteX0" fmla="*/ 51054 w 51053"/>
                  <a:gd name="connsiteY0" fmla="*/ 29147 h 31051"/>
                  <a:gd name="connsiteX1" fmla="*/ 20479 w 51053"/>
                  <a:gd name="connsiteY1" fmla="*/ 0 h 31051"/>
                  <a:gd name="connsiteX2" fmla="*/ 0 w 51053"/>
                  <a:gd name="connsiteY2" fmla="*/ 31052 h 31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1053" h="31051">
                    <a:moveTo>
                      <a:pt x="51054" y="29147"/>
                    </a:moveTo>
                    <a:lnTo>
                      <a:pt x="20479" y="0"/>
                    </a:lnTo>
                    <a:lnTo>
                      <a:pt x="0" y="31052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/>
              </a:p>
            </p:txBody>
          </p:sp>
          <p:sp>
            <p:nvSpPr>
              <p:cNvPr id="212" name="Freihandform: Form 211">
                <a:extLst>
                  <a:ext uri="{FF2B5EF4-FFF2-40B4-BE49-F238E27FC236}">
                    <a16:creationId xmlns:a16="http://schemas.microsoft.com/office/drawing/2014/main" id="{0AA74C58-46E2-6C44-B818-379037E66D52}"/>
                  </a:ext>
                </a:extLst>
              </p:cNvPr>
              <p:cNvSpPr/>
              <p:nvPr/>
            </p:nvSpPr>
            <p:spPr>
              <a:xfrm>
                <a:off x="7870653" y="2334852"/>
                <a:ext cx="51054" cy="31051"/>
              </a:xfrm>
              <a:custGeom>
                <a:avLst/>
                <a:gdLst>
                  <a:gd name="connsiteX0" fmla="*/ 0 w 51054"/>
                  <a:gd name="connsiteY0" fmla="*/ 29147 h 31051"/>
                  <a:gd name="connsiteX1" fmla="*/ 30671 w 51054"/>
                  <a:gd name="connsiteY1" fmla="*/ 0 h 31051"/>
                  <a:gd name="connsiteX2" fmla="*/ 51054 w 51054"/>
                  <a:gd name="connsiteY2" fmla="*/ 31052 h 31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1054" h="31051">
                    <a:moveTo>
                      <a:pt x="0" y="29147"/>
                    </a:moveTo>
                    <a:lnTo>
                      <a:pt x="30671" y="0"/>
                    </a:lnTo>
                    <a:lnTo>
                      <a:pt x="51054" y="31052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/>
              </a:p>
            </p:txBody>
          </p:sp>
          <p:sp>
            <p:nvSpPr>
              <p:cNvPr id="213" name="Freihandform: Form 212">
                <a:extLst>
                  <a:ext uri="{FF2B5EF4-FFF2-40B4-BE49-F238E27FC236}">
                    <a16:creationId xmlns:a16="http://schemas.microsoft.com/office/drawing/2014/main" id="{C0099F94-AACF-1C4F-A761-0040CAD3C824}"/>
                  </a:ext>
                </a:extLst>
              </p:cNvPr>
              <p:cNvSpPr/>
              <p:nvPr/>
            </p:nvSpPr>
            <p:spPr>
              <a:xfrm>
                <a:off x="7781689" y="2277321"/>
                <a:ext cx="42100" cy="42100"/>
              </a:xfrm>
              <a:custGeom>
                <a:avLst/>
                <a:gdLst>
                  <a:gd name="connsiteX0" fmla="*/ 42084 w 42100"/>
                  <a:gd name="connsiteY0" fmla="*/ 20894 h 42100"/>
                  <a:gd name="connsiteX1" fmla="*/ 21033 w 42100"/>
                  <a:gd name="connsiteY1" fmla="*/ 41944 h 42100"/>
                  <a:gd name="connsiteX2" fmla="*/ -17 w 42100"/>
                  <a:gd name="connsiteY2" fmla="*/ 20894 h 42100"/>
                  <a:gd name="connsiteX3" fmla="*/ 21033 w 42100"/>
                  <a:gd name="connsiteY3" fmla="*/ -156 h 42100"/>
                  <a:gd name="connsiteX4" fmla="*/ 42084 w 42100"/>
                  <a:gd name="connsiteY4" fmla="*/ 20894 h 42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2100" h="42100">
                    <a:moveTo>
                      <a:pt x="42084" y="20894"/>
                    </a:moveTo>
                    <a:cubicBezTo>
                      <a:pt x="42084" y="32524"/>
                      <a:pt x="32659" y="41944"/>
                      <a:pt x="21033" y="41944"/>
                    </a:cubicBezTo>
                    <a:cubicBezTo>
                      <a:pt x="9408" y="41944"/>
                      <a:pt x="-17" y="32524"/>
                      <a:pt x="-17" y="20894"/>
                    </a:cubicBezTo>
                    <a:cubicBezTo>
                      <a:pt x="-17" y="9264"/>
                      <a:pt x="9408" y="-156"/>
                      <a:pt x="21033" y="-156"/>
                    </a:cubicBezTo>
                    <a:cubicBezTo>
                      <a:pt x="32660" y="-156"/>
                      <a:pt x="42084" y="9264"/>
                      <a:pt x="42084" y="20894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/>
              </a:p>
            </p:txBody>
          </p:sp>
          <p:sp>
            <p:nvSpPr>
              <p:cNvPr id="214" name="Freihandform: Form 213">
                <a:extLst>
                  <a:ext uri="{FF2B5EF4-FFF2-40B4-BE49-F238E27FC236}">
                    <a16:creationId xmlns:a16="http://schemas.microsoft.com/office/drawing/2014/main" id="{87D4EF43-089A-1243-B91E-7BD86F53D9FC}"/>
                  </a:ext>
                </a:extLst>
              </p:cNvPr>
              <p:cNvSpPr/>
              <p:nvPr/>
            </p:nvSpPr>
            <p:spPr>
              <a:xfrm>
                <a:off x="7572234" y="2305611"/>
                <a:ext cx="42100" cy="42100"/>
              </a:xfrm>
              <a:custGeom>
                <a:avLst/>
                <a:gdLst>
                  <a:gd name="connsiteX0" fmla="*/ 42084 w 42100"/>
                  <a:gd name="connsiteY0" fmla="*/ 20894 h 42100"/>
                  <a:gd name="connsiteX1" fmla="*/ 21033 w 42100"/>
                  <a:gd name="connsiteY1" fmla="*/ 41944 h 42100"/>
                  <a:gd name="connsiteX2" fmla="*/ -17 w 42100"/>
                  <a:gd name="connsiteY2" fmla="*/ 20894 h 42100"/>
                  <a:gd name="connsiteX3" fmla="*/ 21033 w 42100"/>
                  <a:gd name="connsiteY3" fmla="*/ -156 h 42100"/>
                  <a:gd name="connsiteX4" fmla="*/ 42084 w 42100"/>
                  <a:gd name="connsiteY4" fmla="*/ 20894 h 42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2100" h="42100">
                    <a:moveTo>
                      <a:pt x="42084" y="20894"/>
                    </a:moveTo>
                    <a:cubicBezTo>
                      <a:pt x="42084" y="32524"/>
                      <a:pt x="32660" y="41944"/>
                      <a:pt x="21033" y="41944"/>
                    </a:cubicBezTo>
                    <a:cubicBezTo>
                      <a:pt x="9408" y="41944"/>
                      <a:pt x="-17" y="32524"/>
                      <a:pt x="-17" y="20894"/>
                    </a:cubicBezTo>
                    <a:cubicBezTo>
                      <a:pt x="-17" y="9264"/>
                      <a:pt x="9408" y="-156"/>
                      <a:pt x="21033" y="-156"/>
                    </a:cubicBezTo>
                    <a:cubicBezTo>
                      <a:pt x="32660" y="-156"/>
                      <a:pt x="42084" y="9264"/>
                      <a:pt x="42084" y="20894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/>
              </a:p>
            </p:txBody>
          </p:sp>
          <p:sp>
            <p:nvSpPr>
              <p:cNvPr id="215" name="Freihandform: Form 214">
                <a:extLst>
                  <a:ext uri="{FF2B5EF4-FFF2-40B4-BE49-F238E27FC236}">
                    <a16:creationId xmlns:a16="http://schemas.microsoft.com/office/drawing/2014/main" id="{5564B8D2-A0EC-EF47-911D-969DE8B30315}"/>
                  </a:ext>
                </a:extLst>
              </p:cNvPr>
              <p:cNvSpPr/>
              <p:nvPr/>
            </p:nvSpPr>
            <p:spPr>
              <a:xfrm>
                <a:off x="7991144" y="2305611"/>
                <a:ext cx="42100" cy="42100"/>
              </a:xfrm>
              <a:custGeom>
                <a:avLst/>
                <a:gdLst>
                  <a:gd name="connsiteX0" fmla="*/ 42084 w 42100"/>
                  <a:gd name="connsiteY0" fmla="*/ 20894 h 42100"/>
                  <a:gd name="connsiteX1" fmla="*/ 21033 w 42100"/>
                  <a:gd name="connsiteY1" fmla="*/ 41944 h 42100"/>
                  <a:gd name="connsiteX2" fmla="*/ -17 w 42100"/>
                  <a:gd name="connsiteY2" fmla="*/ 20894 h 42100"/>
                  <a:gd name="connsiteX3" fmla="*/ 21033 w 42100"/>
                  <a:gd name="connsiteY3" fmla="*/ -156 h 42100"/>
                  <a:gd name="connsiteX4" fmla="*/ 42084 w 42100"/>
                  <a:gd name="connsiteY4" fmla="*/ 20894 h 42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2100" h="42100">
                    <a:moveTo>
                      <a:pt x="42084" y="20894"/>
                    </a:moveTo>
                    <a:cubicBezTo>
                      <a:pt x="42084" y="32524"/>
                      <a:pt x="32659" y="41944"/>
                      <a:pt x="21033" y="41944"/>
                    </a:cubicBezTo>
                    <a:cubicBezTo>
                      <a:pt x="9407" y="41944"/>
                      <a:pt x="-17" y="32524"/>
                      <a:pt x="-17" y="20894"/>
                    </a:cubicBezTo>
                    <a:cubicBezTo>
                      <a:pt x="-17" y="9264"/>
                      <a:pt x="9408" y="-156"/>
                      <a:pt x="21033" y="-156"/>
                    </a:cubicBezTo>
                    <a:cubicBezTo>
                      <a:pt x="32659" y="-156"/>
                      <a:pt x="42084" y="9264"/>
                      <a:pt x="42084" y="20894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GB"/>
              </a:p>
            </p:txBody>
          </p:sp>
        </p:grpSp>
      </p:grpSp>
      <p:grpSp>
        <p:nvGrpSpPr>
          <p:cNvPr id="121" name="Gruppieren 120">
            <a:extLst>
              <a:ext uri="{FF2B5EF4-FFF2-40B4-BE49-F238E27FC236}">
                <a16:creationId xmlns:a16="http://schemas.microsoft.com/office/drawing/2014/main" id="{ACFD83C2-5B89-514C-9549-57A47E929B8C}"/>
              </a:ext>
            </a:extLst>
          </p:cNvPr>
          <p:cNvGrpSpPr/>
          <p:nvPr/>
        </p:nvGrpSpPr>
        <p:grpSpPr>
          <a:xfrm>
            <a:off x="10934210" y="2345047"/>
            <a:ext cx="313068" cy="313068"/>
            <a:chOff x="10803228" y="1919141"/>
            <a:chExt cx="326174" cy="326174"/>
          </a:xfrm>
        </p:grpSpPr>
        <p:sp>
          <p:nvSpPr>
            <p:cNvPr id="199" name="Ellipse 198">
              <a:extLst>
                <a:ext uri="{FF2B5EF4-FFF2-40B4-BE49-F238E27FC236}">
                  <a16:creationId xmlns:a16="http://schemas.microsoft.com/office/drawing/2014/main" id="{70899B58-E281-5F44-85A5-FC587021FF1A}"/>
                </a:ext>
              </a:extLst>
            </p:cNvPr>
            <p:cNvSpPr/>
            <p:nvPr/>
          </p:nvSpPr>
          <p:spPr>
            <a:xfrm>
              <a:off x="10803228" y="1919141"/>
              <a:ext cx="326174" cy="326174"/>
            </a:xfrm>
            <a:prstGeom prst="ellipse">
              <a:avLst/>
            </a:prstGeom>
            <a:solidFill>
              <a:schemeClr val="accent1">
                <a:alpha val="66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600">
                <a:solidFill>
                  <a:schemeClr val="tx1"/>
                </a:solidFill>
              </a:endParaRPr>
            </a:p>
          </p:txBody>
        </p:sp>
        <p:grpSp>
          <p:nvGrpSpPr>
            <p:cNvPr id="200" name="Gruppieren 199">
              <a:extLst>
                <a:ext uri="{FF2B5EF4-FFF2-40B4-BE49-F238E27FC236}">
                  <a16:creationId xmlns:a16="http://schemas.microsoft.com/office/drawing/2014/main" id="{BF4B25BE-5635-DB43-9974-CB7E02F9329F}"/>
                </a:ext>
              </a:extLst>
            </p:cNvPr>
            <p:cNvGrpSpPr/>
            <p:nvPr/>
          </p:nvGrpSpPr>
          <p:grpSpPr>
            <a:xfrm>
              <a:off x="10845784" y="1997869"/>
              <a:ext cx="240981" cy="168718"/>
              <a:chOff x="5878445" y="3278218"/>
              <a:chExt cx="426914" cy="298894"/>
            </a:xfrm>
          </p:grpSpPr>
          <p:sp>
            <p:nvSpPr>
              <p:cNvPr id="201" name="Freihandform: Form 200">
                <a:extLst>
                  <a:ext uri="{FF2B5EF4-FFF2-40B4-BE49-F238E27FC236}">
                    <a16:creationId xmlns:a16="http://schemas.microsoft.com/office/drawing/2014/main" id="{2872394E-9DD5-9F4D-A431-07DA934B9C35}"/>
                  </a:ext>
                </a:extLst>
              </p:cNvPr>
              <p:cNvSpPr/>
              <p:nvPr/>
            </p:nvSpPr>
            <p:spPr>
              <a:xfrm>
                <a:off x="6268402" y="3324891"/>
                <a:ext cx="36957" cy="159639"/>
              </a:xfrm>
              <a:custGeom>
                <a:avLst/>
                <a:gdLst>
                  <a:gd name="connsiteX0" fmla="*/ 3253 w 36957"/>
                  <a:gd name="connsiteY0" fmla="*/ 159182 h 159639"/>
                  <a:gd name="connsiteX1" fmla="*/ 5444 w 36957"/>
                  <a:gd name="connsiteY1" fmla="*/ 157277 h 159639"/>
                  <a:gd name="connsiteX2" fmla="*/ 4301 w 36957"/>
                  <a:gd name="connsiteY2" fmla="*/ 3543 h 159639"/>
                  <a:gd name="connsiteX3" fmla="*/ -271 w 36957"/>
                  <a:gd name="connsiteY3" fmla="*/ -458 h 1596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957" h="159639">
                    <a:moveTo>
                      <a:pt x="3253" y="159182"/>
                    </a:moveTo>
                    <a:lnTo>
                      <a:pt x="5444" y="157277"/>
                    </a:lnTo>
                    <a:cubicBezTo>
                      <a:pt x="47544" y="114490"/>
                      <a:pt x="47030" y="45691"/>
                      <a:pt x="4301" y="3543"/>
                    </a:cubicBezTo>
                    <a:lnTo>
                      <a:pt x="-271" y="-458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202" name="Freihandform: Form 201">
                <a:extLst>
                  <a:ext uri="{FF2B5EF4-FFF2-40B4-BE49-F238E27FC236}">
                    <a16:creationId xmlns:a16="http://schemas.microsoft.com/office/drawing/2014/main" id="{AE3024A8-0BAA-ED48-B8F7-A0FEE0CE6E3C}"/>
                  </a:ext>
                </a:extLst>
              </p:cNvPr>
              <p:cNvSpPr/>
              <p:nvPr/>
            </p:nvSpPr>
            <p:spPr>
              <a:xfrm>
                <a:off x="6238112" y="3355656"/>
                <a:ext cx="24002" cy="98583"/>
              </a:xfrm>
              <a:custGeom>
                <a:avLst/>
                <a:gdLst>
                  <a:gd name="connsiteX0" fmla="*/ 2777 w 24002"/>
                  <a:gd name="connsiteY0" fmla="*/ 98126 h 98583"/>
                  <a:gd name="connsiteX1" fmla="*/ 4872 w 24002"/>
                  <a:gd name="connsiteY1" fmla="*/ 96126 h 98583"/>
                  <a:gd name="connsiteX2" fmla="*/ 4253 w 24002"/>
                  <a:gd name="connsiteY2" fmla="*/ 3591 h 98583"/>
                  <a:gd name="connsiteX3" fmla="*/ 4206 w 24002"/>
                  <a:gd name="connsiteY3" fmla="*/ 3543 h 98583"/>
                  <a:gd name="connsiteX4" fmla="*/ -271 w 24002"/>
                  <a:gd name="connsiteY4" fmla="*/ -458 h 98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002" h="98583">
                    <a:moveTo>
                      <a:pt x="2777" y="98126"/>
                    </a:moveTo>
                    <a:lnTo>
                      <a:pt x="4872" y="96126"/>
                    </a:lnTo>
                    <a:cubicBezTo>
                      <a:pt x="30257" y="70399"/>
                      <a:pt x="29981" y="28965"/>
                      <a:pt x="4253" y="3591"/>
                    </a:cubicBezTo>
                    <a:cubicBezTo>
                      <a:pt x="4234" y="3572"/>
                      <a:pt x="4225" y="3562"/>
                      <a:pt x="4206" y="3543"/>
                    </a:cubicBezTo>
                    <a:cubicBezTo>
                      <a:pt x="2787" y="2133"/>
                      <a:pt x="1291" y="800"/>
                      <a:pt x="-271" y="-458"/>
                    </a:cubicBez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203" name="Freihandform: Form 202">
                <a:extLst>
                  <a:ext uri="{FF2B5EF4-FFF2-40B4-BE49-F238E27FC236}">
                    <a16:creationId xmlns:a16="http://schemas.microsoft.com/office/drawing/2014/main" id="{24BE42D1-8E6B-834F-AA75-4A4DA07C624B}"/>
                  </a:ext>
                </a:extLst>
              </p:cNvPr>
              <p:cNvSpPr/>
              <p:nvPr/>
            </p:nvSpPr>
            <p:spPr>
              <a:xfrm>
                <a:off x="5878445" y="3345176"/>
                <a:ext cx="129067" cy="124211"/>
              </a:xfrm>
              <a:custGeom>
                <a:avLst/>
                <a:gdLst>
                  <a:gd name="connsiteX0" fmla="*/ 66693 w 129067"/>
                  <a:gd name="connsiteY0" fmla="*/ -264 h 124211"/>
                  <a:gd name="connsiteX1" fmla="*/ 66693 w 129067"/>
                  <a:gd name="connsiteY1" fmla="*/ -264 h 124211"/>
                  <a:gd name="connsiteX2" fmla="*/ -77 w 129067"/>
                  <a:gd name="connsiteY2" fmla="*/ 56791 h 124211"/>
                  <a:gd name="connsiteX3" fmla="*/ 56968 w 129067"/>
                  <a:gd name="connsiteY3" fmla="*/ 123561 h 124211"/>
                  <a:gd name="connsiteX4" fmla="*/ 66693 w 129067"/>
                  <a:gd name="connsiteY4" fmla="*/ 123561 h 124211"/>
                  <a:gd name="connsiteX5" fmla="*/ 128796 w 129067"/>
                  <a:gd name="connsiteY5" fmla="*/ 123561 h 124211"/>
                  <a:gd name="connsiteX6" fmla="*/ 128796 w 129067"/>
                  <a:gd name="connsiteY6" fmla="*/ -264 h 124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9067" h="124211">
                    <a:moveTo>
                      <a:pt x="66693" y="-264"/>
                    </a:moveTo>
                    <a:lnTo>
                      <a:pt x="66693" y="-264"/>
                    </a:lnTo>
                    <a:cubicBezTo>
                      <a:pt x="32498" y="-2950"/>
                      <a:pt x="2609" y="22596"/>
                      <a:pt x="-77" y="56791"/>
                    </a:cubicBezTo>
                    <a:cubicBezTo>
                      <a:pt x="-2763" y="90986"/>
                      <a:pt x="22783" y="120875"/>
                      <a:pt x="56968" y="123561"/>
                    </a:cubicBezTo>
                    <a:cubicBezTo>
                      <a:pt x="60207" y="123818"/>
                      <a:pt x="63455" y="123818"/>
                      <a:pt x="66693" y="123561"/>
                    </a:cubicBezTo>
                    <a:lnTo>
                      <a:pt x="128796" y="123561"/>
                    </a:lnTo>
                    <a:lnTo>
                      <a:pt x="128796" y="-264"/>
                    </a:lnTo>
                    <a:close/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204" name="Freihandform: Form 203">
                <a:extLst>
                  <a:ext uri="{FF2B5EF4-FFF2-40B4-BE49-F238E27FC236}">
                    <a16:creationId xmlns:a16="http://schemas.microsoft.com/office/drawing/2014/main" id="{1E73045C-1DE4-B14F-98CA-BC793A8E8BDF}"/>
                  </a:ext>
                </a:extLst>
              </p:cNvPr>
              <p:cNvSpPr/>
              <p:nvPr/>
            </p:nvSpPr>
            <p:spPr>
              <a:xfrm>
                <a:off x="6028753" y="3278218"/>
                <a:ext cx="165068" cy="259080"/>
              </a:xfrm>
              <a:custGeom>
                <a:avLst/>
                <a:gdLst>
                  <a:gd name="connsiteX0" fmla="*/ -271 w 165068"/>
                  <a:gd name="connsiteY0" fmla="*/ 190900 h 259080"/>
                  <a:gd name="connsiteX1" fmla="*/ 164797 w 165068"/>
                  <a:gd name="connsiteY1" fmla="*/ 258623 h 259080"/>
                  <a:gd name="connsiteX2" fmla="*/ 164797 w 165068"/>
                  <a:gd name="connsiteY2" fmla="*/ -458 h 259080"/>
                  <a:gd name="connsiteX3" fmla="*/ -271 w 165068"/>
                  <a:gd name="connsiteY3" fmla="*/ 66694 h 259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5068" h="259080">
                    <a:moveTo>
                      <a:pt x="-271" y="190900"/>
                    </a:moveTo>
                    <a:cubicBezTo>
                      <a:pt x="76500" y="190900"/>
                      <a:pt x="164797" y="258623"/>
                      <a:pt x="164797" y="258623"/>
                    </a:cubicBezTo>
                    <a:lnTo>
                      <a:pt x="164797" y="-458"/>
                    </a:lnTo>
                    <a:cubicBezTo>
                      <a:pt x="164797" y="-458"/>
                      <a:pt x="76976" y="66694"/>
                      <a:pt x="-271" y="66694"/>
                    </a:cubicBez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205" name="Freihandform: Form 204">
                <a:extLst>
                  <a:ext uri="{FF2B5EF4-FFF2-40B4-BE49-F238E27FC236}">
                    <a16:creationId xmlns:a16="http://schemas.microsoft.com/office/drawing/2014/main" id="{3EA078A7-27C2-A444-808C-3CA362951AF7}"/>
                  </a:ext>
                </a:extLst>
              </p:cNvPr>
              <p:cNvSpPr/>
              <p:nvPr/>
            </p:nvSpPr>
            <p:spPr>
              <a:xfrm>
                <a:off x="5922930" y="3465289"/>
                <a:ext cx="112871" cy="111823"/>
              </a:xfrm>
              <a:custGeom>
                <a:avLst/>
                <a:gdLst>
                  <a:gd name="connsiteX0" fmla="*/ 84487 w 112871"/>
                  <a:gd name="connsiteY0" fmla="*/ 4286 h 111823"/>
                  <a:gd name="connsiteX1" fmla="*/ 112871 w 112871"/>
                  <a:gd name="connsiteY1" fmla="*/ 111824 h 111823"/>
                  <a:gd name="connsiteX2" fmla="*/ 48673 w 112871"/>
                  <a:gd name="connsiteY2" fmla="*/ 111824 h 111823"/>
                  <a:gd name="connsiteX3" fmla="*/ 0 w 112871"/>
                  <a:gd name="connsiteY3" fmla="*/ 0 h 1118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2871" h="111823">
                    <a:moveTo>
                      <a:pt x="84487" y="4286"/>
                    </a:moveTo>
                    <a:lnTo>
                      <a:pt x="112871" y="111824"/>
                    </a:lnTo>
                    <a:lnTo>
                      <a:pt x="48673" y="111824"/>
                    </a:lnTo>
                    <a:lnTo>
                      <a:pt x="0" y="0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</p:grpSp>
      </p:grpSp>
      <p:grpSp>
        <p:nvGrpSpPr>
          <p:cNvPr id="122" name="Gruppieren 121">
            <a:extLst>
              <a:ext uri="{FF2B5EF4-FFF2-40B4-BE49-F238E27FC236}">
                <a16:creationId xmlns:a16="http://schemas.microsoft.com/office/drawing/2014/main" id="{3FB4ED06-135C-0D4B-9670-5DB611CFA0AA}"/>
              </a:ext>
            </a:extLst>
          </p:cNvPr>
          <p:cNvGrpSpPr/>
          <p:nvPr/>
        </p:nvGrpSpPr>
        <p:grpSpPr>
          <a:xfrm>
            <a:off x="9962428" y="1743222"/>
            <a:ext cx="149469" cy="252505"/>
            <a:chOff x="8445349" y="1535239"/>
            <a:chExt cx="274415" cy="463582"/>
          </a:xfrm>
        </p:grpSpPr>
        <p:sp>
          <p:nvSpPr>
            <p:cNvPr id="194" name="Freihandform: Form 193">
              <a:extLst>
                <a:ext uri="{FF2B5EF4-FFF2-40B4-BE49-F238E27FC236}">
                  <a16:creationId xmlns:a16="http://schemas.microsoft.com/office/drawing/2014/main" id="{A9ED5234-7C24-F048-ADC4-FCE6E9FD054C}"/>
                </a:ext>
              </a:extLst>
            </p:cNvPr>
            <p:cNvSpPr/>
            <p:nvPr/>
          </p:nvSpPr>
          <p:spPr>
            <a:xfrm>
              <a:off x="8445349" y="1535239"/>
              <a:ext cx="274415" cy="260984"/>
            </a:xfrm>
            <a:custGeom>
              <a:avLst/>
              <a:gdLst>
                <a:gd name="connsiteX0" fmla="*/ 137160 w 274415"/>
                <a:gd name="connsiteY0" fmla="*/ 0 h 260984"/>
                <a:gd name="connsiteX1" fmla="*/ 169545 w 274415"/>
                <a:gd name="connsiteY1" fmla="*/ 99632 h 260984"/>
                <a:gd name="connsiteX2" fmla="*/ 274415 w 274415"/>
                <a:gd name="connsiteY2" fmla="*/ 99632 h 260984"/>
                <a:gd name="connsiteX3" fmla="*/ 189643 w 274415"/>
                <a:gd name="connsiteY3" fmla="*/ 161258 h 260984"/>
                <a:gd name="connsiteX4" fmla="*/ 222028 w 274415"/>
                <a:gd name="connsiteY4" fmla="*/ 260985 h 260984"/>
                <a:gd name="connsiteX5" fmla="*/ 137160 w 274415"/>
                <a:gd name="connsiteY5" fmla="*/ 199358 h 260984"/>
                <a:gd name="connsiteX6" fmla="*/ 52388 w 274415"/>
                <a:gd name="connsiteY6" fmla="*/ 260985 h 260984"/>
                <a:gd name="connsiteX7" fmla="*/ 84773 w 274415"/>
                <a:gd name="connsiteY7" fmla="*/ 161258 h 260984"/>
                <a:gd name="connsiteX8" fmla="*/ 0 w 274415"/>
                <a:gd name="connsiteY8" fmla="*/ 99632 h 260984"/>
                <a:gd name="connsiteX9" fmla="*/ 104775 w 274415"/>
                <a:gd name="connsiteY9" fmla="*/ 99632 h 260984"/>
                <a:gd name="connsiteX10" fmla="*/ 137160 w 274415"/>
                <a:gd name="connsiteY10" fmla="*/ 0 h 260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74415" h="260984">
                  <a:moveTo>
                    <a:pt x="137160" y="0"/>
                  </a:moveTo>
                  <a:lnTo>
                    <a:pt x="169545" y="99632"/>
                  </a:lnTo>
                  <a:lnTo>
                    <a:pt x="274415" y="99632"/>
                  </a:lnTo>
                  <a:lnTo>
                    <a:pt x="189643" y="161258"/>
                  </a:lnTo>
                  <a:lnTo>
                    <a:pt x="222028" y="260985"/>
                  </a:lnTo>
                  <a:lnTo>
                    <a:pt x="137160" y="199358"/>
                  </a:lnTo>
                  <a:lnTo>
                    <a:pt x="52388" y="260985"/>
                  </a:lnTo>
                  <a:lnTo>
                    <a:pt x="84773" y="161258"/>
                  </a:lnTo>
                  <a:lnTo>
                    <a:pt x="0" y="99632"/>
                  </a:lnTo>
                  <a:lnTo>
                    <a:pt x="104775" y="99632"/>
                  </a:lnTo>
                  <a:lnTo>
                    <a:pt x="137160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prstDash val="solid"/>
              <a:round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/>
            </a:p>
          </p:txBody>
        </p:sp>
        <p:sp>
          <p:nvSpPr>
            <p:cNvPr id="195" name="Freihandform: Form 194">
              <a:extLst>
                <a:ext uri="{FF2B5EF4-FFF2-40B4-BE49-F238E27FC236}">
                  <a16:creationId xmlns:a16="http://schemas.microsoft.com/office/drawing/2014/main" id="{924A9C0A-0FDA-EF4A-BBFF-B86D48E3EDDE}"/>
                </a:ext>
              </a:extLst>
            </p:cNvPr>
            <p:cNvSpPr/>
            <p:nvPr/>
          </p:nvSpPr>
          <p:spPr>
            <a:xfrm>
              <a:off x="8582509" y="1772793"/>
              <a:ext cx="9525" cy="83248"/>
            </a:xfrm>
            <a:custGeom>
              <a:avLst/>
              <a:gdLst>
                <a:gd name="connsiteX0" fmla="*/ 0 w 9525"/>
                <a:gd name="connsiteY0" fmla="*/ 83248 h 83248"/>
                <a:gd name="connsiteX1" fmla="*/ 0 w 9525"/>
                <a:gd name="connsiteY1" fmla="*/ 0 h 8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83248">
                  <a:moveTo>
                    <a:pt x="0" y="83248"/>
                  </a:move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prstDash val="solid"/>
              <a:round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/>
            </a:p>
          </p:txBody>
        </p:sp>
        <p:sp>
          <p:nvSpPr>
            <p:cNvPr id="196" name="Freihandform: Form 195">
              <a:extLst>
                <a:ext uri="{FF2B5EF4-FFF2-40B4-BE49-F238E27FC236}">
                  <a16:creationId xmlns:a16="http://schemas.microsoft.com/office/drawing/2014/main" id="{E12D7478-FD1E-7E4D-B629-D2049D1E7E91}"/>
                </a:ext>
              </a:extLst>
            </p:cNvPr>
            <p:cNvSpPr/>
            <p:nvPr/>
          </p:nvSpPr>
          <p:spPr>
            <a:xfrm>
              <a:off x="8464018" y="1989296"/>
              <a:ext cx="236982" cy="9525"/>
            </a:xfrm>
            <a:custGeom>
              <a:avLst/>
              <a:gdLst>
                <a:gd name="connsiteX0" fmla="*/ 0 w 236982"/>
                <a:gd name="connsiteY0" fmla="*/ 0 h 9525"/>
                <a:gd name="connsiteX1" fmla="*/ 236982 w 23698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6982" h="9525">
                  <a:moveTo>
                    <a:pt x="0" y="0"/>
                  </a:moveTo>
                  <a:lnTo>
                    <a:pt x="236982" y="0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prstDash val="solid"/>
              <a:round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/>
            </a:p>
          </p:txBody>
        </p:sp>
        <p:sp>
          <p:nvSpPr>
            <p:cNvPr id="197" name="Freihandform: Form 196">
              <a:extLst>
                <a:ext uri="{FF2B5EF4-FFF2-40B4-BE49-F238E27FC236}">
                  <a16:creationId xmlns:a16="http://schemas.microsoft.com/office/drawing/2014/main" id="{4B855B6C-BEED-B848-95B5-F08C6098F22A}"/>
                </a:ext>
              </a:extLst>
            </p:cNvPr>
            <p:cNvSpPr/>
            <p:nvPr/>
          </p:nvSpPr>
          <p:spPr>
            <a:xfrm>
              <a:off x="8542981" y="1901571"/>
              <a:ext cx="79152" cy="41624"/>
            </a:xfrm>
            <a:custGeom>
              <a:avLst/>
              <a:gdLst>
                <a:gd name="connsiteX0" fmla="*/ 0 w 79152"/>
                <a:gd name="connsiteY0" fmla="*/ 0 h 41624"/>
                <a:gd name="connsiteX1" fmla="*/ 79153 w 79152"/>
                <a:gd name="connsiteY1" fmla="*/ 0 h 41624"/>
                <a:gd name="connsiteX2" fmla="*/ 79153 w 79152"/>
                <a:gd name="connsiteY2" fmla="*/ 41624 h 41624"/>
                <a:gd name="connsiteX3" fmla="*/ 0 w 79152"/>
                <a:gd name="connsiteY3" fmla="*/ 41624 h 41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9152" h="41624">
                  <a:moveTo>
                    <a:pt x="0" y="0"/>
                  </a:moveTo>
                  <a:lnTo>
                    <a:pt x="79153" y="0"/>
                  </a:lnTo>
                  <a:lnTo>
                    <a:pt x="79153" y="41624"/>
                  </a:lnTo>
                  <a:lnTo>
                    <a:pt x="0" y="41624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prstDash val="solid"/>
              <a:round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/>
            </a:p>
          </p:txBody>
        </p:sp>
        <p:sp>
          <p:nvSpPr>
            <p:cNvPr id="198" name="Freihandform: Form 197">
              <a:extLst>
                <a:ext uri="{FF2B5EF4-FFF2-40B4-BE49-F238E27FC236}">
                  <a16:creationId xmlns:a16="http://schemas.microsoft.com/office/drawing/2014/main" id="{025D9815-54E3-9846-90C3-A1E53D6537F4}"/>
                </a:ext>
              </a:extLst>
            </p:cNvPr>
            <p:cNvSpPr/>
            <p:nvPr/>
          </p:nvSpPr>
          <p:spPr>
            <a:xfrm>
              <a:off x="8496879" y="1855946"/>
              <a:ext cx="171259" cy="133350"/>
            </a:xfrm>
            <a:custGeom>
              <a:avLst/>
              <a:gdLst>
                <a:gd name="connsiteX0" fmla="*/ 171260 w 171259"/>
                <a:gd name="connsiteY0" fmla="*/ 133350 h 133350"/>
                <a:gd name="connsiteX1" fmla="*/ 171260 w 171259"/>
                <a:gd name="connsiteY1" fmla="*/ 0 h 133350"/>
                <a:gd name="connsiteX2" fmla="*/ 0 w 171259"/>
                <a:gd name="connsiteY2" fmla="*/ 0 h 133350"/>
                <a:gd name="connsiteX3" fmla="*/ 0 w 171259"/>
                <a:gd name="connsiteY3" fmla="*/ 107632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259" h="133350">
                  <a:moveTo>
                    <a:pt x="171260" y="133350"/>
                  </a:moveTo>
                  <a:lnTo>
                    <a:pt x="171260" y="0"/>
                  </a:lnTo>
                  <a:lnTo>
                    <a:pt x="0" y="0"/>
                  </a:lnTo>
                  <a:lnTo>
                    <a:pt x="0" y="107632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prstDash val="solid"/>
              <a:round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/>
            </a:p>
          </p:txBody>
        </p:sp>
      </p:grpSp>
      <p:grpSp>
        <p:nvGrpSpPr>
          <p:cNvPr id="123" name="Gruppieren 122">
            <a:extLst>
              <a:ext uri="{FF2B5EF4-FFF2-40B4-BE49-F238E27FC236}">
                <a16:creationId xmlns:a16="http://schemas.microsoft.com/office/drawing/2014/main" id="{2BC09FFC-B44A-E94E-B791-DA75A1E0A6BB}"/>
              </a:ext>
            </a:extLst>
          </p:cNvPr>
          <p:cNvGrpSpPr/>
          <p:nvPr/>
        </p:nvGrpSpPr>
        <p:grpSpPr>
          <a:xfrm>
            <a:off x="3524919" y="3847477"/>
            <a:ext cx="313068" cy="313068"/>
            <a:chOff x="3083759" y="3484468"/>
            <a:chExt cx="326174" cy="326174"/>
          </a:xfrm>
        </p:grpSpPr>
        <p:sp>
          <p:nvSpPr>
            <p:cNvPr id="185" name="Ellipse 184">
              <a:extLst>
                <a:ext uri="{FF2B5EF4-FFF2-40B4-BE49-F238E27FC236}">
                  <a16:creationId xmlns:a16="http://schemas.microsoft.com/office/drawing/2014/main" id="{012294E6-7CE5-5540-8AA2-9A5DE8B15A5A}"/>
                </a:ext>
              </a:extLst>
            </p:cNvPr>
            <p:cNvSpPr/>
            <p:nvPr/>
          </p:nvSpPr>
          <p:spPr>
            <a:xfrm>
              <a:off x="3083759" y="3484468"/>
              <a:ext cx="326174" cy="326174"/>
            </a:xfrm>
            <a:prstGeom prst="ellipse">
              <a:avLst/>
            </a:prstGeom>
            <a:solidFill>
              <a:schemeClr val="accent1">
                <a:lumMod val="90000"/>
                <a:alpha val="66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600">
                <a:solidFill>
                  <a:schemeClr val="tx1"/>
                </a:solidFill>
              </a:endParaRPr>
            </a:p>
          </p:txBody>
        </p:sp>
        <p:grpSp>
          <p:nvGrpSpPr>
            <p:cNvPr id="186" name="Gruppieren 185">
              <a:extLst>
                <a:ext uri="{FF2B5EF4-FFF2-40B4-BE49-F238E27FC236}">
                  <a16:creationId xmlns:a16="http://schemas.microsoft.com/office/drawing/2014/main" id="{BA8EC4B0-455C-AD4A-801A-166C0EB791C6}"/>
                </a:ext>
              </a:extLst>
            </p:cNvPr>
            <p:cNvGrpSpPr/>
            <p:nvPr/>
          </p:nvGrpSpPr>
          <p:grpSpPr>
            <a:xfrm flipH="1">
              <a:off x="3133960" y="3538536"/>
              <a:ext cx="211459" cy="218034"/>
              <a:chOff x="5875972" y="3202018"/>
              <a:chExt cx="444055" cy="457867"/>
            </a:xfrm>
          </p:grpSpPr>
          <p:grpSp>
            <p:nvGrpSpPr>
              <p:cNvPr id="187" name="Grafik 144">
                <a:extLst>
                  <a:ext uri="{FF2B5EF4-FFF2-40B4-BE49-F238E27FC236}">
                    <a16:creationId xmlns:a16="http://schemas.microsoft.com/office/drawing/2014/main" id="{43B6118B-DAA9-9443-A41C-46347C0E3C2A}"/>
                  </a:ext>
                </a:extLst>
              </p:cNvPr>
              <p:cNvGrpSpPr/>
              <p:nvPr/>
            </p:nvGrpSpPr>
            <p:grpSpPr>
              <a:xfrm>
                <a:off x="5875972" y="3261740"/>
                <a:ext cx="444055" cy="398145"/>
                <a:chOff x="5875972" y="3261740"/>
                <a:chExt cx="444055" cy="398145"/>
              </a:xfrm>
              <a:noFill/>
            </p:grpSpPr>
            <p:sp>
              <p:nvSpPr>
                <p:cNvPr id="189" name="Freihandform: Form 188">
                  <a:extLst>
                    <a:ext uri="{FF2B5EF4-FFF2-40B4-BE49-F238E27FC236}">
                      <a16:creationId xmlns:a16="http://schemas.microsoft.com/office/drawing/2014/main" id="{BA537DC3-AC4B-A74F-9080-1F9842D7FFF6}"/>
                    </a:ext>
                  </a:extLst>
                </p:cNvPr>
                <p:cNvSpPr/>
                <p:nvPr/>
              </p:nvSpPr>
              <p:spPr>
                <a:xfrm>
                  <a:off x="6108287" y="3580828"/>
                  <a:ext cx="79057" cy="79057"/>
                </a:xfrm>
                <a:custGeom>
                  <a:avLst/>
                  <a:gdLst>
                    <a:gd name="connsiteX0" fmla="*/ 79058 w 79057"/>
                    <a:gd name="connsiteY0" fmla="*/ 39529 h 79057"/>
                    <a:gd name="connsiteX1" fmla="*/ 39529 w 79057"/>
                    <a:gd name="connsiteY1" fmla="*/ 79058 h 79057"/>
                    <a:gd name="connsiteX2" fmla="*/ 0 w 79057"/>
                    <a:gd name="connsiteY2" fmla="*/ 39529 h 79057"/>
                    <a:gd name="connsiteX3" fmla="*/ 39529 w 79057"/>
                    <a:gd name="connsiteY3" fmla="*/ 0 h 79057"/>
                    <a:gd name="connsiteX4" fmla="*/ 79058 w 79057"/>
                    <a:gd name="connsiteY4" fmla="*/ 39529 h 790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9057" h="79057">
                      <a:moveTo>
                        <a:pt x="79058" y="39529"/>
                      </a:moveTo>
                      <a:cubicBezTo>
                        <a:pt x="79058" y="61360"/>
                        <a:pt x="61360" y="79058"/>
                        <a:pt x="39529" y="79058"/>
                      </a:cubicBezTo>
                      <a:cubicBezTo>
                        <a:pt x="17698" y="79058"/>
                        <a:pt x="0" y="61360"/>
                        <a:pt x="0" y="39529"/>
                      </a:cubicBezTo>
                      <a:cubicBezTo>
                        <a:pt x="0" y="17698"/>
                        <a:pt x="17698" y="0"/>
                        <a:pt x="39529" y="0"/>
                      </a:cubicBezTo>
                      <a:cubicBezTo>
                        <a:pt x="61360" y="0"/>
                        <a:pt x="79058" y="17698"/>
                        <a:pt x="79058" y="39529"/>
                      </a:cubicBez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de-DE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de-DE"/>
                </a:p>
              </p:txBody>
            </p:sp>
            <p:sp>
              <p:nvSpPr>
                <p:cNvPr id="190" name="Freihandform: Form 189">
                  <a:extLst>
                    <a:ext uri="{FF2B5EF4-FFF2-40B4-BE49-F238E27FC236}">
                      <a16:creationId xmlns:a16="http://schemas.microsoft.com/office/drawing/2014/main" id="{16558C4B-3A86-8E4D-A86C-C3FB06AB5F0D}"/>
                    </a:ext>
                  </a:extLst>
                </p:cNvPr>
                <p:cNvSpPr/>
                <p:nvPr/>
              </p:nvSpPr>
              <p:spPr>
                <a:xfrm>
                  <a:off x="5924169" y="3580828"/>
                  <a:ext cx="79057" cy="79057"/>
                </a:xfrm>
                <a:custGeom>
                  <a:avLst/>
                  <a:gdLst>
                    <a:gd name="connsiteX0" fmla="*/ 79058 w 79057"/>
                    <a:gd name="connsiteY0" fmla="*/ 39529 h 79057"/>
                    <a:gd name="connsiteX1" fmla="*/ 39529 w 79057"/>
                    <a:gd name="connsiteY1" fmla="*/ 79058 h 79057"/>
                    <a:gd name="connsiteX2" fmla="*/ 0 w 79057"/>
                    <a:gd name="connsiteY2" fmla="*/ 39529 h 79057"/>
                    <a:gd name="connsiteX3" fmla="*/ 39529 w 79057"/>
                    <a:gd name="connsiteY3" fmla="*/ 0 h 79057"/>
                    <a:gd name="connsiteX4" fmla="*/ 79058 w 79057"/>
                    <a:gd name="connsiteY4" fmla="*/ 39529 h 790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9057" h="79057">
                      <a:moveTo>
                        <a:pt x="79058" y="39529"/>
                      </a:moveTo>
                      <a:cubicBezTo>
                        <a:pt x="79058" y="61360"/>
                        <a:pt x="61360" y="79058"/>
                        <a:pt x="39529" y="79058"/>
                      </a:cubicBezTo>
                      <a:cubicBezTo>
                        <a:pt x="17698" y="79058"/>
                        <a:pt x="0" y="61360"/>
                        <a:pt x="0" y="39529"/>
                      </a:cubicBezTo>
                      <a:cubicBezTo>
                        <a:pt x="0" y="17698"/>
                        <a:pt x="17698" y="0"/>
                        <a:pt x="39529" y="0"/>
                      </a:cubicBezTo>
                      <a:cubicBezTo>
                        <a:pt x="61360" y="0"/>
                        <a:pt x="79058" y="17698"/>
                        <a:pt x="79058" y="39529"/>
                      </a:cubicBez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de-DE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de-DE"/>
                </a:p>
              </p:txBody>
            </p:sp>
            <p:sp>
              <p:nvSpPr>
                <p:cNvPr id="191" name="Freihandform: Form 190">
                  <a:extLst>
                    <a:ext uri="{FF2B5EF4-FFF2-40B4-BE49-F238E27FC236}">
                      <a16:creationId xmlns:a16="http://schemas.microsoft.com/office/drawing/2014/main" id="{5D20BC9B-1456-2E4E-92EB-58876D4436CB}"/>
                    </a:ext>
                  </a:extLst>
                </p:cNvPr>
                <p:cNvSpPr/>
                <p:nvPr/>
              </p:nvSpPr>
              <p:spPr>
                <a:xfrm>
                  <a:off x="6200203" y="3261740"/>
                  <a:ext cx="119824" cy="201549"/>
                </a:xfrm>
                <a:custGeom>
                  <a:avLst/>
                  <a:gdLst>
                    <a:gd name="connsiteX0" fmla="*/ 119453 w 119824"/>
                    <a:gd name="connsiteY0" fmla="*/ -373 h 201549"/>
                    <a:gd name="connsiteX1" fmla="*/ 58779 w 119824"/>
                    <a:gd name="connsiteY1" fmla="*/ -373 h 201549"/>
                    <a:gd name="connsiteX2" fmla="*/ -371 w 119824"/>
                    <a:gd name="connsiteY2" fmla="*/ 201176 h 2015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19824" h="201549">
                      <a:moveTo>
                        <a:pt x="119453" y="-373"/>
                      </a:moveTo>
                      <a:lnTo>
                        <a:pt x="58779" y="-373"/>
                      </a:lnTo>
                      <a:cubicBezTo>
                        <a:pt x="58779" y="-373"/>
                        <a:pt x="21536" y="128214"/>
                        <a:pt x="-371" y="201176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de-DE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de-DE"/>
                </a:p>
              </p:txBody>
            </p:sp>
            <p:sp>
              <p:nvSpPr>
                <p:cNvPr id="192" name="Freihandform: Form 191">
                  <a:extLst>
                    <a:ext uri="{FF2B5EF4-FFF2-40B4-BE49-F238E27FC236}">
                      <a16:creationId xmlns:a16="http://schemas.microsoft.com/office/drawing/2014/main" id="{F6C36AF4-F31B-3740-B047-DCD95EF4DAFE}"/>
                    </a:ext>
                  </a:extLst>
                </p:cNvPr>
                <p:cNvSpPr/>
                <p:nvPr/>
              </p:nvSpPr>
              <p:spPr>
                <a:xfrm>
                  <a:off x="5875972" y="3324510"/>
                  <a:ext cx="327088" cy="228409"/>
                </a:xfrm>
                <a:custGeom>
                  <a:avLst/>
                  <a:gdLst>
                    <a:gd name="connsiteX0" fmla="*/ 81353 w 327088"/>
                    <a:gd name="connsiteY0" fmla="*/ -373 h 228409"/>
                    <a:gd name="connsiteX1" fmla="*/ -371 w 327088"/>
                    <a:gd name="connsiteY1" fmla="*/ -373 h 228409"/>
                    <a:gd name="connsiteX2" fmla="*/ 49159 w 327088"/>
                    <a:gd name="connsiteY2" fmla="*/ 140882 h 228409"/>
                    <a:gd name="connsiteX3" fmla="*/ 307667 w 327088"/>
                    <a:gd name="connsiteY3" fmla="*/ 183173 h 228409"/>
                    <a:gd name="connsiteX4" fmla="*/ 326717 w 327088"/>
                    <a:gd name="connsiteY4" fmla="*/ 203747 h 228409"/>
                    <a:gd name="connsiteX5" fmla="*/ 297476 w 327088"/>
                    <a:gd name="connsiteY5" fmla="*/ 228036 h 228409"/>
                    <a:gd name="connsiteX6" fmla="*/ 51921 w 327088"/>
                    <a:gd name="connsiteY6" fmla="*/ 228036 h 2284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27088" h="228409">
                      <a:moveTo>
                        <a:pt x="81353" y="-373"/>
                      </a:moveTo>
                      <a:lnTo>
                        <a:pt x="-371" y="-373"/>
                      </a:lnTo>
                      <a:lnTo>
                        <a:pt x="49159" y="140882"/>
                      </a:lnTo>
                      <a:cubicBezTo>
                        <a:pt x="49159" y="140882"/>
                        <a:pt x="297952" y="180887"/>
                        <a:pt x="307667" y="183173"/>
                      </a:cubicBezTo>
                      <a:cubicBezTo>
                        <a:pt x="317764" y="185250"/>
                        <a:pt x="325422" y="193517"/>
                        <a:pt x="326717" y="203747"/>
                      </a:cubicBezTo>
                      <a:cubicBezTo>
                        <a:pt x="326717" y="212796"/>
                        <a:pt x="325765" y="228036"/>
                        <a:pt x="297476" y="228036"/>
                      </a:cubicBezTo>
                      <a:lnTo>
                        <a:pt x="51921" y="228036"/>
                      </a:ln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de-DE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de-DE"/>
                </a:p>
              </p:txBody>
            </p:sp>
            <p:sp>
              <p:nvSpPr>
                <p:cNvPr id="193" name="Freihandform: Form 192">
                  <a:extLst>
                    <a:ext uri="{FF2B5EF4-FFF2-40B4-BE49-F238E27FC236}">
                      <a16:creationId xmlns:a16="http://schemas.microsoft.com/office/drawing/2014/main" id="{8359C9C5-EDEB-5E4A-BAE3-3E0714FC585C}"/>
                    </a:ext>
                  </a:extLst>
                </p:cNvPr>
                <p:cNvSpPr/>
                <p:nvPr/>
              </p:nvSpPr>
              <p:spPr>
                <a:xfrm>
                  <a:off x="6189916" y="3324700"/>
                  <a:ext cx="51244" cy="9525"/>
                </a:xfrm>
                <a:custGeom>
                  <a:avLst/>
                  <a:gdLst>
                    <a:gd name="connsiteX0" fmla="*/ 51245 w 51244"/>
                    <a:gd name="connsiteY0" fmla="*/ 0 h 9525"/>
                    <a:gd name="connsiteX1" fmla="*/ 0 w 51244"/>
                    <a:gd name="connsiteY1" fmla="*/ 0 h 9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51244" h="9525">
                      <a:moveTo>
                        <a:pt x="51245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de-DE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de-DE"/>
                </a:p>
              </p:txBody>
            </p:sp>
          </p:grpSp>
          <p:sp>
            <p:nvSpPr>
              <p:cNvPr id="188" name="Freihandform: Form 187">
                <a:extLst>
                  <a:ext uri="{FF2B5EF4-FFF2-40B4-BE49-F238E27FC236}">
                    <a16:creationId xmlns:a16="http://schemas.microsoft.com/office/drawing/2014/main" id="{A0FF2009-FCE8-D94C-805C-21CC3A64D885}"/>
                  </a:ext>
                </a:extLst>
              </p:cNvPr>
              <p:cNvSpPr/>
              <p:nvPr/>
            </p:nvSpPr>
            <p:spPr>
              <a:xfrm>
                <a:off x="5982652" y="3202018"/>
                <a:ext cx="178689" cy="178689"/>
              </a:xfrm>
              <a:custGeom>
                <a:avLst/>
                <a:gdLst>
                  <a:gd name="connsiteX0" fmla="*/ 97345 w 178689"/>
                  <a:gd name="connsiteY0" fmla="*/ 91631 h 178689"/>
                  <a:gd name="connsiteX1" fmla="*/ 178689 w 178689"/>
                  <a:gd name="connsiteY1" fmla="*/ 132017 h 178689"/>
                  <a:gd name="connsiteX2" fmla="*/ 0 w 178689"/>
                  <a:gd name="connsiteY2" fmla="*/ 178689 h 178689"/>
                  <a:gd name="connsiteX3" fmla="*/ 46672 w 178689"/>
                  <a:gd name="connsiteY3" fmla="*/ 0 h 178689"/>
                  <a:gd name="connsiteX4" fmla="*/ 82963 w 178689"/>
                  <a:gd name="connsiteY4" fmla="*/ 75914 h 178689"/>
                  <a:gd name="connsiteX5" fmla="*/ 87820 w 178689"/>
                  <a:gd name="connsiteY5" fmla="*/ 86011 h 178689"/>
                  <a:gd name="connsiteX6" fmla="*/ 97345 w 178689"/>
                  <a:gd name="connsiteY6" fmla="*/ 91631 h 1786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8689" h="178689">
                    <a:moveTo>
                      <a:pt x="97345" y="91631"/>
                    </a:moveTo>
                    <a:lnTo>
                      <a:pt x="178689" y="132017"/>
                    </a:lnTo>
                    <a:lnTo>
                      <a:pt x="0" y="178689"/>
                    </a:lnTo>
                    <a:lnTo>
                      <a:pt x="46672" y="0"/>
                    </a:lnTo>
                    <a:lnTo>
                      <a:pt x="82963" y="75914"/>
                    </a:lnTo>
                    <a:lnTo>
                      <a:pt x="87820" y="86011"/>
                    </a:lnTo>
                    <a:lnTo>
                      <a:pt x="97345" y="91631"/>
                    </a:lnTo>
                    <a:close/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</p:grpSp>
      </p:grpSp>
      <p:grpSp>
        <p:nvGrpSpPr>
          <p:cNvPr id="124" name="Gruppieren 123">
            <a:extLst>
              <a:ext uri="{FF2B5EF4-FFF2-40B4-BE49-F238E27FC236}">
                <a16:creationId xmlns:a16="http://schemas.microsoft.com/office/drawing/2014/main" id="{FD0B157A-089F-A149-9B2E-373A7C8A0D81}"/>
              </a:ext>
            </a:extLst>
          </p:cNvPr>
          <p:cNvGrpSpPr/>
          <p:nvPr/>
        </p:nvGrpSpPr>
        <p:grpSpPr>
          <a:xfrm>
            <a:off x="7113566" y="3847477"/>
            <a:ext cx="313068" cy="313068"/>
            <a:chOff x="6822639" y="3484468"/>
            <a:chExt cx="326174" cy="326174"/>
          </a:xfrm>
        </p:grpSpPr>
        <p:sp>
          <p:nvSpPr>
            <p:cNvPr id="179" name="Ellipse 178">
              <a:extLst>
                <a:ext uri="{FF2B5EF4-FFF2-40B4-BE49-F238E27FC236}">
                  <a16:creationId xmlns:a16="http://schemas.microsoft.com/office/drawing/2014/main" id="{C20AAF39-7CFE-B14E-A486-09F8A3414F56}"/>
                </a:ext>
              </a:extLst>
            </p:cNvPr>
            <p:cNvSpPr/>
            <p:nvPr/>
          </p:nvSpPr>
          <p:spPr>
            <a:xfrm>
              <a:off x="6822639" y="3484468"/>
              <a:ext cx="326174" cy="326174"/>
            </a:xfrm>
            <a:prstGeom prst="ellipse">
              <a:avLst/>
            </a:prstGeom>
            <a:solidFill>
              <a:schemeClr val="accent1">
                <a:lumMod val="90000"/>
                <a:alpha val="66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600">
                <a:solidFill>
                  <a:schemeClr val="tx1"/>
                </a:solidFill>
              </a:endParaRPr>
            </a:p>
          </p:txBody>
        </p:sp>
        <p:grpSp>
          <p:nvGrpSpPr>
            <p:cNvPr id="180" name="Gruppieren 179">
              <a:extLst>
                <a:ext uri="{FF2B5EF4-FFF2-40B4-BE49-F238E27FC236}">
                  <a16:creationId xmlns:a16="http://schemas.microsoft.com/office/drawing/2014/main" id="{8EAA0A12-ABF4-DB4F-BC70-EB3B2ED40E52}"/>
                </a:ext>
              </a:extLst>
            </p:cNvPr>
            <p:cNvGrpSpPr/>
            <p:nvPr/>
          </p:nvGrpSpPr>
          <p:grpSpPr>
            <a:xfrm>
              <a:off x="6892117" y="3557422"/>
              <a:ext cx="187191" cy="194198"/>
              <a:chOff x="5893022" y="3216306"/>
              <a:chExt cx="408432" cy="423767"/>
            </a:xfrm>
          </p:grpSpPr>
          <p:sp>
            <p:nvSpPr>
              <p:cNvPr id="181" name="Freihandform: Form 180">
                <a:extLst>
                  <a:ext uri="{FF2B5EF4-FFF2-40B4-BE49-F238E27FC236}">
                    <a16:creationId xmlns:a16="http://schemas.microsoft.com/office/drawing/2014/main" id="{CDA36F0A-FFC7-6F49-A9EE-3DAB4DF67291}"/>
                  </a:ext>
                </a:extLst>
              </p:cNvPr>
              <p:cNvSpPr/>
              <p:nvPr/>
            </p:nvSpPr>
            <p:spPr>
              <a:xfrm>
                <a:off x="5968841" y="3306508"/>
                <a:ext cx="256508" cy="9525"/>
              </a:xfrm>
              <a:custGeom>
                <a:avLst/>
                <a:gdLst>
                  <a:gd name="connsiteX0" fmla="*/ 0 w 256508"/>
                  <a:gd name="connsiteY0" fmla="*/ 0 h 9525"/>
                  <a:gd name="connsiteX1" fmla="*/ 256508 w 256508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56508" h="9525">
                    <a:moveTo>
                      <a:pt x="0" y="0"/>
                    </a:moveTo>
                    <a:lnTo>
                      <a:pt x="256508" y="0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82" name="Freihandform: Form 181">
                <a:extLst>
                  <a:ext uri="{FF2B5EF4-FFF2-40B4-BE49-F238E27FC236}">
                    <a16:creationId xmlns:a16="http://schemas.microsoft.com/office/drawing/2014/main" id="{B70EA4B2-4752-3541-BA81-45D97594C039}"/>
                  </a:ext>
                </a:extLst>
              </p:cNvPr>
              <p:cNvSpPr/>
              <p:nvPr/>
            </p:nvSpPr>
            <p:spPr>
              <a:xfrm>
                <a:off x="5968841" y="3369373"/>
                <a:ext cx="256508" cy="9525"/>
              </a:xfrm>
              <a:custGeom>
                <a:avLst/>
                <a:gdLst>
                  <a:gd name="connsiteX0" fmla="*/ 0 w 256508"/>
                  <a:gd name="connsiteY0" fmla="*/ 0 h 9525"/>
                  <a:gd name="connsiteX1" fmla="*/ 256508 w 256508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56508" h="9525">
                    <a:moveTo>
                      <a:pt x="0" y="0"/>
                    </a:moveTo>
                    <a:lnTo>
                      <a:pt x="256508" y="0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83" name="Freihandform: Form 182">
                <a:extLst>
                  <a:ext uri="{FF2B5EF4-FFF2-40B4-BE49-F238E27FC236}">
                    <a16:creationId xmlns:a16="http://schemas.microsoft.com/office/drawing/2014/main" id="{45CFD7D9-4B8B-2348-993D-C4097CCB393F}"/>
                  </a:ext>
                </a:extLst>
              </p:cNvPr>
              <p:cNvSpPr/>
              <p:nvPr/>
            </p:nvSpPr>
            <p:spPr>
              <a:xfrm>
                <a:off x="5968841" y="3431571"/>
                <a:ext cx="152019" cy="9525"/>
              </a:xfrm>
              <a:custGeom>
                <a:avLst/>
                <a:gdLst>
                  <a:gd name="connsiteX0" fmla="*/ 0 w 152019"/>
                  <a:gd name="connsiteY0" fmla="*/ 0 h 9525"/>
                  <a:gd name="connsiteX1" fmla="*/ 152019 w 152019"/>
                  <a:gd name="connsiteY1" fmla="*/ 0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52019" h="9525">
                    <a:moveTo>
                      <a:pt x="0" y="0"/>
                    </a:moveTo>
                    <a:lnTo>
                      <a:pt x="152019" y="0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84" name="Freihandform: Form 183">
                <a:extLst>
                  <a:ext uri="{FF2B5EF4-FFF2-40B4-BE49-F238E27FC236}">
                    <a16:creationId xmlns:a16="http://schemas.microsoft.com/office/drawing/2014/main" id="{8E1855C0-252A-4E47-B964-574F3788426F}"/>
                  </a:ext>
                </a:extLst>
              </p:cNvPr>
              <p:cNvSpPr/>
              <p:nvPr/>
            </p:nvSpPr>
            <p:spPr>
              <a:xfrm>
                <a:off x="5893022" y="3216306"/>
                <a:ext cx="408432" cy="423767"/>
              </a:xfrm>
              <a:custGeom>
                <a:avLst/>
                <a:gdLst>
                  <a:gd name="connsiteX0" fmla="*/ 244796 w 408432"/>
                  <a:gd name="connsiteY0" fmla="*/ 311203 h 423767"/>
                  <a:gd name="connsiteX1" fmla="*/ 365002 w 408432"/>
                  <a:gd name="connsiteY1" fmla="*/ 311203 h 423767"/>
                  <a:gd name="connsiteX2" fmla="*/ 407293 w 408432"/>
                  <a:gd name="connsiteY2" fmla="*/ 264435 h 423767"/>
                  <a:gd name="connsiteX3" fmla="*/ 407293 w 408432"/>
                  <a:gd name="connsiteY3" fmla="*/ 48409 h 423767"/>
                  <a:gd name="connsiteX4" fmla="*/ 365002 w 408432"/>
                  <a:gd name="connsiteY4" fmla="*/ -1026 h 423767"/>
                  <a:gd name="connsiteX5" fmla="*/ 41152 w 408432"/>
                  <a:gd name="connsiteY5" fmla="*/ -1026 h 423767"/>
                  <a:gd name="connsiteX6" fmla="*/ -1139 w 408432"/>
                  <a:gd name="connsiteY6" fmla="*/ 48409 h 423767"/>
                  <a:gd name="connsiteX7" fmla="*/ -1139 w 408432"/>
                  <a:gd name="connsiteY7" fmla="*/ 264435 h 423767"/>
                  <a:gd name="connsiteX8" fmla="*/ 41152 w 408432"/>
                  <a:gd name="connsiteY8" fmla="*/ 311203 h 423767"/>
                  <a:gd name="connsiteX9" fmla="*/ 85062 w 408432"/>
                  <a:gd name="connsiteY9" fmla="*/ 311203 h 423767"/>
                  <a:gd name="connsiteX10" fmla="*/ 85062 w 408432"/>
                  <a:gd name="connsiteY10" fmla="*/ 422741 h 423767"/>
                  <a:gd name="connsiteX11" fmla="*/ 186885 w 408432"/>
                  <a:gd name="connsiteY11" fmla="*/ 311203 h 423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08432" h="423767">
                    <a:moveTo>
                      <a:pt x="244796" y="311203"/>
                    </a:moveTo>
                    <a:lnTo>
                      <a:pt x="365002" y="311203"/>
                    </a:lnTo>
                    <a:cubicBezTo>
                      <a:pt x="393577" y="311203"/>
                      <a:pt x="407293" y="278818"/>
                      <a:pt x="407293" y="264435"/>
                    </a:cubicBezTo>
                    <a:lnTo>
                      <a:pt x="407293" y="48409"/>
                    </a:lnTo>
                    <a:cubicBezTo>
                      <a:pt x="407293" y="29359"/>
                      <a:pt x="395101" y="-1026"/>
                      <a:pt x="365002" y="-1026"/>
                    </a:cubicBezTo>
                    <a:lnTo>
                      <a:pt x="41152" y="-1026"/>
                    </a:lnTo>
                    <a:cubicBezTo>
                      <a:pt x="16768" y="-1026"/>
                      <a:pt x="-1139" y="30882"/>
                      <a:pt x="-1139" y="48409"/>
                    </a:cubicBezTo>
                    <a:lnTo>
                      <a:pt x="-1139" y="264435"/>
                    </a:lnTo>
                    <a:cubicBezTo>
                      <a:pt x="-1139" y="288248"/>
                      <a:pt x="23054" y="311203"/>
                      <a:pt x="41152" y="311203"/>
                    </a:cubicBezTo>
                    <a:lnTo>
                      <a:pt x="85062" y="311203"/>
                    </a:lnTo>
                    <a:lnTo>
                      <a:pt x="85062" y="422741"/>
                    </a:lnTo>
                    <a:lnTo>
                      <a:pt x="186885" y="311203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</p:grpSp>
      </p:grpSp>
      <p:grpSp>
        <p:nvGrpSpPr>
          <p:cNvPr id="125" name="Gruppieren 124">
            <a:extLst>
              <a:ext uri="{FF2B5EF4-FFF2-40B4-BE49-F238E27FC236}">
                <a16:creationId xmlns:a16="http://schemas.microsoft.com/office/drawing/2014/main" id="{87A4C046-60C7-4043-BDF1-3F5FB1C06D8C}"/>
              </a:ext>
            </a:extLst>
          </p:cNvPr>
          <p:cNvGrpSpPr/>
          <p:nvPr/>
        </p:nvGrpSpPr>
        <p:grpSpPr>
          <a:xfrm>
            <a:off x="5719064" y="3847477"/>
            <a:ext cx="313068" cy="313068"/>
            <a:chOff x="5369759" y="3484468"/>
            <a:chExt cx="326174" cy="326174"/>
          </a:xfrm>
        </p:grpSpPr>
        <p:sp>
          <p:nvSpPr>
            <p:cNvPr id="177" name="Ellipse 176">
              <a:extLst>
                <a:ext uri="{FF2B5EF4-FFF2-40B4-BE49-F238E27FC236}">
                  <a16:creationId xmlns:a16="http://schemas.microsoft.com/office/drawing/2014/main" id="{E439DDE3-F7ED-5843-BD86-C03B5D566CF7}"/>
                </a:ext>
              </a:extLst>
            </p:cNvPr>
            <p:cNvSpPr/>
            <p:nvPr/>
          </p:nvSpPr>
          <p:spPr>
            <a:xfrm>
              <a:off x="5369759" y="3484468"/>
              <a:ext cx="326174" cy="326174"/>
            </a:xfrm>
            <a:prstGeom prst="ellipse">
              <a:avLst/>
            </a:prstGeom>
            <a:solidFill>
              <a:schemeClr val="accent1">
                <a:lumMod val="90000"/>
                <a:alpha val="66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600">
                <a:solidFill>
                  <a:schemeClr val="tx1"/>
                </a:solidFill>
              </a:endParaRPr>
            </a:p>
          </p:txBody>
        </p:sp>
        <p:sp>
          <p:nvSpPr>
            <p:cNvPr id="178" name="Stern: 5 Zacken 177">
              <a:extLst>
                <a:ext uri="{FF2B5EF4-FFF2-40B4-BE49-F238E27FC236}">
                  <a16:creationId xmlns:a16="http://schemas.microsoft.com/office/drawing/2014/main" id="{A271F208-CC64-2647-82F4-83B36F2224D6}"/>
                </a:ext>
              </a:extLst>
            </p:cNvPr>
            <p:cNvSpPr/>
            <p:nvPr/>
          </p:nvSpPr>
          <p:spPr>
            <a:xfrm>
              <a:off x="5432834" y="3547542"/>
              <a:ext cx="200025" cy="200025"/>
            </a:xfrm>
            <a:prstGeom prst="star5">
              <a:avLst>
                <a:gd name="adj" fmla="val 27712"/>
                <a:gd name="hf" fmla="val 105146"/>
                <a:gd name="vf" fmla="val 110557"/>
              </a:avLst>
            </a:prstGeom>
            <a:noFill/>
            <a:ln w="12700" cap="rnd">
              <a:solidFill>
                <a:schemeClr val="tx1"/>
              </a:solidFill>
              <a:prstDash val="solid"/>
              <a:round/>
            </a:ln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/>
            </a:p>
          </p:txBody>
        </p:sp>
      </p:grpSp>
      <p:grpSp>
        <p:nvGrpSpPr>
          <p:cNvPr id="126" name="Gruppieren 125">
            <a:extLst>
              <a:ext uri="{FF2B5EF4-FFF2-40B4-BE49-F238E27FC236}">
                <a16:creationId xmlns:a16="http://schemas.microsoft.com/office/drawing/2014/main" id="{9121A1F2-B55E-7C41-99A4-2C1D89211FFB}"/>
              </a:ext>
            </a:extLst>
          </p:cNvPr>
          <p:cNvGrpSpPr/>
          <p:nvPr/>
        </p:nvGrpSpPr>
        <p:grpSpPr>
          <a:xfrm>
            <a:off x="8161287" y="4595924"/>
            <a:ext cx="313068" cy="313068"/>
            <a:chOff x="7914221" y="4264248"/>
            <a:chExt cx="326174" cy="326174"/>
          </a:xfrm>
        </p:grpSpPr>
        <p:sp>
          <p:nvSpPr>
            <p:cNvPr id="170" name="Ellipse 169">
              <a:extLst>
                <a:ext uri="{FF2B5EF4-FFF2-40B4-BE49-F238E27FC236}">
                  <a16:creationId xmlns:a16="http://schemas.microsoft.com/office/drawing/2014/main" id="{DDAAC387-B12D-B544-B02B-0AE0C2393466}"/>
                </a:ext>
              </a:extLst>
            </p:cNvPr>
            <p:cNvSpPr/>
            <p:nvPr/>
          </p:nvSpPr>
          <p:spPr>
            <a:xfrm>
              <a:off x="7914221" y="4264248"/>
              <a:ext cx="326174" cy="326174"/>
            </a:xfrm>
            <a:prstGeom prst="ellipse">
              <a:avLst/>
            </a:prstGeom>
            <a:solidFill>
              <a:schemeClr val="accent1">
                <a:lumMod val="90000"/>
                <a:alpha val="66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600">
                <a:solidFill>
                  <a:schemeClr val="tx1"/>
                </a:solidFill>
              </a:endParaRPr>
            </a:p>
          </p:txBody>
        </p:sp>
        <p:grpSp>
          <p:nvGrpSpPr>
            <p:cNvPr id="171" name="Gruppieren 170">
              <a:extLst>
                <a:ext uri="{FF2B5EF4-FFF2-40B4-BE49-F238E27FC236}">
                  <a16:creationId xmlns:a16="http://schemas.microsoft.com/office/drawing/2014/main" id="{53B39FE1-C0C6-4547-BBB1-C6D5EA414277}"/>
                </a:ext>
              </a:extLst>
            </p:cNvPr>
            <p:cNvGrpSpPr/>
            <p:nvPr/>
          </p:nvGrpSpPr>
          <p:grpSpPr>
            <a:xfrm>
              <a:off x="8020265" y="4307293"/>
              <a:ext cx="114086" cy="240084"/>
              <a:chOff x="6030943" y="3297173"/>
              <a:chExt cx="126777" cy="266795"/>
            </a:xfrm>
          </p:grpSpPr>
          <p:sp>
            <p:nvSpPr>
              <p:cNvPr id="172" name="Freihandform: Form 171">
                <a:extLst>
                  <a:ext uri="{FF2B5EF4-FFF2-40B4-BE49-F238E27FC236}">
                    <a16:creationId xmlns:a16="http://schemas.microsoft.com/office/drawing/2014/main" id="{4EB6C47C-12ED-574B-A5DE-71BFBFE258B5}"/>
                  </a:ext>
                </a:extLst>
              </p:cNvPr>
              <p:cNvSpPr/>
              <p:nvPr/>
            </p:nvSpPr>
            <p:spPr>
              <a:xfrm>
                <a:off x="6030943" y="3297173"/>
                <a:ext cx="126777" cy="154971"/>
              </a:xfrm>
              <a:custGeom>
                <a:avLst/>
                <a:gdLst>
                  <a:gd name="connsiteX0" fmla="*/ 125877 w 126777"/>
                  <a:gd name="connsiteY0" fmla="*/ 69576 h 154971"/>
                  <a:gd name="connsiteX1" fmla="*/ 62441 w 126777"/>
                  <a:gd name="connsiteY1" fmla="*/ 154063 h 154971"/>
                  <a:gd name="connsiteX2" fmla="*/ -901 w 126777"/>
                  <a:gd name="connsiteY2" fmla="*/ 69576 h 154971"/>
                  <a:gd name="connsiteX3" fmla="*/ 62441 w 126777"/>
                  <a:gd name="connsiteY3" fmla="*/ -909 h 154971"/>
                  <a:gd name="connsiteX4" fmla="*/ 125877 w 126777"/>
                  <a:gd name="connsiteY4" fmla="*/ 69576 h 154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6777" h="154971">
                    <a:moveTo>
                      <a:pt x="125877" y="69576"/>
                    </a:moveTo>
                    <a:cubicBezTo>
                      <a:pt x="125877" y="112343"/>
                      <a:pt x="97302" y="154063"/>
                      <a:pt x="62441" y="154063"/>
                    </a:cubicBezTo>
                    <a:cubicBezTo>
                      <a:pt x="27579" y="154063"/>
                      <a:pt x="-901" y="112343"/>
                      <a:pt x="-901" y="69576"/>
                    </a:cubicBezTo>
                    <a:cubicBezTo>
                      <a:pt x="-901" y="26809"/>
                      <a:pt x="27674" y="-909"/>
                      <a:pt x="62441" y="-909"/>
                    </a:cubicBezTo>
                    <a:cubicBezTo>
                      <a:pt x="97207" y="-909"/>
                      <a:pt x="125877" y="26713"/>
                      <a:pt x="125877" y="69576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73" name="Freihandform: Form 172">
                <a:extLst>
                  <a:ext uri="{FF2B5EF4-FFF2-40B4-BE49-F238E27FC236}">
                    <a16:creationId xmlns:a16="http://schemas.microsoft.com/office/drawing/2014/main" id="{C13D29B0-0555-B24B-8F22-60AED0FC788F}"/>
                  </a:ext>
                </a:extLst>
              </p:cNvPr>
              <p:cNvSpPr/>
              <p:nvPr/>
            </p:nvSpPr>
            <p:spPr>
              <a:xfrm>
                <a:off x="6064948" y="3395852"/>
                <a:ext cx="4095" cy="6762"/>
              </a:xfrm>
              <a:custGeom>
                <a:avLst/>
                <a:gdLst>
                  <a:gd name="connsiteX0" fmla="*/ 3195 w 4095"/>
                  <a:gd name="connsiteY0" fmla="*/ 5853 h 6762"/>
                  <a:gd name="connsiteX1" fmla="*/ -901 w 4095"/>
                  <a:gd name="connsiteY1" fmla="*/ -909 h 6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095" h="6762">
                    <a:moveTo>
                      <a:pt x="3195" y="5853"/>
                    </a:moveTo>
                    <a:cubicBezTo>
                      <a:pt x="1661" y="3700"/>
                      <a:pt x="290" y="1443"/>
                      <a:pt x="-901" y="-909"/>
                    </a:cubicBez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74" name="Freihandform: Form 173">
                <a:extLst>
                  <a:ext uri="{FF2B5EF4-FFF2-40B4-BE49-F238E27FC236}">
                    <a16:creationId xmlns:a16="http://schemas.microsoft.com/office/drawing/2014/main" id="{F362983D-59BE-784A-A470-46058AC50E74}"/>
                  </a:ext>
                </a:extLst>
              </p:cNvPr>
              <p:cNvSpPr/>
              <p:nvPr/>
            </p:nvSpPr>
            <p:spPr>
              <a:xfrm>
                <a:off x="6058901" y="3331653"/>
                <a:ext cx="35383" cy="39148"/>
              </a:xfrm>
              <a:custGeom>
                <a:avLst/>
                <a:gdLst>
                  <a:gd name="connsiteX0" fmla="*/ -760 w 35383"/>
                  <a:gd name="connsiteY0" fmla="*/ 38239 h 39148"/>
                  <a:gd name="connsiteX1" fmla="*/ 31958 w 35383"/>
                  <a:gd name="connsiteY1" fmla="*/ -776 h 39148"/>
                  <a:gd name="connsiteX2" fmla="*/ 34483 w 35383"/>
                  <a:gd name="connsiteY2" fmla="*/ -909 h 39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5383" h="39148">
                    <a:moveTo>
                      <a:pt x="-760" y="38239"/>
                    </a:moveTo>
                    <a:cubicBezTo>
                      <a:pt x="-2503" y="18427"/>
                      <a:pt x="12146" y="967"/>
                      <a:pt x="31958" y="-776"/>
                    </a:cubicBezTo>
                    <a:cubicBezTo>
                      <a:pt x="32797" y="-852"/>
                      <a:pt x="33644" y="-890"/>
                      <a:pt x="34483" y="-909"/>
                    </a:cubicBez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75" name="Freihandform: Form 174">
                <a:extLst>
                  <a:ext uri="{FF2B5EF4-FFF2-40B4-BE49-F238E27FC236}">
                    <a16:creationId xmlns:a16="http://schemas.microsoft.com/office/drawing/2014/main" id="{D029809A-091D-4C48-A9CB-C57B4706DCCB}"/>
                  </a:ext>
                </a:extLst>
              </p:cNvPr>
              <p:cNvSpPr/>
              <p:nvPr/>
            </p:nvSpPr>
            <p:spPr>
              <a:xfrm>
                <a:off x="6080188" y="3452240"/>
                <a:ext cx="28194" cy="21145"/>
              </a:xfrm>
              <a:custGeom>
                <a:avLst/>
                <a:gdLst>
                  <a:gd name="connsiteX0" fmla="*/ 28194 w 28194"/>
                  <a:gd name="connsiteY0" fmla="*/ 21145 h 21145"/>
                  <a:gd name="connsiteX1" fmla="*/ 0 w 28194"/>
                  <a:gd name="connsiteY1" fmla="*/ 21145 h 21145"/>
                  <a:gd name="connsiteX2" fmla="*/ 14097 w 28194"/>
                  <a:gd name="connsiteY2" fmla="*/ 0 h 21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8194" h="21145">
                    <a:moveTo>
                      <a:pt x="28194" y="21145"/>
                    </a:moveTo>
                    <a:lnTo>
                      <a:pt x="0" y="21145"/>
                    </a:lnTo>
                    <a:lnTo>
                      <a:pt x="14097" y="0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76" name="Freihandform: Form 175">
                <a:extLst>
                  <a:ext uri="{FF2B5EF4-FFF2-40B4-BE49-F238E27FC236}">
                    <a16:creationId xmlns:a16="http://schemas.microsoft.com/office/drawing/2014/main" id="{4C3C7B92-FF4B-9E4A-BFAA-759CE274F126}"/>
                  </a:ext>
                </a:extLst>
              </p:cNvPr>
              <p:cNvSpPr/>
              <p:nvPr/>
            </p:nvSpPr>
            <p:spPr>
              <a:xfrm>
                <a:off x="6087236" y="3473576"/>
                <a:ext cx="21246" cy="90392"/>
              </a:xfrm>
              <a:custGeom>
                <a:avLst/>
                <a:gdLst>
                  <a:gd name="connsiteX0" fmla="*/ 13197 w 21246"/>
                  <a:gd name="connsiteY0" fmla="*/ 89483 h 90392"/>
                  <a:gd name="connsiteX1" fmla="*/ 20245 w 21246"/>
                  <a:gd name="connsiteY1" fmla="*/ 73005 h 90392"/>
                  <a:gd name="connsiteX2" fmla="*/ -901 w 21246"/>
                  <a:gd name="connsiteY2" fmla="*/ 27666 h 90392"/>
                  <a:gd name="connsiteX3" fmla="*/ 6148 w 21246"/>
                  <a:gd name="connsiteY3" fmla="*/ -909 h 903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46" h="90392">
                    <a:moveTo>
                      <a:pt x="13197" y="89483"/>
                    </a:moveTo>
                    <a:cubicBezTo>
                      <a:pt x="18245" y="85587"/>
                      <a:pt x="20912" y="79349"/>
                      <a:pt x="20245" y="73005"/>
                    </a:cubicBezTo>
                    <a:cubicBezTo>
                      <a:pt x="20245" y="60622"/>
                      <a:pt x="-901" y="44430"/>
                      <a:pt x="-901" y="27666"/>
                    </a:cubicBezTo>
                    <a:cubicBezTo>
                      <a:pt x="-805" y="17721"/>
                      <a:pt x="1614" y="7939"/>
                      <a:pt x="6148" y="-909"/>
                    </a:cubicBez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</p:grpSp>
      </p:grpSp>
      <p:grpSp>
        <p:nvGrpSpPr>
          <p:cNvPr id="127" name="Gruppieren 126">
            <a:extLst>
              <a:ext uri="{FF2B5EF4-FFF2-40B4-BE49-F238E27FC236}">
                <a16:creationId xmlns:a16="http://schemas.microsoft.com/office/drawing/2014/main" id="{2FA91F71-5C76-D44A-825E-34F2C553ADF0}"/>
              </a:ext>
            </a:extLst>
          </p:cNvPr>
          <p:cNvGrpSpPr/>
          <p:nvPr/>
        </p:nvGrpSpPr>
        <p:grpSpPr>
          <a:xfrm>
            <a:off x="9341249" y="3847477"/>
            <a:ext cx="313068" cy="313068"/>
            <a:chOff x="9143581" y="3484468"/>
            <a:chExt cx="326174" cy="326174"/>
          </a:xfrm>
        </p:grpSpPr>
        <p:sp>
          <p:nvSpPr>
            <p:cNvPr id="163" name="Ellipse 162">
              <a:extLst>
                <a:ext uri="{FF2B5EF4-FFF2-40B4-BE49-F238E27FC236}">
                  <a16:creationId xmlns:a16="http://schemas.microsoft.com/office/drawing/2014/main" id="{560F5655-2BF1-FB41-8AA3-2FC17987C331}"/>
                </a:ext>
              </a:extLst>
            </p:cNvPr>
            <p:cNvSpPr/>
            <p:nvPr/>
          </p:nvSpPr>
          <p:spPr>
            <a:xfrm>
              <a:off x="9143581" y="3484468"/>
              <a:ext cx="326174" cy="326174"/>
            </a:xfrm>
            <a:prstGeom prst="ellipse">
              <a:avLst/>
            </a:prstGeom>
            <a:solidFill>
              <a:schemeClr val="accent1">
                <a:lumMod val="90000"/>
                <a:alpha val="66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600">
                <a:solidFill>
                  <a:schemeClr val="tx1"/>
                </a:solidFill>
              </a:endParaRPr>
            </a:p>
          </p:txBody>
        </p:sp>
        <p:grpSp>
          <p:nvGrpSpPr>
            <p:cNvPr id="164" name="Gruppieren 163">
              <a:extLst>
                <a:ext uri="{FF2B5EF4-FFF2-40B4-BE49-F238E27FC236}">
                  <a16:creationId xmlns:a16="http://schemas.microsoft.com/office/drawing/2014/main" id="{F0428999-B829-6448-8ABF-7797CA290272}"/>
                </a:ext>
              </a:extLst>
            </p:cNvPr>
            <p:cNvGrpSpPr/>
            <p:nvPr/>
          </p:nvGrpSpPr>
          <p:grpSpPr>
            <a:xfrm>
              <a:off x="9212129" y="3535847"/>
              <a:ext cx="189012" cy="223433"/>
              <a:chOff x="5916602" y="3216211"/>
              <a:chExt cx="358984" cy="424354"/>
            </a:xfrm>
          </p:grpSpPr>
          <p:sp>
            <p:nvSpPr>
              <p:cNvPr id="165" name="Freihandform: Form 164">
                <a:extLst>
                  <a:ext uri="{FF2B5EF4-FFF2-40B4-BE49-F238E27FC236}">
                    <a16:creationId xmlns:a16="http://schemas.microsoft.com/office/drawing/2014/main" id="{B7816C95-B951-954D-B6D1-BCFA98FA5567}"/>
                  </a:ext>
                </a:extLst>
              </p:cNvPr>
              <p:cNvSpPr/>
              <p:nvPr/>
            </p:nvSpPr>
            <p:spPr>
              <a:xfrm>
                <a:off x="6063043" y="3216211"/>
                <a:ext cx="66294" cy="66293"/>
              </a:xfrm>
              <a:custGeom>
                <a:avLst/>
                <a:gdLst>
                  <a:gd name="connsiteX0" fmla="*/ 66294 w 66294"/>
                  <a:gd name="connsiteY0" fmla="*/ 33147 h 66293"/>
                  <a:gd name="connsiteX1" fmla="*/ 33147 w 66294"/>
                  <a:gd name="connsiteY1" fmla="*/ 66294 h 66293"/>
                  <a:gd name="connsiteX2" fmla="*/ 0 w 66294"/>
                  <a:gd name="connsiteY2" fmla="*/ 33147 h 66293"/>
                  <a:gd name="connsiteX3" fmla="*/ 33147 w 66294"/>
                  <a:gd name="connsiteY3" fmla="*/ 0 h 66293"/>
                  <a:gd name="connsiteX4" fmla="*/ 66294 w 66294"/>
                  <a:gd name="connsiteY4" fmla="*/ 33147 h 66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294" h="66293">
                    <a:moveTo>
                      <a:pt x="66294" y="33147"/>
                    </a:moveTo>
                    <a:cubicBezTo>
                      <a:pt x="66294" y="51454"/>
                      <a:pt x="51454" y="66294"/>
                      <a:pt x="33147" y="66294"/>
                    </a:cubicBezTo>
                    <a:cubicBezTo>
                      <a:pt x="14840" y="66294"/>
                      <a:pt x="0" y="51454"/>
                      <a:pt x="0" y="33147"/>
                    </a:cubicBezTo>
                    <a:cubicBezTo>
                      <a:pt x="0" y="14840"/>
                      <a:pt x="14840" y="0"/>
                      <a:pt x="33147" y="0"/>
                    </a:cubicBezTo>
                    <a:cubicBezTo>
                      <a:pt x="51454" y="0"/>
                      <a:pt x="66294" y="14840"/>
                      <a:pt x="66294" y="33147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66" name="Freihandform: Form 165">
                <a:extLst>
                  <a:ext uri="{FF2B5EF4-FFF2-40B4-BE49-F238E27FC236}">
                    <a16:creationId xmlns:a16="http://schemas.microsoft.com/office/drawing/2014/main" id="{E8FBFAA5-98CF-C348-9A48-9A2E63D65F39}"/>
                  </a:ext>
                </a:extLst>
              </p:cNvPr>
              <p:cNvSpPr/>
              <p:nvPr/>
            </p:nvSpPr>
            <p:spPr>
              <a:xfrm>
                <a:off x="6039897" y="3590448"/>
                <a:ext cx="112586" cy="50117"/>
              </a:xfrm>
              <a:custGeom>
                <a:avLst/>
                <a:gdLst>
                  <a:gd name="connsiteX0" fmla="*/ -1240 w 112586"/>
                  <a:gd name="connsiteY0" fmla="*/ -946 h 50117"/>
                  <a:gd name="connsiteX1" fmla="*/ 61624 w 112586"/>
                  <a:gd name="connsiteY1" fmla="*/ 48784 h 50117"/>
                  <a:gd name="connsiteX2" fmla="*/ 111346 w 112586"/>
                  <a:gd name="connsiteY2" fmla="*/ -946 h 501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586" h="50117">
                    <a:moveTo>
                      <a:pt x="-1240" y="-946"/>
                    </a:moveTo>
                    <a:cubicBezTo>
                      <a:pt x="2379" y="30144"/>
                      <a:pt x="30479" y="52413"/>
                      <a:pt x="61624" y="48784"/>
                    </a:cubicBezTo>
                    <a:cubicBezTo>
                      <a:pt x="87723" y="45745"/>
                      <a:pt x="108297" y="25153"/>
                      <a:pt x="111346" y="-946"/>
                    </a:cubicBez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67" name="Freihandform: Form 166">
                <a:extLst>
                  <a:ext uri="{FF2B5EF4-FFF2-40B4-BE49-F238E27FC236}">
                    <a16:creationId xmlns:a16="http://schemas.microsoft.com/office/drawing/2014/main" id="{6BFD3BD2-BCB3-5949-92F5-ACC2F15AD228}"/>
                  </a:ext>
                </a:extLst>
              </p:cNvPr>
              <p:cNvSpPr/>
              <p:nvPr/>
            </p:nvSpPr>
            <p:spPr>
              <a:xfrm>
                <a:off x="5941122" y="3282218"/>
                <a:ext cx="310134" cy="285275"/>
              </a:xfrm>
              <a:custGeom>
                <a:avLst/>
                <a:gdLst>
                  <a:gd name="connsiteX0" fmla="*/ 246314 w 310134"/>
                  <a:gd name="connsiteY0" fmla="*/ 91828 h 285275"/>
                  <a:gd name="connsiteX1" fmla="*/ 308894 w 310134"/>
                  <a:gd name="connsiteY1" fmla="*/ 221369 h 285275"/>
                  <a:gd name="connsiteX2" fmla="*/ 308894 w 310134"/>
                  <a:gd name="connsiteY2" fmla="*/ 284329 h 285275"/>
                  <a:gd name="connsiteX3" fmla="*/ 45718 w 310134"/>
                  <a:gd name="connsiteY3" fmla="*/ 284329 h 285275"/>
                  <a:gd name="connsiteX4" fmla="*/ -1240 w 310134"/>
                  <a:gd name="connsiteY4" fmla="*/ 283377 h 285275"/>
                  <a:gd name="connsiteX5" fmla="*/ -1240 w 310134"/>
                  <a:gd name="connsiteY5" fmla="*/ 221083 h 285275"/>
                  <a:gd name="connsiteX6" fmla="*/ 61339 w 310134"/>
                  <a:gd name="connsiteY6" fmla="*/ 91543 h 285275"/>
                  <a:gd name="connsiteX7" fmla="*/ 153827 w 310134"/>
                  <a:gd name="connsiteY7" fmla="*/ -945 h 285275"/>
                  <a:gd name="connsiteX8" fmla="*/ 234885 w 310134"/>
                  <a:gd name="connsiteY8" fmla="*/ 46680 h 285275"/>
                  <a:gd name="connsiteX9" fmla="*/ 244410 w 310134"/>
                  <a:gd name="connsiteY9" fmla="*/ 73921 h 285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0134" h="285275">
                    <a:moveTo>
                      <a:pt x="246314" y="91828"/>
                    </a:moveTo>
                    <a:cubicBezTo>
                      <a:pt x="246314" y="133167"/>
                      <a:pt x="247648" y="174791"/>
                      <a:pt x="308894" y="221369"/>
                    </a:cubicBezTo>
                    <a:lnTo>
                      <a:pt x="308894" y="284329"/>
                    </a:lnTo>
                    <a:lnTo>
                      <a:pt x="45718" y="284329"/>
                    </a:lnTo>
                    <a:lnTo>
                      <a:pt x="-1240" y="283377"/>
                    </a:lnTo>
                    <a:lnTo>
                      <a:pt x="-1240" y="221083"/>
                    </a:lnTo>
                    <a:cubicBezTo>
                      <a:pt x="57625" y="176696"/>
                      <a:pt x="61339" y="131071"/>
                      <a:pt x="61339" y="91543"/>
                    </a:cubicBezTo>
                    <a:cubicBezTo>
                      <a:pt x="61339" y="40460"/>
                      <a:pt x="102773" y="-945"/>
                      <a:pt x="153827" y="-945"/>
                    </a:cubicBezTo>
                    <a:cubicBezTo>
                      <a:pt x="187546" y="-1135"/>
                      <a:pt x="218597" y="17143"/>
                      <a:pt x="234885" y="46680"/>
                    </a:cubicBezTo>
                    <a:cubicBezTo>
                      <a:pt x="239456" y="55195"/>
                      <a:pt x="242695" y="64387"/>
                      <a:pt x="244410" y="73921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68" name="Freihandform: Form 167">
                <a:extLst>
                  <a:ext uri="{FF2B5EF4-FFF2-40B4-BE49-F238E27FC236}">
                    <a16:creationId xmlns:a16="http://schemas.microsoft.com/office/drawing/2014/main" id="{66AED5F7-2CC9-474F-A1D5-B9B2616AAA8C}"/>
                  </a:ext>
                </a:extLst>
              </p:cNvPr>
              <p:cNvSpPr/>
              <p:nvPr/>
            </p:nvSpPr>
            <p:spPr>
              <a:xfrm>
                <a:off x="6212203" y="3270313"/>
                <a:ext cx="63383" cy="129921"/>
              </a:xfrm>
              <a:custGeom>
                <a:avLst/>
                <a:gdLst>
                  <a:gd name="connsiteX0" fmla="*/ 44575 w 63383"/>
                  <a:gd name="connsiteY0" fmla="*/ 128975 h 129921"/>
                  <a:gd name="connsiteX1" fmla="*/ 31240 w 63383"/>
                  <a:gd name="connsiteY1" fmla="*/ 14579 h 129921"/>
                  <a:gd name="connsiteX2" fmla="*/ 23335 w 63383"/>
                  <a:gd name="connsiteY2" fmla="*/ 9055 h 129921"/>
                  <a:gd name="connsiteX3" fmla="*/ -1240 w 63383"/>
                  <a:gd name="connsiteY3" fmla="*/ -946 h 1299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383" h="129921">
                    <a:moveTo>
                      <a:pt x="44575" y="128975"/>
                    </a:moveTo>
                    <a:cubicBezTo>
                      <a:pt x="72484" y="93704"/>
                      <a:pt x="66483" y="42488"/>
                      <a:pt x="31240" y="14579"/>
                    </a:cubicBezTo>
                    <a:cubicBezTo>
                      <a:pt x="28668" y="12579"/>
                      <a:pt x="26097" y="10741"/>
                      <a:pt x="23335" y="9055"/>
                    </a:cubicBezTo>
                    <a:cubicBezTo>
                      <a:pt x="15714" y="4435"/>
                      <a:pt x="7428" y="1054"/>
                      <a:pt x="-1240" y="-946"/>
                    </a:cubicBez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  <p:sp>
            <p:nvSpPr>
              <p:cNvPr id="169" name="Freihandform: Form 168">
                <a:extLst>
                  <a:ext uri="{FF2B5EF4-FFF2-40B4-BE49-F238E27FC236}">
                    <a16:creationId xmlns:a16="http://schemas.microsoft.com/office/drawing/2014/main" id="{4124D84B-854F-374B-A0E8-9CEFFC06A89B}"/>
                  </a:ext>
                </a:extLst>
              </p:cNvPr>
              <p:cNvSpPr/>
              <p:nvPr/>
            </p:nvSpPr>
            <p:spPr>
              <a:xfrm>
                <a:off x="5916602" y="3270313"/>
                <a:ext cx="63383" cy="129921"/>
              </a:xfrm>
              <a:custGeom>
                <a:avLst/>
                <a:gdLst>
                  <a:gd name="connsiteX0" fmla="*/ 16327 w 63383"/>
                  <a:gd name="connsiteY0" fmla="*/ 128975 h 129921"/>
                  <a:gd name="connsiteX1" fmla="*/ 29662 w 63383"/>
                  <a:gd name="connsiteY1" fmla="*/ 14579 h 129921"/>
                  <a:gd name="connsiteX2" fmla="*/ 62143 w 63383"/>
                  <a:gd name="connsiteY2" fmla="*/ -946 h 1299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3383" h="129921">
                    <a:moveTo>
                      <a:pt x="16327" y="128975"/>
                    </a:moveTo>
                    <a:cubicBezTo>
                      <a:pt x="-11582" y="93694"/>
                      <a:pt x="-5581" y="42478"/>
                      <a:pt x="29662" y="14579"/>
                    </a:cubicBezTo>
                    <a:cubicBezTo>
                      <a:pt x="39187" y="7055"/>
                      <a:pt x="50331" y="1749"/>
                      <a:pt x="62143" y="-946"/>
                    </a:cubicBez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de-DE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/>
              </a:p>
            </p:txBody>
          </p:sp>
        </p:grpSp>
      </p:grpSp>
      <p:sp>
        <p:nvSpPr>
          <p:cNvPr id="128" name="Freihandform: Form 127">
            <a:extLst>
              <a:ext uri="{FF2B5EF4-FFF2-40B4-BE49-F238E27FC236}">
                <a16:creationId xmlns:a16="http://schemas.microsoft.com/office/drawing/2014/main" id="{AA7D9EC5-A5C9-2340-848B-97B9E87D74DD}"/>
              </a:ext>
            </a:extLst>
          </p:cNvPr>
          <p:cNvSpPr/>
          <p:nvPr/>
        </p:nvSpPr>
        <p:spPr>
          <a:xfrm>
            <a:off x="2904066" y="2455689"/>
            <a:ext cx="179557" cy="179557"/>
          </a:xfrm>
          <a:custGeom>
            <a:avLst/>
            <a:gdLst>
              <a:gd name="connsiteX0" fmla="*/ 78686 w 78686"/>
              <a:gd name="connsiteY0" fmla="*/ 39343 h 78686"/>
              <a:gd name="connsiteX1" fmla="*/ 39343 w 78686"/>
              <a:gd name="connsiteY1" fmla="*/ 78686 h 78686"/>
              <a:gd name="connsiteX2" fmla="*/ 0 w 78686"/>
              <a:gd name="connsiteY2" fmla="*/ 39343 h 78686"/>
              <a:gd name="connsiteX3" fmla="*/ 39343 w 78686"/>
              <a:gd name="connsiteY3" fmla="*/ 0 h 78686"/>
              <a:gd name="connsiteX4" fmla="*/ 78686 w 78686"/>
              <a:gd name="connsiteY4" fmla="*/ 39343 h 78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686" h="78686">
                <a:moveTo>
                  <a:pt x="78686" y="39343"/>
                </a:moveTo>
                <a:cubicBezTo>
                  <a:pt x="78686" y="61072"/>
                  <a:pt x="61072" y="78686"/>
                  <a:pt x="39343" y="78686"/>
                </a:cubicBezTo>
                <a:cubicBezTo>
                  <a:pt x="17614" y="78686"/>
                  <a:pt x="0" y="61072"/>
                  <a:pt x="0" y="39343"/>
                </a:cubicBezTo>
                <a:cubicBezTo>
                  <a:pt x="0" y="17614"/>
                  <a:pt x="17614" y="0"/>
                  <a:pt x="39343" y="0"/>
                </a:cubicBezTo>
                <a:cubicBezTo>
                  <a:pt x="61072" y="0"/>
                  <a:pt x="78686" y="17614"/>
                  <a:pt x="78686" y="39343"/>
                </a:cubicBezTo>
                <a:close/>
              </a:path>
            </a:pathLst>
          </a:custGeom>
          <a:solidFill>
            <a:schemeClr val="tx1"/>
          </a:solidFill>
          <a:ln w="3810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29" name="Textfeld 160">
            <a:extLst>
              <a:ext uri="{FF2B5EF4-FFF2-40B4-BE49-F238E27FC236}">
                <a16:creationId xmlns:a16="http://schemas.microsoft.com/office/drawing/2014/main" id="{AA4ABAA5-2458-BB4F-9231-01BBECCD180A}"/>
              </a:ext>
            </a:extLst>
          </p:cNvPr>
          <p:cNvSpPr txBox="1"/>
          <p:nvPr/>
        </p:nvSpPr>
        <p:spPr>
          <a:xfrm>
            <a:off x="2389969" y="2148426"/>
            <a:ext cx="1223671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/>
              <a:t>Consent</a:t>
            </a:r>
          </a:p>
          <a:p>
            <a:pPr algn="ctr"/>
            <a:r>
              <a:rPr lang="en-US" sz="900" err="1"/>
              <a:t>Nutzer</a:t>
            </a:r>
            <a:r>
              <a:rPr lang="en-US" sz="900"/>
              <a:t> </a:t>
            </a:r>
            <a:r>
              <a:rPr lang="en-US" sz="900" err="1"/>
              <a:t>Einwilligung</a:t>
            </a:r>
            <a:endParaRPr lang="en-US" sz="900"/>
          </a:p>
        </p:txBody>
      </p:sp>
      <p:sp>
        <p:nvSpPr>
          <p:cNvPr id="130" name="Ellipse 129">
            <a:extLst>
              <a:ext uri="{FF2B5EF4-FFF2-40B4-BE49-F238E27FC236}">
                <a16:creationId xmlns:a16="http://schemas.microsoft.com/office/drawing/2014/main" id="{E3A8C303-17BF-7842-84CE-F6E06E0ABA77}"/>
              </a:ext>
            </a:extLst>
          </p:cNvPr>
          <p:cNvSpPr/>
          <p:nvPr/>
        </p:nvSpPr>
        <p:spPr>
          <a:xfrm rot="5400000" flipH="1">
            <a:off x="2845271" y="1805112"/>
            <a:ext cx="313068" cy="313068"/>
          </a:xfrm>
          <a:prstGeom prst="ellipse">
            <a:avLst/>
          </a:prstGeom>
          <a:solidFill>
            <a:schemeClr val="accent1">
              <a:alpha val="66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>
              <a:solidFill>
                <a:schemeClr val="tx1"/>
              </a:solidFill>
            </a:endParaRPr>
          </a:p>
        </p:txBody>
      </p:sp>
      <p:pic>
        <p:nvPicPr>
          <p:cNvPr id="131" name="Grafik 130" descr="Abzeichen Tick1 mit einfarbiger Füllung">
            <a:extLst>
              <a:ext uri="{FF2B5EF4-FFF2-40B4-BE49-F238E27FC236}">
                <a16:creationId xmlns:a16="http://schemas.microsoft.com/office/drawing/2014/main" id="{0341DCA7-842A-0946-8BD3-10A45D35CDC3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80445" y="1839875"/>
            <a:ext cx="241876" cy="241874"/>
          </a:xfrm>
          <a:prstGeom prst="rect">
            <a:avLst/>
          </a:prstGeom>
        </p:spPr>
      </p:pic>
      <p:grpSp>
        <p:nvGrpSpPr>
          <p:cNvPr id="133" name="Gruppieren 132">
            <a:extLst>
              <a:ext uri="{FF2B5EF4-FFF2-40B4-BE49-F238E27FC236}">
                <a16:creationId xmlns:a16="http://schemas.microsoft.com/office/drawing/2014/main" id="{A92DED59-22C3-4F19-928E-4C10D9F3F6A5}"/>
              </a:ext>
            </a:extLst>
          </p:cNvPr>
          <p:cNvGrpSpPr/>
          <p:nvPr/>
        </p:nvGrpSpPr>
        <p:grpSpPr>
          <a:xfrm>
            <a:off x="862146" y="5738975"/>
            <a:ext cx="377970" cy="330198"/>
            <a:chOff x="5611072" y="1722598"/>
            <a:chExt cx="223762" cy="195481"/>
          </a:xfrm>
        </p:grpSpPr>
        <p:sp>
          <p:nvSpPr>
            <p:cNvPr id="152" name="Freihandform: Form 151">
              <a:extLst>
                <a:ext uri="{FF2B5EF4-FFF2-40B4-BE49-F238E27FC236}">
                  <a16:creationId xmlns:a16="http://schemas.microsoft.com/office/drawing/2014/main" id="{7EBD1DB5-DCBE-4B91-8886-C23AD5F8C52F}"/>
                </a:ext>
              </a:extLst>
            </p:cNvPr>
            <p:cNvSpPr/>
            <p:nvPr/>
          </p:nvSpPr>
          <p:spPr>
            <a:xfrm>
              <a:off x="5611072" y="1730375"/>
              <a:ext cx="223762" cy="187704"/>
            </a:xfrm>
            <a:custGeom>
              <a:avLst/>
              <a:gdLst>
                <a:gd name="connsiteX0" fmla="*/ 0 w 431482"/>
                <a:gd name="connsiteY0" fmla="*/ 0 h 361950"/>
                <a:gd name="connsiteX1" fmla="*/ 0 w 431482"/>
                <a:gd name="connsiteY1" fmla="*/ 361950 h 361950"/>
                <a:gd name="connsiteX2" fmla="*/ 431483 w 431482"/>
                <a:gd name="connsiteY2" fmla="*/ 361950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1482" h="361950">
                  <a:moveTo>
                    <a:pt x="0" y="0"/>
                  </a:moveTo>
                  <a:lnTo>
                    <a:pt x="0" y="361950"/>
                  </a:lnTo>
                  <a:lnTo>
                    <a:pt x="431483" y="361950"/>
                  </a:ln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/>
            </a:p>
          </p:txBody>
        </p:sp>
        <p:sp>
          <p:nvSpPr>
            <p:cNvPr id="153" name="Freihandform: Form 152">
              <a:extLst>
                <a:ext uri="{FF2B5EF4-FFF2-40B4-BE49-F238E27FC236}">
                  <a16:creationId xmlns:a16="http://schemas.microsoft.com/office/drawing/2014/main" id="{E20CEB91-0BAD-4693-B16A-183AFE97FDDE}"/>
                </a:ext>
              </a:extLst>
            </p:cNvPr>
            <p:cNvSpPr/>
            <p:nvPr/>
          </p:nvSpPr>
          <p:spPr>
            <a:xfrm>
              <a:off x="5634288" y="1722599"/>
              <a:ext cx="189679" cy="101755"/>
            </a:xfrm>
            <a:custGeom>
              <a:avLst/>
              <a:gdLst>
                <a:gd name="connsiteX0" fmla="*/ 365760 w 365760"/>
                <a:gd name="connsiteY0" fmla="*/ 0 h 196214"/>
                <a:gd name="connsiteX1" fmla="*/ 232410 w 365760"/>
                <a:gd name="connsiteY1" fmla="*/ 132398 h 196214"/>
                <a:gd name="connsiteX2" fmla="*/ 128492 w 365760"/>
                <a:gd name="connsiteY2" fmla="*/ 66675 h 196214"/>
                <a:gd name="connsiteX3" fmla="*/ 0 w 365760"/>
                <a:gd name="connsiteY3" fmla="*/ 196215 h 196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5760" h="196214">
                  <a:moveTo>
                    <a:pt x="365760" y="0"/>
                  </a:moveTo>
                  <a:lnTo>
                    <a:pt x="232410" y="132398"/>
                  </a:lnTo>
                  <a:lnTo>
                    <a:pt x="128492" y="66675"/>
                  </a:lnTo>
                  <a:lnTo>
                    <a:pt x="0" y="196215"/>
                  </a:ln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/>
            </a:p>
          </p:txBody>
        </p:sp>
        <p:sp>
          <p:nvSpPr>
            <p:cNvPr id="154" name="Freihandform: Form 153">
              <a:extLst>
                <a:ext uri="{FF2B5EF4-FFF2-40B4-BE49-F238E27FC236}">
                  <a16:creationId xmlns:a16="http://schemas.microsoft.com/office/drawing/2014/main" id="{6CFEE912-CBA6-418A-ADD5-C7014B7BDD43}"/>
                </a:ext>
              </a:extLst>
            </p:cNvPr>
            <p:cNvSpPr/>
            <p:nvPr/>
          </p:nvSpPr>
          <p:spPr>
            <a:xfrm>
              <a:off x="5784945" y="1722598"/>
              <a:ext cx="39022" cy="39022"/>
            </a:xfrm>
            <a:custGeom>
              <a:avLst/>
              <a:gdLst>
                <a:gd name="connsiteX0" fmla="*/ 75248 w 75247"/>
                <a:gd name="connsiteY0" fmla="*/ 75248 h 75247"/>
                <a:gd name="connsiteX1" fmla="*/ 75248 w 75247"/>
                <a:gd name="connsiteY1" fmla="*/ 0 h 75247"/>
                <a:gd name="connsiteX2" fmla="*/ 0 w 75247"/>
                <a:gd name="connsiteY2" fmla="*/ 0 h 7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247" h="75247">
                  <a:moveTo>
                    <a:pt x="75248" y="75248"/>
                  </a:moveTo>
                  <a:lnTo>
                    <a:pt x="75248" y="0"/>
                  </a:lnTo>
                  <a:lnTo>
                    <a:pt x="0" y="0"/>
                  </a:lnTo>
                </a:path>
              </a:pathLst>
            </a:custGeom>
            <a:noFill/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/>
            </a:p>
          </p:txBody>
        </p:sp>
        <p:sp>
          <p:nvSpPr>
            <p:cNvPr id="155" name="Freihandform: Form 154">
              <a:extLst>
                <a:ext uri="{FF2B5EF4-FFF2-40B4-BE49-F238E27FC236}">
                  <a16:creationId xmlns:a16="http://schemas.microsoft.com/office/drawing/2014/main" id="{1A495E9F-EA3B-4037-8417-7E180673037B}"/>
                </a:ext>
              </a:extLst>
            </p:cNvPr>
            <p:cNvSpPr/>
            <p:nvPr/>
          </p:nvSpPr>
          <p:spPr>
            <a:xfrm>
              <a:off x="5642685" y="1862756"/>
              <a:ext cx="4940" cy="32601"/>
            </a:xfrm>
            <a:custGeom>
              <a:avLst/>
              <a:gdLst>
                <a:gd name="connsiteX0" fmla="*/ 0 w 9525"/>
                <a:gd name="connsiteY0" fmla="*/ 62865 h 62864"/>
                <a:gd name="connsiteX1" fmla="*/ 0 w 9525"/>
                <a:gd name="connsiteY1" fmla="*/ 0 h 62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62864">
                  <a:moveTo>
                    <a:pt x="0" y="62865"/>
                  </a:moveTo>
                  <a:lnTo>
                    <a:pt x="0" y="0"/>
                  </a:lnTo>
                </a:path>
              </a:pathLst>
            </a:custGeom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/>
            </a:p>
          </p:txBody>
        </p:sp>
        <p:sp>
          <p:nvSpPr>
            <p:cNvPr id="156" name="Freihandform: Form 155">
              <a:extLst>
                <a:ext uri="{FF2B5EF4-FFF2-40B4-BE49-F238E27FC236}">
                  <a16:creationId xmlns:a16="http://schemas.microsoft.com/office/drawing/2014/main" id="{894DA270-B566-4EE4-B9AD-AE402437F606}"/>
                </a:ext>
              </a:extLst>
            </p:cNvPr>
            <p:cNvSpPr/>
            <p:nvPr/>
          </p:nvSpPr>
          <p:spPr>
            <a:xfrm>
              <a:off x="5667383" y="1838058"/>
              <a:ext cx="4940" cy="57299"/>
            </a:xfrm>
            <a:custGeom>
              <a:avLst/>
              <a:gdLst>
                <a:gd name="connsiteX0" fmla="*/ 0 w 9525"/>
                <a:gd name="connsiteY0" fmla="*/ 110490 h 110489"/>
                <a:gd name="connsiteX1" fmla="*/ 0 w 9525"/>
                <a:gd name="connsiteY1" fmla="*/ 0 h 110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10489">
                  <a:moveTo>
                    <a:pt x="0" y="110490"/>
                  </a:moveTo>
                  <a:lnTo>
                    <a:pt x="0" y="0"/>
                  </a:lnTo>
                </a:path>
              </a:pathLst>
            </a:custGeom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/>
            </a:p>
          </p:txBody>
        </p:sp>
        <p:sp>
          <p:nvSpPr>
            <p:cNvPr id="157" name="Freihandform: Form 156">
              <a:extLst>
                <a:ext uri="{FF2B5EF4-FFF2-40B4-BE49-F238E27FC236}">
                  <a16:creationId xmlns:a16="http://schemas.microsoft.com/office/drawing/2014/main" id="{D863C836-B85A-40DB-8018-49C1169CA9E8}"/>
                </a:ext>
              </a:extLst>
            </p:cNvPr>
            <p:cNvSpPr/>
            <p:nvPr/>
          </p:nvSpPr>
          <p:spPr>
            <a:xfrm>
              <a:off x="5692081" y="1812866"/>
              <a:ext cx="4940" cy="82491"/>
            </a:xfrm>
            <a:custGeom>
              <a:avLst/>
              <a:gdLst>
                <a:gd name="connsiteX0" fmla="*/ 0 w 9525"/>
                <a:gd name="connsiteY0" fmla="*/ 159068 h 159067"/>
                <a:gd name="connsiteX1" fmla="*/ 0 w 9525"/>
                <a:gd name="connsiteY1" fmla="*/ 0 h 159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59067">
                  <a:moveTo>
                    <a:pt x="0" y="159068"/>
                  </a:moveTo>
                  <a:lnTo>
                    <a:pt x="0" y="0"/>
                  </a:lnTo>
                </a:path>
              </a:pathLst>
            </a:custGeom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/>
            </a:p>
          </p:txBody>
        </p:sp>
        <p:sp>
          <p:nvSpPr>
            <p:cNvPr id="158" name="Freihandform: Form 157">
              <a:extLst>
                <a:ext uri="{FF2B5EF4-FFF2-40B4-BE49-F238E27FC236}">
                  <a16:creationId xmlns:a16="http://schemas.microsoft.com/office/drawing/2014/main" id="{515D0F64-F077-45FF-8A4D-5275CD8AC741}"/>
                </a:ext>
              </a:extLst>
            </p:cNvPr>
            <p:cNvSpPr/>
            <p:nvPr/>
          </p:nvSpPr>
          <p:spPr>
            <a:xfrm>
              <a:off x="5716779" y="1807926"/>
              <a:ext cx="4940" cy="87430"/>
            </a:xfrm>
            <a:custGeom>
              <a:avLst/>
              <a:gdLst>
                <a:gd name="connsiteX0" fmla="*/ 0 w 9525"/>
                <a:gd name="connsiteY0" fmla="*/ 168593 h 168592"/>
                <a:gd name="connsiteX1" fmla="*/ 0 w 9525"/>
                <a:gd name="connsiteY1" fmla="*/ 0 h 168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68592">
                  <a:moveTo>
                    <a:pt x="0" y="168593"/>
                  </a:moveTo>
                  <a:lnTo>
                    <a:pt x="0" y="0"/>
                  </a:lnTo>
                </a:path>
              </a:pathLst>
            </a:custGeom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/>
            </a:p>
          </p:txBody>
        </p:sp>
        <p:sp>
          <p:nvSpPr>
            <p:cNvPr id="159" name="Freihandform: Form 158">
              <a:extLst>
                <a:ext uri="{FF2B5EF4-FFF2-40B4-BE49-F238E27FC236}">
                  <a16:creationId xmlns:a16="http://schemas.microsoft.com/office/drawing/2014/main" id="{721813E6-2838-4DEE-9E3A-D422C8599CE6}"/>
                </a:ext>
              </a:extLst>
            </p:cNvPr>
            <p:cNvSpPr/>
            <p:nvPr/>
          </p:nvSpPr>
          <p:spPr>
            <a:xfrm>
              <a:off x="5741427" y="1824227"/>
              <a:ext cx="4940" cy="71130"/>
            </a:xfrm>
            <a:custGeom>
              <a:avLst/>
              <a:gdLst>
                <a:gd name="connsiteX0" fmla="*/ 0 w 9525"/>
                <a:gd name="connsiteY0" fmla="*/ 137160 h 137160"/>
                <a:gd name="connsiteX1" fmla="*/ 0 w 9525"/>
                <a:gd name="connsiteY1" fmla="*/ 0 h 13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37160">
                  <a:moveTo>
                    <a:pt x="0" y="137160"/>
                  </a:moveTo>
                  <a:lnTo>
                    <a:pt x="0" y="0"/>
                  </a:lnTo>
                </a:path>
              </a:pathLst>
            </a:custGeom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/>
            </a:p>
          </p:txBody>
        </p:sp>
        <p:sp>
          <p:nvSpPr>
            <p:cNvPr id="160" name="Freihandform: Form 159">
              <a:extLst>
                <a:ext uri="{FF2B5EF4-FFF2-40B4-BE49-F238E27FC236}">
                  <a16:creationId xmlns:a16="http://schemas.microsoft.com/office/drawing/2014/main" id="{ACBE4636-6155-4E5E-B745-A0FD371E3EF0}"/>
                </a:ext>
              </a:extLst>
            </p:cNvPr>
            <p:cNvSpPr/>
            <p:nvPr/>
          </p:nvSpPr>
          <p:spPr>
            <a:xfrm>
              <a:off x="5766125" y="1822251"/>
              <a:ext cx="4940" cy="73105"/>
            </a:xfrm>
            <a:custGeom>
              <a:avLst/>
              <a:gdLst>
                <a:gd name="connsiteX0" fmla="*/ 0 w 9525"/>
                <a:gd name="connsiteY0" fmla="*/ 140970 h 140969"/>
                <a:gd name="connsiteX1" fmla="*/ 0 w 9525"/>
                <a:gd name="connsiteY1" fmla="*/ 0 h 140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40969">
                  <a:moveTo>
                    <a:pt x="0" y="140970"/>
                  </a:moveTo>
                  <a:lnTo>
                    <a:pt x="0" y="0"/>
                  </a:lnTo>
                </a:path>
              </a:pathLst>
            </a:custGeom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/>
            </a:p>
          </p:txBody>
        </p:sp>
        <p:sp>
          <p:nvSpPr>
            <p:cNvPr id="161" name="Freihandform: Form 160">
              <a:extLst>
                <a:ext uri="{FF2B5EF4-FFF2-40B4-BE49-F238E27FC236}">
                  <a16:creationId xmlns:a16="http://schemas.microsoft.com/office/drawing/2014/main" id="{3199D671-8CCD-4738-85C5-B545BC30724D}"/>
                </a:ext>
              </a:extLst>
            </p:cNvPr>
            <p:cNvSpPr/>
            <p:nvPr/>
          </p:nvSpPr>
          <p:spPr>
            <a:xfrm>
              <a:off x="5790823" y="1798541"/>
              <a:ext cx="4940" cy="96815"/>
            </a:xfrm>
            <a:custGeom>
              <a:avLst/>
              <a:gdLst>
                <a:gd name="connsiteX0" fmla="*/ 0 w 9525"/>
                <a:gd name="connsiteY0" fmla="*/ 186690 h 186689"/>
                <a:gd name="connsiteX1" fmla="*/ 0 w 9525"/>
                <a:gd name="connsiteY1" fmla="*/ 0 h 186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186689">
                  <a:moveTo>
                    <a:pt x="0" y="186690"/>
                  </a:moveTo>
                  <a:lnTo>
                    <a:pt x="0" y="0"/>
                  </a:lnTo>
                </a:path>
              </a:pathLst>
            </a:custGeom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/>
            </a:p>
          </p:txBody>
        </p:sp>
        <p:sp>
          <p:nvSpPr>
            <p:cNvPr id="162" name="Freihandform: Form 161">
              <a:extLst>
                <a:ext uri="{FF2B5EF4-FFF2-40B4-BE49-F238E27FC236}">
                  <a16:creationId xmlns:a16="http://schemas.microsoft.com/office/drawing/2014/main" id="{6A5D211E-6730-4A03-B864-84D371FF8FF9}"/>
                </a:ext>
              </a:extLst>
            </p:cNvPr>
            <p:cNvSpPr/>
            <p:nvPr/>
          </p:nvSpPr>
          <p:spPr>
            <a:xfrm>
              <a:off x="5815521" y="1790144"/>
              <a:ext cx="4940" cy="105213"/>
            </a:xfrm>
            <a:custGeom>
              <a:avLst/>
              <a:gdLst>
                <a:gd name="connsiteX0" fmla="*/ 0 w 9525"/>
                <a:gd name="connsiteY0" fmla="*/ 202883 h 202882"/>
                <a:gd name="connsiteX1" fmla="*/ 0 w 9525"/>
                <a:gd name="connsiteY1" fmla="*/ 0 h 202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02882">
                  <a:moveTo>
                    <a:pt x="0" y="202883"/>
                  </a:moveTo>
                  <a:lnTo>
                    <a:pt x="0" y="0"/>
                  </a:lnTo>
                </a:path>
              </a:pathLst>
            </a:custGeom>
            <a:ln w="12700" cap="rnd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de-DE"/>
            </a:p>
          </p:txBody>
        </p:sp>
      </p:grpSp>
      <p:sp>
        <p:nvSpPr>
          <p:cNvPr id="134" name="Rechteck 133">
            <a:extLst>
              <a:ext uri="{FF2B5EF4-FFF2-40B4-BE49-F238E27FC236}">
                <a16:creationId xmlns:a16="http://schemas.microsoft.com/office/drawing/2014/main" id="{4C8B5140-97D9-4242-970B-35951F8E6D4D}"/>
              </a:ext>
            </a:extLst>
          </p:cNvPr>
          <p:cNvSpPr/>
          <p:nvPr/>
        </p:nvSpPr>
        <p:spPr>
          <a:xfrm>
            <a:off x="9216492" y="5605636"/>
            <a:ext cx="2222500" cy="59687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anchor="ctr"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err="1"/>
              <a:t>Motivierung</a:t>
            </a:r>
            <a:r>
              <a:rPr lang="en-GB" sz="1400"/>
              <a:t> und </a:t>
            </a:r>
            <a:br>
              <a:rPr lang="en-GB" sz="1400"/>
            </a:br>
            <a:r>
              <a:rPr lang="en-GB" sz="1400" err="1"/>
              <a:t>Belohnung</a:t>
            </a:r>
            <a:r>
              <a:rPr lang="en-GB" sz="1400"/>
              <a:t> von </a:t>
            </a:r>
            <a:r>
              <a:rPr lang="en-GB" sz="1400" err="1"/>
              <a:t>Kunden</a:t>
            </a:r>
            <a:endParaRPr lang="en-GB" sz="1400"/>
          </a:p>
        </p:txBody>
      </p:sp>
      <p:sp>
        <p:nvSpPr>
          <p:cNvPr id="135" name="Rechteck 134">
            <a:extLst>
              <a:ext uri="{FF2B5EF4-FFF2-40B4-BE49-F238E27FC236}">
                <a16:creationId xmlns:a16="http://schemas.microsoft.com/office/drawing/2014/main" id="{03BF123D-977D-584E-B02B-6312DCB304A0}"/>
              </a:ext>
            </a:extLst>
          </p:cNvPr>
          <p:cNvSpPr/>
          <p:nvPr/>
        </p:nvSpPr>
        <p:spPr>
          <a:xfrm>
            <a:off x="3573103" y="5605636"/>
            <a:ext cx="2826941" cy="59687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anchor="ctr"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err="1"/>
              <a:t>Einheitliche</a:t>
            </a:r>
            <a:r>
              <a:rPr lang="en-GB" sz="1400"/>
              <a:t> </a:t>
            </a:r>
            <a:r>
              <a:rPr lang="en-GB" sz="1400" err="1"/>
              <a:t>Erfahrung</a:t>
            </a:r>
            <a:r>
              <a:rPr lang="en-GB" sz="1400"/>
              <a:t> </a:t>
            </a:r>
            <a:r>
              <a:rPr lang="en-GB" sz="1400" err="1"/>
              <a:t>über</a:t>
            </a:r>
            <a:r>
              <a:rPr lang="en-GB" sz="1400"/>
              <a:t> alle </a:t>
            </a:r>
            <a:r>
              <a:rPr lang="en-GB" sz="1400" err="1"/>
              <a:t>Kanäle</a:t>
            </a:r>
            <a:r>
              <a:rPr lang="en-GB" sz="1400"/>
              <a:t> </a:t>
            </a:r>
            <a:r>
              <a:rPr lang="en-GB" sz="1400" err="1"/>
              <a:t>hinweg</a:t>
            </a:r>
            <a:endParaRPr lang="en-GB" sz="1400"/>
          </a:p>
        </p:txBody>
      </p:sp>
      <p:grpSp>
        <p:nvGrpSpPr>
          <p:cNvPr id="136" name="Grafik 42">
            <a:extLst>
              <a:ext uri="{FF2B5EF4-FFF2-40B4-BE49-F238E27FC236}">
                <a16:creationId xmlns:a16="http://schemas.microsoft.com/office/drawing/2014/main" id="{B8720240-15CE-407F-B042-E7BF7C9F0CA7}"/>
              </a:ext>
            </a:extLst>
          </p:cNvPr>
          <p:cNvGrpSpPr>
            <a:grpSpLocks noChangeAspect="1"/>
          </p:cNvGrpSpPr>
          <p:nvPr/>
        </p:nvGrpSpPr>
        <p:grpSpPr>
          <a:xfrm>
            <a:off x="6018419" y="5748119"/>
            <a:ext cx="311910" cy="311910"/>
            <a:chOff x="5900896" y="3233896"/>
            <a:chExt cx="288244" cy="288244"/>
          </a:xfrm>
          <a:noFill/>
        </p:grpSpPr>
        <p:sp>
          <p:nvSpPr>
            <p:cNvPr id="150" name="Freihandform: Form 149">
              <a:extLst>
                <a:ext uri="{FF2B5EF4-FFF2-40B4-BE49-F238E27FC236}">
                  <a16:creationId xmlns:a16="http://schemas.microsoft.com/office/drawing/2014/main" id="{C6400A45-95C2-474E-B98B-C7EF03C82F10}"/>
                </a:ext>
              </a:extLst>
            </p:cNvPr>
            <p:cNvSpPr/>
            <p:nvPr/>
          </p:nvSpPr>
          <p:spPr>
            <a:xfrm>
              <a:off x="5900896" y="3233896"/>
              <a:ext cx="288244" cy="288244"/>
            </a:xfrm>
            <a:custGeom>
              <a:avLst/>
              <a:gdLst>
                <a:gd name="connsiteX0" fmla="*/ 288245 w 288244"/>
                <a:gd name="connsiteY0" fmla="*/ 144122 h 288244"/>
                <a:gd name="connsiteX1" fmla="*/ 144122 w 288244"/>
                <a:gd name="connsiteY1" fmla="*/ 288245 h 288244"/>
                <a:gd name="connsiteX2" fmla="*/ 0 w 288244"/>
                <a:gd name="connsiteY2" fmla="*/ 144122 h 288244"/>
                <a:gd name="connsiteX3" fmla="*/ 144122 w 288244"/>
                <a:gd name="connsiteY3" fmla="*/ 0 h 288244"/>
                <a:gd name="connsiteX4" fmla="*/ 288245 w 288244"/>
                <a:gd name="connsiteY4" fmla="*/ 144122 h 288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8244" h="288244">
                  <a:moveTo>
                    <a:pt x="288245" y="144122"/>
                  </a:moveTo>
                  <a:cubicBezTo>
                    <a:pt x="288245" y="223565"/>
                    <a:pt x="223565" y="288245"/>
                    <a:pt x="144122" y="288245"/>
                  </a:cubicBezTo>
                  <a:cubicBezTo>
                    <a:pt x="64679" y="288245"/>
                    <a:pt x="0" y="223565"/>
                    <a:pt x="0" y="144122"/>
                  </a:cubicBezTo>
                  <a:cubicBezTo>
                    <a:pt x="0" y="64679"/>
                    <a:pt x="64679" y="0"/>
                    <a:pt x="144122" y="0"/>
                  </a:cubicBezTo>
                  <a:cubicBezTo>
                    <a:pt x="223565" y="0"/>
                    <a:pt x="288245" y="64679"/>
                    <a:pt x="288245" y="144122"/>
                  </a:cubicBezTo>
                  <a:close/>
                </a:path>
              </a:pathLst>
            </a:custGeom>
            <a:solidFill>
              <a:schemeClr val="bg1"/>
            </a:solidFill>
            <a:ln w="127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/>
            </a:p>
          </p:txBody>
        </p:sp>
        <p:sp>
          <p:nvSpPr>
            <p:cNvPr id="151" name="Freihandform: Form 150">
              <a:extLst>
                <a:ext uri="{FF2B5EF4-FFF2-40B4-BE49-F238E27FC236}">
                  <a16:creationId xmlns:a16="http://schemas.microsoft.com/office/drawing/2014/main" id="{0D097C49-6306-4BF4-9638-8B4ABF865220}"/>
                </a:ext>
              </a:extLst>
            </p:cNvPr>
            <p:cNvSpPr/>
            <p:nvPr/>
          </p:nvSpPr>
          <p:spPr>
            <a:xfrm>
              <a:off x="5981745" y="3316151"/>
              <a:ext cx="145528" cy="125140"/>
            </a:xfrm>
            <a:custGeom>
              <a:avLst/>
              <a:gdLst>
                <a:gd name="connsiteX0" fmla="*/ 0 w 145528"/>
                <a:gd name="connsiteY0" fmla="*/ 68898 h 125140"/>
                <a:gd name="connsiteX1" fmla="*/ 54837 w 145528"/>
                <a:gd name="connsiteY1" fmla="*/ 125140 h 125140"/>
                <a:gd name="connsiteX2" fmla="*/ 145528 w 145528"/>
                <a:gd name="connsiteY2" fmla="*/ 0 h 125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528" h="125140">
                  <a:moveTo>
                    <a:pt x="0" y="68898"/>
                  </a:moveTo>
                  <a:lnTo>
                    <a:pt x="54837" y="125140"/>
                  </a:lnTo>
                  <a:lnTo>
                    <a:pt x="145528" y="0"/>
                  </a:lnTo>
                </a:path>
              </a:pathLst>
            </a:custGeom>
            <a:noFill/>
            <a:ln w="12700" cap="rnd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/>
            </a:p>
          </p:txBody>
        </p:sp>
      </p:grpSp>
      <p:sp>
        <p:nvSpPr>
          <p:cNvPr id="137" name="Rechteck 136">
            <a:extLst>
              <a:ext uri="{FF2B5EF4-FFF2-40B4-BE49-F238E27FC236}">
                <a16:creationId xmlns:a16="http://schemas.microsoft.com/office/drawing/2014/main" id="{599CB7B1-3318-4858-BD90-9437E710F4B6}"/>
              </a:ext>
            </a:extLst>
          </p:cNvPr>
          <p:cNvSpPr/>
          <p:nvPr/>
        </p:nvSpPr>
        <p:spPr>
          <a:xfrm>
            <a:off x="6501051" y="5605636"/>
            <a:ext cx="2620919" cy="59687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txBody>
          <a:bodyPr wrap="square" anchor="ctr"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err="1"/>
              <a:t>Generierung</a:t>
            </a:r>
            <a:r>
              <a:rPr lang="en-US" sz="1400"/>
              <a:t> und </a:t>
            </a:r>
            <a:r>
              <a:rPr lang="en-US" sz="1400" err="1"/>
              <a:t>Analyse</a:t>
            </a:r>
            <a:r>
              <a:rPr lang="en-US" sz="1400"/>
              <a:t> </a:t>
            </a:r>
            <a:br>
              <a:rPr lang="en-US" sz="1400"/>
            </a:br>
            <a:r>
              <a:rPr lang="en-US" sz="1400"/>
              <a:t>von 1</a:t>
            </a:r>
            <a:r>
              <a:rPr lang="en-US" sz="1400" baseline="30000"/>
              <a:t>st</a:t>
            </a:r>
            <a:r>
              <a:rPr lang="en-US" sz="1400"/>
              <a:t> Party </a:t>
            </a:r>
            <a:r>
              <a:rPr lang="en-US" sz="1400" err="1"/>
              <a:t>Daten</a:t>
            </a:r>
            <a:r>
              <a:rPr lang="en-US" sz="1400"/>
              <a:t> </a:t>
            </a:r>
          </a:p>
        </p:txBody>
      </p:sp>
      <p:grpSp>
        <p:nvGrpSpPr>
          <p:cNvPr id="138" name="Grafik 42">
            <a:extLst>
              <a:ext uri="{FF2B5EF4-FFF2-40B4-BE49-F238E27FC236}">
                <a16:creationId xmlns:a16="http://schemas.microsoft.com/office/drawing/2014/main" id="{6ECA7442-089D-4D04-A02B-B1F8A8A87077}"/>
              </a:ext>
            </a:extLst>
          </p:cNvPr>
          <p:cNvGrpSpPr>
            <a:grpSpLocks noChangeAspect="1"/>
          </p:cNvGrpSpPr>
          <p:nvPr/>
        </p:nvGrpSpPr>
        <p:grpSpPr>
          <a:xfrm>
            <a:off x="8733860" y="5748119"/>
            <a:ext cx="311910" cy="311910"/>
            <a:chOff x="5900896" y="3233896"/>
            <a:chExt cx="288244" cy="288244"/>
          </a:xfrm>
          <a:noFill/>
        </p:grpSpPr>
        <p:sp>
          <p:nvSpPr>
            <p:cNvPr id="148" name="Freihandform: Form 147">
              <a:extLst>
                <a:ext uri="{FF2B5EF4-FFF2-40B4-BE49-F238E27FC236}">
                  <a16:creationId xmlns:a16="http://schemas.microsoft.com/office/drawing/2014/main" id="{B9D954DB-559B-4FF3-A605-981AC367410A}"/>
                </a:ext>
              </a:extLst>
            </p:cNvPr>
            <p:cNvSpPr/>
            <p:nvPr/>
          </p:nvSpPr>
          <p:spPr>
            <a:xfrm>
              <a:off x="5900896" y="3233896"/>
              <a:ext cx="288244" cy="288244"/>
            </a:xfrm>
            <a:custGeom>
              <a:avLst/>
              <a:gdLst>
                <a:gd name="connsiteX0" fmla="*/ 288245 w 288244"/>
                <a:gd name="connsiteY0" fmla="*/ 144122 h 288244"/>
                <a:gd name="connsiteX1" fmla="*/ 144122 w 288244"/>
                <a:gd name="connsiteY1" fmla="*/ 288245 h 288244"/>
                <a:gd name="connsiteX2" fmla="*/ 0 w 288244"/>
                <a:gd name="connsiteY2" fmla="*/ 144122 h 288244"/>
                <a:gd name="connsiteX3" fmla="*/ 144122 w 288244"/>
                <a:gd name="connsiteY3" fmla="*/ 0 h 288244"/>
                <a:gd name="connsiteX4" fmla="*/ 288245 w 288244"/>
                <a:gd name="connsiteY4" fmla="*/ 144122 h 288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8244" h="288244">
                  <a:moveTo>
                    <a:pt x="288245" y="144122"/>
                  </a:moveTo>
                  <a:cubicBezTo>
                    <a:pt x="288245" y="223565"/>
                    <a:pt x="223565" y="288245"/>
                    <a:pt x="144122" y="288245"/>
                  </a:cubicBezTo>
                  <a:cubicBezTo>
                    <a:pt x="64679" y="288245"/>
                    <a:pt x="0" y="223565"/>
                    <a:pt x="0" y="144122"/>
                  </a:cubicBezTo>
                  <a:cubicBezTo>
                    <a:pt x="0" y="64679"/>
                    <a:pt x="64679" y="0"/>
                    <a:pt x="144122" y="0"/>
                  </a:cubicBezTo>
                  <a:cubicBezTo>
                    <a:pt x="223565" y="0"/>
                    <a:pt x="288245" y="64679"/>
                    <a:pt x="288245" y="144122"/>
                  </a:cubicBezTo>
                  <a:close/>
                </a:path>
              </a:pathLst>
            </a:custGeom>
            <a:solidFill>
              <a:schemeClr val="bg1"/>
            </a:solidFill>
            <a:ln w="127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/>
            </a:p>
          </p:txBody>
        </p:sp>
        <p:sp>
          <p:nvSpPr>
            <p:cNvPr id="149" name="Freihandform: Form 148">
              <a:extLst>
                <a:ext uri="{FF2B5EF4-FFF2-40B4-BE49-F238E27FC236}">
                  <a16:creationId xmlns:a16="http://schemas.microsoft.com/office/drawing/2014/main" id="{01A7F5DE-8625-4FFC-8F51-858246CAB403}"/>
                </a:ext>
              </a:extLst>
            </p:cNvPr>
            <p:cNvSpPr/>
            <p:nvPr/>
          </p:nvSpPr>
          <p:spPr>
            <a:xfrm>
              <a:off x="5981745" y="3316151"/>
              <a:ext cx="145528" cy="125140"/>
            </a:xfrm>
            <a:custGeom>
              <a:avLst/>
              <a:gdLst>
                <a:gd name="connsiteX0" fmla="*/ 0 w 145528"/>
                <a:gd name="connsiteY0" fmla="*/ 68898 h 125140"/>
                <a:gd name="connsiteX1" fmla="*/ 54837 w 145528"/>
                <a:gd name="connsiteY1" fmla="*/ 125140 h 125140"/>
                <a:gd name="connsiteX2" fmla="*/ 145528 w 145528"/>
                <a:gd name="connsiteY2" fmla="*/ 0 h 125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528" h="125140">
                  <a:moveTo>
                    <a:pt x="0" y="68898"/>
                  </a:moveTo>
                  <a:lnTo>
                    <a:pt x="54837" y="125140"/>
                  </a:lnTo>
                  <a:lnTo>
                    <a:pt x="145528" y="0"/>
                  </a:lnTo>
                </a:path>
              </a:pathLst>
            </a:custGeom>
            <a:noFill/>
            <a:ln w="12700" cap="rnd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/>
            </a:p>
          </p:txBody>
        </p:sp>
      </p:grpSp>
      <p:grpSp>
        <p:nvGrpSpPr>
          <p:cNvPr id="139" name="Grafik 42">
            <a:extLst>
              <a:ext uri="{FF2B5EF4-FFF2-40B4-BE49-F238E27FC236}">
                <a16:creationId xmlns:a16="http://schemas.microsoft.com/office/drawing/2014/main" id="{E8A18737-E6D1-4086-806C-BCB1AEF7E447}"/>
              </a:ext>
            </a:extLst>
          </p:cNvPr>
          <p:cNvGrpSpPr>
            <a:grpSpLocks noChangeAspect="1"/>
          </p:cNvGrpSpPr>
          <p:nvPr/>
        </p:nvGrpSpPr>
        <p:grpSpPr>
          <a:xfrm>
            <a:off x="11050882" y="5748119"/>
            <a:ext cx="311910" cy="311910"/>
            <a:chOff x="5900896" y="3233896"/>
            <a:chExt cx="288244" cy="288244"/>
          </a:xfrm>
          <a:noFill/>
        </p:grpSpPr>
        <p:sp>
          <p:nvSpPr>
            <p:cNvPr id="146" name="Freihandform: Form 145">
              <a:extLst>
                <a:ext uri="{FF2B5EF4-FFF2-40B4-BE49-F238E27FC236}">
                  <a16:creationId xmlns:a16="http://schemas.microsoft.com/office/drawing/2014/main" id="{ECA1856D-1F4D-498E-AF38-0ADA507F489F}"/>
                </a:ext>
              </a:extLst>
            </p:cNvPr>
            <p:cNvSpPr/>
            <p:nvPr/>
          </p:nvSpPr>
          <p:spPr>
            <a:xfrm>
              <a:off x="5900896" y="3233896"/>
              <a:ext cx="288244" cy="288244"/>
            </a:xfrm>
            <a:custGeom>
              <a:avLst/>
              <a:gdLst>
                <a:gd name="connsiteX0" fmla="*/ 288245 w 288244"/>
                <a:gd name="connsiteY0" fmla="*/ 144122 h 288244"/>
                <a:gd name="connsiteX1" fmla="*/ 144122 w 288244"/>
                <a:gd name="connsiteY1" fmla="*/ 288245 h 288244"/>
                <a:gd name="connsiteX2" fmla="*/ 0 w 288244"/>
                <a:gd name="connsiteY2" fmla="*/ 144122 h 288244"/>
                <a:gd name="connsiteX3" fmla="*/ 144122 w 288244"/>
                <a:gd name="connsiteY3" fmla="*/ 0 h 288244"/>
                <a:gd name="connsiteX4" fmla="*/ 288245 w 288244"/>
                <a:gd name="connsiteY4" fmla="*/ 144122 h 288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8244" h="288244">
                  <a:moveTo>
                    <a:pt x="288245" y="144122"/>
                  </a:moveTo>
                  <a:cubicBezTo>
                    <a:pt x="288245" y="223565"/>
                    <a:pt x="223565" y="288245"/>
                    <a:pt x="144122" y="288245"/>
                  </a:cubicBezTo>
                  <a:cubicBezTo>
                    <a:pt x="64679" y="288245"/>
                    <a:pt x="0" y="223565"/>
                    <a:pt x="0" y="144122"/>
                  </a:cubicBezTo>
                  <a:cubicBezTo>
                    <a:pt x="0" y="64679"/>
                    <a:pt x="64679" y="0"/>
                    <a:pt x="144122" y="0"/>
                  </a:cubicBezTo>
                  <a:cubicBezTo>
                    <a:pt x="223565" y="0"/>
                    <a:pt x="288245" y="64679"/>
                    <a:pt x="288245" y="144122"/>
                  </a:cubicBezTo>
                  <a:close/>
                </a:path>
              </a:pathLst>
            </a:custGeom>
            <a:solidFill>
              <a:schemeClr val="bg1"/>
            </a:solidFill>
            <a:ln w="1270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/>
            </a:p>
          </p:txBody>
        </p:sp>
        <p:sp>
          <p:nvSpPr>
            <p:cNvPr id="147" name="Freihandform: Form 146">
              <a:extLst>
                <a:ext uri="{FF2B5EF4-FFF2-40B4-BE49-F238E27FC236}">
                  <a16:creationId xmlns:a16="http://schemas.microsoft.com/office/drawing/2014/main" id="{17CAA806-657B-4492-83D9-53D97F01BBBE}"/>
                </a:ext>
              </a:extLst>
            </p:cNvPr>
            <p:cNvSpPr/>
            <p:nvPr/>
          </p:nvSpPr>
          <p:spPr>
            <a:xfrm>
              <a:off x="5981745" y="3316151"/>
              <a:ext cx="145528" cy="125140"/>
            </a:xfrm>
            <a:custGeom>
              <a:avLst/>
              <a:gdLst>
                <a:gd name="connsiteX0" fmla="*/ 0 w 145528"/>
                <a:gd name="connsiteY0" fmla="*/ 68898 h 125140"/>
                <a:gd name="connsiteX1" fmla="*/ 54837 w 145528"/>
                <a:gd name="connsiteY1" fmla="*/ 125140 h 125140"/>
                <a:gd name="connsiteX2" fmla="*/ 145528 w 145528"/>
                <a:gd name="connsiteY2" fmla="*/ 0 h 125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5528" h="125140">
                  <a:moveTo>
                    <a:pt x="0" y="68898"/>
                  </a:moveTo>
                  <a:lnTo>
                    <a:pt x="54837" y="125140"/>
                  </a:lnTo>
                  <a:lnTo>
                    <a:pt x="145528" y="0"/>
                  </a:lnTo>
                </a:path>
              </a:pathLst>
            </a:custGeom>
            <a:noFill/>
            <a:ln w="12700" cap="rnd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>
              <a:defPPr>
                <a:defRPr lang="de-DE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GB"/>
            </a:p>
          </p:txBody>
        </p:sp>
      </p:grpSp>
      <p:sp>
        <p:nvSpPr>
          <p:cNvPr id="140" name="Textfeld 177">
            <a:extLst>
              <a:ext uri="{FF2B5EF4-FFF2-40B4-BE49-F238E27FC236}">
                <a16:creationId xmlns:a16="http://schemas.microsoft.com/office/drawing/2014/main" id="{84306E15-5C57-2646-91BE-1A9F28F1B54B}"/>
              </a:ext>
            </a:extLst>
          </p:cNvPr>
          <p:cNvSpPr txBox="1"/>
          <p:nvPr/>
        </p:nvSpPr>
        <p:spPr>
          <a:xfrm>
            <a:off x="672562" y="4019365"/>
            <a:ext cx="2315656" cy="12581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2">
                    <a:lumMod val="20000"/>
                    <a:lumOff val="80000"/>
                  </a:schemeClr>
                </a:solidFill>
              </a:rPr>
              <a:t>Die Loyalty </a:t>
            </a:r>
            <a:r>
              <a:rPr lang="en-GB" sz="1400" err="1">
                <a:solidFill>
                  <a:schemeClr val="tx2">
                    <a:lumMod val="20000"/>
                    <a:lumOff val="80000"/>
                  </a:schemeClr>
                </a:solidFill>
              </a:rPr>
              <a:t>Plattform</a:t>
            </a:r>
            <a:r>
              <a:rPr lang="en-GB" sz="1400">
                <a:solidFill>
                  <a:schemeClr val="tx2">
                    <a:lumMod val="20000"/>
                    <a:lumOff val="80000"/>
                  </a:schemeClr>
                </a:solidFill>
              </a:rPr>
              <a:t> </a:t>
            </a:r>
            <a:r>
              <a:rPr lang="en-GB" sz="1400" err="1">
                <a:solidFill>
                  <a:schemeClr val="tx2">
                    <a:lumMod val="20000"/>
                    <a:lumOff val="80000"/>
                  </a:schemeClr>
                </a:solidFill>
              </a:rPr>
              <a:t>ermöglicht</a:t>
            </a:r>
            <a:r>
              <a:rPr lang="en-GB" sz="1400">
                <a:solidFill>
                  <a:schemeClr val="tx2">
                    <a:lumMod val="20000"/>
                    <a:lumOff val="80000"/>
                  </a:schemeClr>
                </a:solidFill>
              </a:rPr>
              <a:t> </a:t>
            </a:r>
            <a:r>
              <a:rPr lang="en-GB" sz="1400" err="1">
                <a:solidFill>
                  <a:schemeClr val="tx2">
                    <a:lumMod val="20000"/>
                    <a:lumOff val="80000"/>
                  </a:schemeClr>
                </a:solidFill>
              </a:rPr>
              <a:t>Unternehmen</a:t>
            </a:r>
            <a:r>
              <a:rPr lang="en-GB" sz="1400">
                <a:solidFill>
                  <a:schemeClr val="tx2">
                    <a:lumMod val="20000"/>
                    <a:lumOff val="80000"/>
                  </a:schemeClr>
                </a:solidFill>
              </a:rPr>
              <a:t> </a:t>
            </a:r>
            <a:r>
              <a:rPr lang="en-GB" sz="1400" err="1">
                <a:solidFill>
                  <a:schemeClr val="tx2">
                    <a:lumMod val="20000"/>
                    <a:lumOff val="80000"/>
                  </a:schemeClr>
                </a:solidFill>
              </a:rPr>
              <a:t>personalisierte</a:t>
            </a:r>
            <a:r>
              <a:rPr lang="en-GB" sz="1400">
                <a:solidFill>
                  <a:schemeClr val="tx2">
                    <a:lumMod val="20000"/>
                    <a:lumOff val="80000"/>
                  </a:schemeClr>
                </a:solidFill>
              </a:rPr>
              <a:t> </a:t>
            </a:r>
            <a:r>
              <a:rPr lang="en-GB" sz="1400" err="1">
                <a:solidFill>
                  <a:schemeClr val="tx2">
                    <a:lumMod val="20000"/>
                    <a:lumOff val="80000"/>
                  </a:schemeClr>
                </a:solidFill>
              </a:rPr>
              <a:t>Belohnungen</a:t>
            </a:r>
            <a:r>
              <a:rPr lang="en-GB" sz="1400">
                <a:solidFill>
                  <a:schemeClr val="tx2">
                    <a:lumMod val="20000"/>
                    <a:lumOff val="80000"/>
                  </a:schemeClr>
                </a:solidFill>
              </a:rPr>
              <a:t> und </a:t>
            </a:r>
            <a:r>
              <a:rPr lang="en-GB" sz="1400" err="1">
                <a:solidFill>
                  <a:schemeClr val="tx2">
                    <a:lumMod val="20000"/>
                    <a:lumOff val="80000"/>
                  </a:schemeClr>
                </a:solidFill>
              </a:rPr>
              <a:t>Anreize</a:t>
            </a:r>
            <a:r>
              <a:rPr lang="en-GB" sz="1400">
                <a:solidFill>
                  <a:schemeClr val="tx2">
                    <a:lumMod val="20000"/>
                    <a:lumOff val="80000"/>
                  </a:schemeClr>
                </a:solidFill>
              </a:rPr>
              <a:t> </a:t>
            </a:r>
            <a:r>
              <a:rPr lang="en-GB" sz="1400" err="1">
                <a:solidFill>
                  <a:schemeClr val="tx2">
                    <a:lumMod val="20000"/>
                    <a:lumOff val="80000"/>
                  </a:schemeClr>
                </a:solidFill>
              </a:rPr>
              <a:t>zu</a:t>
            </a:r>
            <a:r>
              <a:rPr lang="en-GB" sz="1400">
                <a:solidFill>
                  <a:schemeClr val="tx2">
                    <a:lumMod val="20000"/>
                    <a:lumOff val="80000"/>
                  </a:schemeClr>
                </a:solidFill>
              </a:rPr>
              <a:t> </a:t>
            </a:r>
            <a:r>
              <a:rPr lang="en-GB" sz="1400" err="1">
                <a:solidFill>
                  <a:schemeClr val="tx2">
                    <a:lumMod val="20000"/>
                    <a:lumOff val="80000"/>
                  </a:schemeClr>
                </a:solidFill>
              </a:rPr>
              <a:t>einer</a:t>
            </a:r>
            <a:r>
              <a:rPr lang="en-GB" sz="1400">
                <a:solidFill>
                  <a:schemeClr val="tx2">
                    <a:lumMod val="20000"/>
                    <a:lumOff val="80000"/>
                  </a:schemeClr>
                </a:solidFill>
              </a:rPr>
              <a:t> Treiber der </a:t>
            </a:r>
            <a:r>
              <a:rPr lang="en-GB" sz="1400" err="1">
                <a:solidFill>
                  <a:schemeClr val="tx2">
                    <a:lumMod val="20000"/>
                    <a:lumOff val="80000"/>
                  </a:schemeClr>
                </a:solidFill>
              </a:rPr>
              <a:t>Kundeninteraktion</a:t>
            </a:r>
            <a:r>
              <a:rPr lang="en-GB" sz="1400">
                <a:solidFill>
                  <a:schemeClr val="tx2">
                    <a:lumMod val="20000"/>
                    <a:lumOff val="80000"/>
                  </a:schemeClr>
                </a:solidFill>
              </a:rPr>
              <a:t> </a:t>
            </a:r>
            <a:r>
              <a:rPr lang="en-GB" sz="1400" err="1">
                <a:solidFill>
                  <a:schemeClr val="tx2">
                    <a:lumMod val="20000"/>
                    <a:lumOff val="80000"/>
                  </a:schemeClr>
                </a:solidFill>
              </a:rPr>
              <a:t>zu</a:t>
            </a:r>
            <a:r>
              <a:rPr lang="en-GB" sz="1400">
                <a:solidFill>
                  <a:schemeClr val="tx2">
                    <a:lumMod val="20000"/>
                    <a:lumOff val="80000"/>
                  </a:schemeClr>
                </a:solidFill>
              </a:rPr>
              <a:t> </a:t>
            </a:r>
            <a:r>
              <a:rPr lang="en-GB" sz="1400" err="1">
                <a:solidFill>
                  <a:schemeClr val="tx2">
                    <a:lumMod val="20000"/>
                    <a:lumOff val="80000"/>
                  </a:schemeClr>
                </a:solidFill>
              </a:rPr>
              <a:t>machen</a:t>
            </a:r>
            <a:endParaRPr lang="en-GB" sz="140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42" name="Gleichschenkliges Dreieck 141">
            <a:extLst>
              <a:ext uri="{FF2B5EF4-FFF2-40B4-BE49-F238E27FC236}">
                <a16:creationId xmlns:a16="http://schemas.microsoft.com/office/drawing/2014/main" id="{0A4175BA-128F-3342-BAEE-040839E27D61}"/>
              </a:ext>
            </a:extLst>
          </p:cNvPr>
          <p:cNvSpPr/>
          <p:nvPr/>
        </p:nvSpPr>
        <p:spPr>
          <a:xfrm rot="10800000">
            <a:off x="7658970" y="5342210"/>
            <a:ext cx="270473" cy="142873"/>
          </a:xfrm>
          <a:prstGeom prst="triangle">
            <a:avLst/>
          </a:prstGeom>
          <a:solidFill>
            <a:schemeClr val="tx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143" name="Gleichschenkliges Dreieck 142">
            <a:extLst>
              <a:ext uri="{FF2B5EF4-FFF2-40B4-BE49-F238E27FC236}">
                <a16:creationId xmlns:a16="http://schemas.microsoft.com/office/drawing/2014/main" id="{8EA0490A-EE80-A447-8647-84B04863D2E7}"/>
              </a:ext>
            </a:extLst>
          </p:cNvPr>
          <p:cNvSpPr/>
          <p:nvPr/>
        </p:nvSpPr>
        <p:spPr>
          <a:xfrm rot="10800000">
            <a:off x="10184317" y="5342210"/>
            <a:ext cx="270473" cy="142873"/>
          </a:xfrm>
          <a:prstGeom prst="triangle">
            <a:avLst/>
          </a:prstGeom>
          <a:solidFill>
            <a:schemeClr val="tx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sp>
        <p:nvSpPr>
          <p:cNvPr id="144" name="Gleichschenkliges Dreieck 143">
            <a:extLst>
              <a:ext uri="{FF2B5EF4-FFF2-40B4-BE49-F238E27FC236}">
                <a16:creationId xmlns:a16="http://schemas.microsoft.com/office/drawing/2014/main" id="{8FF0724D-76A7-7047-91C2-713F0AF0DF57}"/>
              </a:ext>
            </a:extLst>
          </p:cNvPr>
          <p:cNvSpPr/>
          <p:nvPr/>
        </p:nvSpPr>
        <p:spPr>
          <a:xfrm rot="10800000">
            <a:off x="5133687" y="5342210"/>
            <a:ext cx="270473" cy="142873"/>
          </a:xfrm>
          <a:prstGeom prst="triangle">
            <a:avLst/>
          </a:prstGeom>
          <a:solidFill>
            <a:schemeClr val="tx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de-DE" sz="1600">
              <a:solidFill>
                <a:schemeClr val="tx1"/>
              </a:solidFill>
            </a:endParaRPr>
          </a:p>
        </p:txBody>
      </p:sp>
      <p:cxnSp>
        <p:nvCxnSpPr>
          <p:cNvPr id="145" name="Gerade Verbindung mit Pfeil 144">
            <a:extLst>
              <a:ext uri="{FF2B5EF4-FFF2-40B4-BE49-F238E27FC236}">
                <a16:creationId xmlns:a16="http://schemas.microsoft.com/office/drawing/2014/main" id="{E6CB655A-4A06-A243-B83D-D92DA796DFBD}"/>
              </a:ext>
            </a:extLst>
          </p:cNvPr>
          <p:cNvCxnSpPr>
            <a:cxnSpLocks/>
          </p:cNvCxnSpPr>
          <p:nvPr/>
        </p:nvCxnSpPr>
        <p:spPr>
          <a:xfrm flipV="1">
            <a:off x="579358" y="5343422"/>
            <a:ext cx="10920412" cy="5299"/>
          </a:xfrm>
          <a:prstGeom prst="straightConnector1">
            <a:avLst/>
          </a:prstGeom>
          <a:ln w="12700" cap="rnd">
            <a:solidFill>
              <a:schemeClr val="tx2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52919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d1l2tP28yPIBtoVatBggA"/>
</p:tagLst>
</file>

<file path=ppt/theme/theme1.xml><?xml version="1.0" encoding="utf-8"?>
<a:theme xmlns:a="http://schemas.openxmlformats.org/drawingml/2006/main" name="Convercus">
  <a:themeElements>
    <a:clrScheme name="Convercus">
      <a:dk1>
        <a:srgbClr val="000000"/>
      </a:dk1>
      <a:lt1>
        <a:srgbClr val="FFFFFF"/>
      </a:lt1>
      <a:dk2>
        <a:srgbClr val="8BADCA"/>
      </a:dk2>
      <a:lt2>
        <a:srgbClr val="E7E6E6"/>
      </a:lt2>
      <a:accent1>
        <a:srgbClr val="8BADCA"/>
      </a:accent1>
      <a:accent2>
        <a:srgbClr val="EF8F73"/>
      </a:accent2>
      <a:accent3>
        <a:srgbClr val="3A3B3A"/>
      </a:accent3>
      <a:accent4>
        <a:srgbClr val="CFD0CD"/>
      </a:accent4>
      <a:accent5>
        <a:srgbClr val="D8D9D8"/>
      </a:accent5>
      <a:accent6>
        <a:srgbClr val="A5A6A5"/>
      </a:accent6>
      <a:hlink>
        <a:srgbClr val="F08F73"/>
      </a:hlink>
      <a:folHlink>
        <a:srgbClr val="8BADCA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64ef71bd-e4f0-48d1-aa16-55f07bc64849">
      <UserInfo>
        <DisplayName>Anna Lepert</DisplayName>
        <AccountId>13</AccountId>
        <AccountType/>
      </UserInfo>
      <UserInfo>
        <DisplayName>Franz Zimma</DisplayName>
        <AccountId>24</AccountId>
        <AccountType/>
      </UserInfo>
      <UserInfo>
        <DisplayName>Thomas Lenz</DisplayName>
        <AccountId>19</AccountId>
        <AccountType/>
      </UserInfo>
      <UserInfo>
        <DisplayName>Yuriy Gorovoy</DisplayName>
        <AccountId>583</AccountId>
        <AccountType/>
      </UserInfo>
      <UserInfo>
        <DisplayName>Dominic Spindler</DisplayName>
        <AccountId>12</AccountId>
        <AccountType/>
      </UserInfo>
    </SharedWithUsers>
    <lcf76f155ced4ddcb4097134ff3c332f xmlns="395c6e48-5f32-4098-a7bb-07e0d9bed4b4">
      <Terms xmlns="http://schemas.microsoft.com/office/infopath/2007/PartnerControls"/>
    </lcf76f155ced4ddcb4097134ff3c332f>
    <TaxCatchAll xmlns="64ef71bd-e4f0-48d1-aa16-55f07bc64849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D8D3D51C3237842AB2B36C3F8A5CEFF" ma:contentTypeVersion="19" ma:contentTypeDescription="Crear nuevo documento." ma:contentTypeScope="" ma:versionID="c9f98451bb1487cfd5dd672650146a51">
  <xsd:schema xmlns:xsd="http://www.w3.org/2001/XMLSchema" xmlns:xs="http://www.w3.org/2001/XMLSchema" xmlns:p="http://schemas.microsoft.com/office/2006/metadata/properties" xmlns:ns1="http://schemas.microsoft.com/sharepoint/v3" xmlns:ns2="395c6e48-5f32-4098-a7bb-07e0d9bed4b4" xmlns:ns3="64ef71bd-e4f0-48d1-aa16-55f07bc64849" targetNamespace="http://schemas.microsoft.com/office/2006/metadata/properties" ma:root="true" ma:fieldsID="3cfffcc80061e17fe225a5484b9cae50" ns1:_="" ns2:_="" ns3:_="">
    <xsd:import namespace="http://schemas.microsoft.com/sharepoint/v3"/>
    <xsd:import namespace="395c6e48-5f32-4098-a7bb-07e0d9bed4b4"/>
    <xsd:import namespace="64ef71bd-e4f0-48d1-aa16-55f07bc648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3" nillable="true" ma:displayName="Propiedades de la Directiva de cumplimiento unificado" ma:hidden="true" ma:internalName="_ip_UnifiedCompliancePolicyProperties">
      <xsd:simpleType>
        <xsd:restriction base="dms:Note"/>
      </xsd:simpleType>
    </xsd:element>
    <xsd:element name="_ip_UnifiedCompliancePolicyUIAction" ma:index="24" nillable="true" ma:displayName="Acción de IU de la Directiva de cumplimiento unificado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5c6e48-5f32-4098-a7bb-07e0d9bed4b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Etiquetas de imagen" ma:readOnly="false" ma:fieldId="{5cf76f15-5ced-4ddc-b409-7134ff3c332f}" ma:taxonomyMulti="true" ma:sspId="125309b7-f53d-47ea-b87b-706861e1f96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ef71bd-e4f0-48d1-aa16-55f07bc64849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b9685fb5-662c-4220-872a-11479c7cf96e}" ma:internalName="TaxCatchAll" ma:showField="CatchAllData" ma:web="64ef71bd-e4f0-48d1-aa16-55f07bc648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97C2EE3-4981-47CC-8E0D-5F8ADB9B07B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9B30C8A-C6E2-47A5-BF38-E4F3505D8083}">
  <ds:schemaRefs>
    <ds:schemaRef ds:uri="http://purl.org/dc/dcmitype/"/>
    <ds:schemaRef ds:uri="http://purl.org/dc/terms/"/>
    <ds:schemaRef ds:uri="http://schemas.microsoft.com/sharepoint/v3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64ef71bd-e4f0-48d1-aa16-55f07bc64849"/>
    <ds:schemaRef ds:uri="395c6e48-5f32-4098-a7bb-07e0d9bed4b4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1459FA7-7E88-4A82-9BC5-A5F8C4F147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395c6e48-5f32-4098-a7bb-07e0d9bed4b4"/>
    <ds:schemaRef ds:uri="64ef71bd-e4f0-48d1-aa16-55f07bc648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2265</Words>
  <Application>Microsoft Macintosh PowerPoint</Application>
  <PresentationFormat>Panorámica</PresentationFormat>
  <Paragraphs>437</Paragraphs>
  <Slides>19</Slides>
  <Notes>13</Notes>
  <HiddenSlides>4</HiddenSlides>
  <MMClips>0</MMClips>
  <ScaleCrop>false</ScaleCrop>
  <HeadingPairs>
    <vt:vector size="8" baseType="variant">
      <vt:variant>
        <vt:lpstr>Fuentes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32" baseType="lpstr">
      <vt:lpstr>Arial</vt:lpstr>
      <vt:lpstr>Articulat CF</vt:lpstr>
      <vt:lpstr>Britannic Bold</vt:lpstr>
      <vt:lpstr>Calibri</vt:lpstr>
      <vt:lpstr>Calibri Light</vt:lpstr>
      <vt:lpstr>Courier New</vt:lpstr>
      <vt:lpstr>Graphik</vt:lpstr>
      <vt:lpstr>Montserrat</vt:lpstr>
      <vt:lpstr>Montserrat SemiBold</vt:lpstr>
      <vt:lpstr>Symbol</vt:lpstr>
      <vt:lpstr>Wingdings</vt:lpstr>
      <vt:lpstr>Convercus</vt:lpstr>
      <vt:lpstr>think-cell Folie</vt:lpstr>
      <vt:lpstr>Convercus Loyalty &amp; Couponing Plattform – Überblick für anybill</vt:lpstr>
      <vt:lpstr>Wer wir sind</vt:lpstr>
      <vt:lpstr>Unsere Leistungen</vt:lpstr>
      <vt:lpstr>Ganzheitliche Loyalty-Lösung</vt:lpstr>
      <vt:lpstr>Presentación de PowerPoint</vt:lpstr>
      <vt:lpstr>Presentación de PowerPoint</vt:lpstr>
      <vt:lpstr>Presentación de PowerPoint</vt:lpstr>
      <vt:lpstr>Presentación de PowerPoint</vt:lpstr>
      <vt:lpstr>Typische Hürden &amp; wie wir sie gemeinsam lösen</vt:lpstr>
      <vt:lpstr>Was zeichnet Convercus aus</vt:lpstr>
      <vt:lpstr>Was erreichen Kunden mit Convercus</vt:lpstr>
      <vt:lpstr>Presentación de PowerPoint</vt:lpstr>
      <vt:lpstr>Presentación de PowerPoint</vt:lpstr>
      <vt:lpstr>Presentación de PowerPoint</vt:lpstr>
      <vt:lpstr>KONTAKT</vt:lpstr>
      <vt:lpstr>KONTAKT</vt:lpstr>
      <vt:lpstr>Presentación de PowerPoint</vt:lpstr>
      <vt:lpstr>Unsere Leistungen</vt:lpstr>
      <vt:lpstr>CONVERCUS LOYALTY schafft mehrwert durch DIE AUFWERTUNG der gesamten customer journey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CONVERCUS LOYALTY &amp; PROMOTION PLATTFORM</dc:title>
  <dc:creator>Dominic Spindler</dc:creator>
  <cp:lastModifiedBy>Juan Jose Vazquez</cp:lastModifiedBy>
  <cp:revision>6</cp:revision>
  <dcterms:created xsi:type="dcterms:W3CDTF">2020-12-16T07:58:48Z</dcterms:created>
  <dcterms:modified xsi:type="dcterms:W3CDTF">2026-03-05T10:13:27Z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0x0101006D8D3D51C3237842AB2B36C3F8A5CEFF</vt:lpwstr>
  </property>
  <property fmtid="{D5CDD505-2E9C-101B-9397-08002B2CF9AE}" pid="3" name="ComplianceAssetId">
    <vt:lpwstr/>
  </property>
  <property fmtid="{D5CDD505-2E9C-101B-9397-08002B2CF9AE}" pid="4" name="MediaServiceImageTags">
    <vt:lpwstr/>
  </property>
</Properties>
</file>